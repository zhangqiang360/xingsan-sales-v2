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349" r:id="rId2"/>
    <p:sldId id="1386" r:id="rId3"/>
    <p:sldId id="1332" r:id="rId4"/>
    <p:sldId id="1368" r:id="rId5"/>
    <p:sldId id="1392" r:id="rId6"/>
    <p:sldId id="1390" r:id="rId7"/>
    <p:sldId id="1369" r:id="rId8"/>
    <p:sldId id="1393" r:id="rId9"/>
    <p:sldId id="1371" r:id="rId10"/>
    <p:sldId id="1372" r:id="rId11"/>
    <p:sldId id="1387" r:id="rId12"/>
    <p:sldId id="1388" r:id="rId13"/>
    <p:sldId id="1379" r:id="rId14"/>
    <p:sldId id="1380" r:id="rId15"/>
    <p:sldId id="1384" r:id="rId16"/>
    <p:sldId id="1389" r:id="rId17"/>
    <p:sldId id="1385" r:id="rId18"/>
    <p:sldId id="1367" r:id="rId19"/>
    <p:sldId id="1394" r:id="rId20"/>
    <p:sldId id="1391" r:id="rId21"/>
    <p:sldId id="1362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8CDC"/>
    <a:srgbClr val="0E2164"/>
    <a:srgbClr val="FFFFFF"/>
    <a:srgbClr val="5AC91D"/>
    <a:srgbClr val="132D86"/>
    <a:srgbClr val="274DA7"/>
    <a:srgbClr val="538C5B"/>
    <a:srgbClr val="FD9D14"/>
    <a:srgbClr val="9CB3E8"/>
    <a:srgbClr val="122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1333" autoAdjust="0"/>
  </p:normalViewPr>
  <p:slideViewPr>
    <p:cSldViewPr snapToGrid="0">
      <p:cViewPr varScale="1">
        <p:scale>
          <a:sx n="56" d="100"/>
          <a:sy n="56" d="100"/>
        </p:scale>
        <p:origin x="10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41" d="100"/>
          <a:sy n="41" d="100"/>
        </p:scale>
        <p:origin x="2896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D2DA2-9374-114E-A97F-35EE9D4C8980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C3339-C6D8-1247-988F-3530162113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D64EC-A23C-F149-9FED-1D5D1C07941E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0FCA4-1C8F-2A43-8B24-F92CA1456C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1FB6-3919-4A0D-892F-CE34F593134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1FB6-3919-4A0D-892F-CE34F593134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790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1FB6-3919-4A0D-892F-CE34F593134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1FB6-3919-4A0D-892F-CE34F593134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1FB6-3919-4A0D-892F-CE34F59313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6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D71FB6-3919-4A0D-892F-CE34F59313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173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从搜索引擎 营销漏斗  及账户层级指标维度对照查看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0FCA4-1C8F-2A43-8B24-F92CA1456C11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156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-27305" y="-8890"/>
            <a:ext cx="12219305" cy="6882765"/>
            <a:chOff x="-43" y="-14"/>
            <a:chExt cx="19243" cy="10839"/>
          </a:xfrm>
        </p:grpSpPr>
        <p:sp>
          <p:nvSpPr>
            <p:cNvPr id="2" name="矩形 1"/>
            <p:cNvSpPr/>
            <p:nvPr userDrawn="1"/>
          </p:nvSpPr>
          <p:spPr>
            <a:xfrm>
              <a:off x="-26" y="-14"/>
              <a:ext cx="7250" cy="2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6230" y="-14"/>
              <a:ext cx="7222" cy="258"/>
            </a:xfrm>
            <a:prstGeom prst="rect">
              <a:avLst/>
            </a:prstGeom>
            <a:solidFill>
              <a:srgbClr val="5AC9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2960" y="-14"/>
              <a:ext cx="6240" cy="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43" y="10542"/>
              <a:ext cx="7250" cy="2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6213" y="10540"/>
              <a:ext cx="7222" cy="2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943" y="10539"/>
              <a:ext cx="6240" cy="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52363" y="300713"/>
            <a:ext cx="9081050" cy="49859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3600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71475" y="1103723"/>
            <a:ext cx="987693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16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360 守护体" panose="02000500000000000000" pitchFamily="50" charset="-122"/>
                <a:ea typeface="360 守护体" panose="02000500000000000000" pitchFamily="50" charset="-122"/>
                <a:cs typeface="360 守护体" panose="02000500000000000000" pitchFamily="50" charset="-122"/>
              </a:defRPr>
            </a:lvl1pPr>
          </a:lstStyle>
          <a:p>
            <a:r>
              <a:rPr lang="en-US" altLang="zh-CN" dirty="0"/>
              <a:t>001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6015" y="1139349"/>
            <a:ext cx="907111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1600" u="none" strike="noStrike" cap="all" spc="0" normalizeH="0">
                <a:ln>
                  <a:noFill/>
                </a:ln>
                <a:effectLst/>
                <a:uLnTx/>
                <a:uFillTx/>
                <a:latin typeface="360 守护体" panose="02000500000000000000"/>
                <a:ea typeface="360 守护体" panose="02000500000000000000"/>
                <a:cs typeface="360 守护体" panose="02000500000000000000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360 守护体" panose="02000500000000000000"/>
                <a:ea typeface="360 守护体" panose="02000500000000000000"/>
                <a:cs typeface="360 守护体" panose="02000500000000000000"/>
              </a:defRPr>
            </a:lvl1pPr>
          </a:lstStyle>
          <a:p>
            <a:r>
              <a:rPr lang="en-US" altLang="zh-CN" dirty="0" smtClean="0"/>
              <a:t>002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7" y="310758"/>
            <a:ext cx="9360000" cy="47089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3400" dirty="0">
                <a:ea typeface="360 守护体" panose="02000500000000000000"/>
              </a:defRPr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71475" y="1091848"/>
            <a:ext cx="927128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1800" u="none" strike="noStrike" cap="all" spc="0" normalizeH="0">
                <a:ln>
                  <a:noFill/>
                </a:ln>
                <a:effectLst/>
                <a:uLnTx/>
                <a:uFillTx/>
                <a:latin typeface="360 守护体" panose="02000500000000000000"/>
                <a:ea typeface="360 守护体" panose="02000500000000000000"/>
                <a:cs typeface="360 守护体" panose="02000500000000000000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360 守护体" panose="02000500000000000000"/>
                <a:ea typeface="360 守护体" panose="02000500000000000000"/>
                <a:cs typeface="360 守护体" panose="02000500000000000000"/>
              </a:defRPr>
            </a:lvl1pPr>
          </a:lstStyle>
          <a:p>
            <a:r>
              <a:rPr lang="en-US" altLang="zh-CN" dirty="0"/>
              <a:t>003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pic>
        <p:nvPicPr>
          <p:cNvPr id="9" name="图片 8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10793" name="Rectangle 6"/>
          <p:cNvSpPr>
            <a:spLocks noChangeArrowheads="1"/>
          </p:cNvSpPr>
          <p:nvPr userDrawn="1"/>
        </p:nvSpPr>
        <p:spPr bwMode="auto">
          <a:xfrm>
            <a:off x="-14295" y="5392738"/>
            <a:ext cx="12195130" cy="1463675"/>
          </a:xfrm>
          <a:prstGeom prst="rect">
            <a:avLst/>
          </a:prstGeom>
          <a:solidFill>
            <a:srgbClr val="53B2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ea typeface="360 守护体" panose="02000500000000000000"/>
            </a:endParaRPr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24861" y="4216799"/>
            <a:ext cx="2913783" cy="2483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  <a:ea typeface="360 守护体" panose="020005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24861" y="4525351"/>
            <a:ext cx="2913783" cy="2483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  <a:ea typeface="360 守护体" panose="020005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2310034" y="1985433"/>
            <a:ext cx="7341963" cy="102032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  <a:ea typeface="360 守护体" panose="0200050000000000000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2310034" y="3062904"/>
            <a:ext cx="7341963" cy="55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  <a:ea typeface="360 守护体" panose="0200050000000000000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pic>
        <p:nvPicPr>
          <p:cNvPr id="11" name="图片 10" descr="360logo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292377" y="474503"/>
            <a:ext cx="1523553" cy="429667"/>
          </a:xfrm>
          <a:prstGeom prst="rect">
            <a:avLst/>
          </a:prstGeom>
        </p:spPr>
      </p:pic>
      <p:pic>
        <p:nvPicPr>
          <p:cNvPr id="3" name="图片 2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0"/>
            <a:ext cx="12198350" cy="686816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16498" y="-9125"/>
            <a:ext cx="4603493" cy="1642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3956209" y="-8649"/>
            <a:ext cx="4586037" cy="163629"/>
          </a:xfrm>
          <a:prstGeom prst="rect">
            <a:avLst/>
          </a:prstGeom>
          <a:solidFill>
            <a:srgbClr val="5AC9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8229600" y="-8649"/>
            <a:ext cx="3962400" cy="1636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-27326" y="6693895"/>
            <a:ext cx="4603493" cy="1642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3945381" y="6692698"/>
            <a:ext cx="4586037" cy="173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8218772" y="6692551"/>
            <a:ext cx="3962400" cy="1820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bg>
      <p:bgPr>
        <a:solidFill>
          <a:srgbClr val="353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5" name="AutoShape 157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12192000" cy="685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46" name="Rectangle 5"/>
          <p:cNvSpPr>
            <a:spLocks noChangeArrowheads="1"/>
          </p:cNvSpPr>
          <p:nvPr userDrawn="1"/>
        </p:nvSpPr>
        <p:spPr bwMode="auto">
          <a:xfrm>
            <a:off x="-20646" y="7548"/>
            <a:ext cx="12206295" cy="6819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47" name="Rectangle 6"/>
          <p:cNvSpPr>
            <a:spLocks noChangeArrowheads="1"/>
          </p:cNvSpPr>
          <p:nvPr userDrawn="1"/>
        </p:nvSpPr>
        <p:spPr bwMode="auto">
          <a:xfrm>
            <a:off x="-14296" y="5392738"/>
            <a:ext cx="12206295" cy="1463675"/>
          </a:xfrm>
          <a:prstGeom prst="rect">
            <a:avLst/>
          </a:prstGeom>
          <a:solidFill>
            <a:srgbClr val="53B2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888564" y="2771749"/>
            <a:ext cx="7292859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882790" y="3517571"/>
            <a:ext cx="7311425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12" name="图片 11" descr="111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269097"/>
            <a:ext cx="11531600" cy="629680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57580" y="1327101"/>
            <a:ext cx="9896220" cy="2539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0" lvl="0"/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22" name="直线连接符 21"/>
          <p:cNvCxnSpPr/>
          <p:nvPr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1"/>
          <p:cNvSpPr/>
          <p:nvPr userDrawn="1"/>
        </p:nvSpPr>
        <p:spPr>
          <a:xfrm rot="2700000">
            <a:off x="10779267" y="627238"/>
            <a:ext cx="61680" cy="61680"/>
          </a:xfrm>
          <a:custGeom>
            <a:avLst/>
            <a:gdLst>
              <a:gd name="connsiteX0" fmla="*/ 0 w 1017355"/>
              <a:gd name="connsiteY0" fmla="*/ 0 h 1017355"/>
              <a:gd name="connsiteX1" fmla="*/ 1017355 w 1017355"/>
              <a:gd name="connsiteY1" fmla="*/ 0 h 1017355"/>
              <a:gd name="connsiteX2" fmla="*/ 1017355 w 1017355"/>
              <a:gd name="connsiteY2" fmla="*/ 1017355 h 1017355"/>
              <a:gd name="connsiteX3" fmla="*/ 0 w 1017355"/>
              <a:gd name="connsiteY3" fmla="*/ 1017355 h 1017355"/>
              <a:gd name="connsiteX4" fmla="*/ 0 w 1017355"/>
              <a:gd name="connsiteY4" fmla="*/ 0 h 1017355"/>
              <a:gd name="connsiteX0-1" fmla="*/ 0 w 1017355"/>
              <a:gd name="connsiteY0-2" fmla="*/ 1017355 h 1108795"/>
              <a:gd name="connsiteX1-3" fmla="*/ 0 w 1017355"/>
              <a:gd name="connsiteY1-4" fmla="*/ 0 h 1108795"/>
              <a:gd name="connsiteX2-5" fmla="*/ 1017355 w 1017355"/>
              <a:gd name="connsiteY2-6" fmla="*/ 0 h 1108795"/>
              <a:gd name="connsiteX3-7" fmla="*/ 1017355 w 1017355"/>
              <a:gd name="connsiteY3-8" fmla="*/ 1017355 h 1108795"/>
              <a:gd name="connsiteX4-9" fmla="*/ 91440 w 1017355"/>
              <a:gd name="connsiteY4-10" fmla="*/ 1108795 h 1108795"/>
              <a:gd name="connsiteX0-11" fmla="*/ 0 w 1017355"/>
              <a:gd name="connsiteY0-12" fmla="*/ 1017355 h 1017355"/>
              <a:gd name="connsiteX1-13" fmla="*/ 0 w 1017355"/>
              <a:gd name="connsiteY1-14" fmla="*/ 0 h 1017355"/>
              <a:gd name="connsiteX2-15" fmla="*/ 1017355 w 1017355"/>
              <a:gd name="connsiteY2-16" fmla="*/ 0 h 1017355"/>
              <a:gd name="connsiteX3-17" fmla="*/ 1017355 w 1017355"/>
              <a:gd name="connsiteY3-18" fmla="*/ 1017355 h 1017355"/>
              <a:gd name="connsiteX0-19" fmla="*/ 0 w 1017355"/>
              <a:gd name="connsiteY0-20" fmla="*/ 0 h 1017355"/>
              <a:gd name="connsiteX1-21" fmla="*/ 1017355 w 1017355"/>
              <a:gd name="connsiteY1-22" fmla="*/ 0 h 1017355"/>
              <a:gd name="connsiteX2-23" fmla="*/ 1017355 w 1017355"/>
              <a:gd name="connsiteY2-24" fmla="*/ 1017355 h 10173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17355" h="1017355">
                <a:moveTo>
                  <a:pt x="0" y="0"/>
                </a:moveTo>
                <a:lnTo>
                  <a:pt x="1017355" y="0"/>
                </a:lnTo>
                <a:lnTo>
                  <a:pt x="1017355" y="1017355"/>
                </a:lnTo>
              </a:path>
            </a:pathLst>
          </a:custGeom>
          <a:noFill/>
          <a:ln w="19050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/>
              </a:solidFill>
            </a:endParaRPr>
          </a:p>
        </p:txBody>
      </p:sp>
      <p:pic>
        <p:nvPicPr>
          <p:cNvPr id="18" name="图片 17" descr="360logo.pn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0222822" y="312071"/>
            <a:ext cx="1523553" cy="429667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1800" kern="1200" smtClean="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bg1"/>
          </a:solidFill>
          <a:latin typeface="360 守护体" panose="02000500000000000000" pitchFamily="50" charset="-122"/>
          <a:ea typeface="360 守护体" panose="02000500000000000000" pitchFamily="50" charset="-122"/>
          <a:cs typeface="360 守护体" panose="02000500000000000000" pitchFamily="5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1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10" Type="http://schemas.openxmlformats.org/officeDocument/2006/relationships/image" Target="../media/image4.png"/><Relationship Id="rId4" Type="http://schemas.openxmlformats.org/officeDocument/2006/relationships/tags" Target="../tags/tag26.xml"/><Relationship Id="rId9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/>
          <p:nvPr/>
        </p:nvGrpSpPr>
        <p:grpSpPr>
          <a:xfrm>
            <a:off x="-1" y="4220737"/>
            <a:ext cx="12260767" cy="2638850"/>
            <a:chOff x="-1" y="3334018"/>
            <a:chExt cx="12192001" cy="3525569"/>
          </a:xfrm>
        </p:grpSpPr>
        <p:sp>
          <p:nvSpPr>
            <p:cNvPr id="6" name="Freeform: Shape 11"/>
            <p:cNvSpPr/>
            <p:nvPr/>
          </p:nvSpPr>
          <p:spPr bwMode="auto">
            <a:xfrm>
              <a:off x="6237180" y="4513940"/>
              <a:ext cx="5954820" cy="2345647"/>
            </a:xfrm>
            <a:custGeom>
              <a:avLst/>
              <a:gdLst>
                <a:gd name="T0" fmla="*/ 1922 w 3775"/>
                <a:gd name="T1" fmla="*/ 1487 h 1487"/>
                <a:gd name="T2" fmla="*/ 3775 w 3775"/>
                <a:gd name="T3" fmla="*/ 758 h 1487"/>
                <a:gd name="T4" fmla="*/ 3775 w 3775"/>
                <a:gd name="T5" fmla="*/ 0 h 1487"/>
                <a:gd name="T6" fmla="*/ 0 w 3775"/>
                <a:gd name="T7" fmla="*/ 1487 h 1487"/>
                <a:gd name="T8" fmla="*/ 1922 w 3775"/>
                <a:gd name="T9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5" h="1487">
                  <a:moveTo>
                    <a:pt x="1922" y="1487"/>
                  </a:moveTo>
                  <a:lnTo>
                    <a:pt x="3775" y="758"/>
                  </a:lnTo>
                  <a:lnTo>
                    <a:pt x="3775" y="0"/>
                  </a:lnTo>
                  <a:lnTo>
                    <a:pt x="0" y="1487"/>
                  </a:lnTo>
                  <a:lnTo>
                    <a:pt x="1922" y="1487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vl="0"/>
              <a:endParaRPr lang="zh-CN" altLang="en-US"/>
            </a:p>
          </p:txBody>
        </p:sp>
        <p:sp>
          <p:nvSpPr>
            <p:cNvPr id="7" name="Freeform: Shape 12"/>
            <p:cNvSpPr/>
            <p:nvPr/>
          </p:nvSpPr>
          <p:spPr bwMode="auto">
            <a:xfrm>
              <a:off x="9256392" y="5704904"/>
              <a:ext cx="2935608" cy="1154683"/>
            </a:xfrm>
            <a:custGeom>
              <a:avLst/>
              <a:gdLst>
                <a:gd name="T0" fmla="*/ 1861 w 1861"/>
                <a:gd name="T1" fmla="*/ 732 h 732"/>
                <a:gd name="T2" fmla="*/ 1861 w 1861"/>
                <a:gd name="T3" fmla="*/ 0 h 732"/>
                <a:gd name="T4" fmla="*/ 0 w 1861"/>
                <a:gd name="T5" fmla="*/ 732 h 732"/>
                <a:gd name="T6" fmla="*/ 1861 w 1861"/>
                <a:gd name="T7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61" h="732">
                  <a:moveTo>
                    <a:pt x="1861" y="732"/>
                  </a:moveTo>
                  <a:lnTo>
                    <a:pt x="1861" y="0"/>
                  </a:lnTo>
                  <a:lnTo>
                    <a:pt x="0" y="732"/>
                  </a:lnTo>
                  <a:lnTo>
                    <a:pt x="1861" y="732"/>
                  </a:lnTo>
                  <a:close/>
                </a:path>
              </a:pathLst>
            </a:custGeom>
            <a:solidFill>
              <a:srgbClr val="538C5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8" name="Group 13"/>
            <p:cNvGrpSpPr/>
            <p:nvPr/>
          </p:nvGrpSpPr>
          <p:grpSpPr>
            <a:xfrm>
              <a:off x="-1" y="3334018"/>
              <a:ext cx="12192000" cy="3525569"/>
              <a:chOff x="-1" y="3334018"/>
              <a:chExt cx="12192000" cy="3525569"/>
            </a:xfrm>
          </p:grpSpPr>
          <p:sp>
            <p:nvSpPr>
              <p:cNvPr id="9" name="Freeform: Shape 14"/>
              <p:cNvSpPr/>
              <p:nvPr/>
            </p:nvSpPr>
            <p:spPr bwMode="auto">
              <a:xfrm>
                <a:off x="3277911" y="4368816"/>
                <a:ext cx="4612422" cy="2490771"/>
              </a:xfrm>
              <a:custGeom>
                <a:avLst/>
                <a:gdLst>
                  <a:gd name="T0" fmla="*/ 0 w 2924"/>
                  <a:gd name="T1" fmla="*/ 1579 h 1579"/>
                  <a:gd name="T2" fmla="*/ 1870 w 2924"/>
                  <a:gd name="T3" fmla="*/ 1579 h 1579"/>
                  <a:gd name="T4" fmla="*/ 2924 w 2924"/>
                  <a:gd name="T5" fmla="*/ 1165 h 1579"/>
                  <a:gd name="T6" fmla="*/ 912 w 2924"/>
                  <a:gd name="T7" fmla="*/ 0 h 1579"/>
                  <a:gd name="T8" fmla="*/ 0 w 2924"/>
                  <a:gd name="T9" fmla="*/ 1579 h 1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24" h="1579">
                    <a:moveTo>
                      <a:pt x="0" y="1579"/>
                    </a:moveTo>
                    <a:lnTo>
                      <a:pt x="1870" y="1579"/>
                    </a:lnTo>
                    <a:lnTo>
                      <a:pt x="2924" y="1165"/>
                    </a:lnTo>
                    <a:lnTo>
                      <a:pt x="912" y="0"/>
                    </a:lnTo>
                    <a:lnTo>
                      <a:pt x="0" y="1579"/>
                    </a:lnTo>
                    <a:close/>
                  </a:path>
                </a:pathLst>
              </a:custGeom>
              <a:solidFill>
                <a:schemeClr val="accent2">
                  <a:alpha val="61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: Shape 15"/>
              <p:cNvSpPr/>
              <p:nvPr/>
            </p:nvSpPr>
            <p:spPr bwMode="auto">
              <a:xfrm>
                <a:off x="-1" y="4368816"/>
                <a:ext cx="4716532" cy="2490771"/>
              </a:xfrm>
              <a:custGeom>
                <a:avLst/>
                <a:gdLst>
                  <a:gd name="T0" fmla="*/ 0 w 2990"/>
                  <a:gd name="T1" fmla="*/ 1579 h 1579"/>
                  <a:gd name="T2" fmla="*/ 2078 w 2990"/>
                  <a:gd name="T3" fmla="*/ 1579 h 1579"/>
                  <a:gd name="T4" fmla="*/ 2990 w 2990"/>
                  <a:gd name="T5" fmla="*/ 0 h 1579"/>
                  <a:gd name="T6" fmla="*/ 0 w 2990"/>
                  <a:gd name="T7" fmla="*/ 1178 h 1579"/>
                  <a:gd name="T8" fmla="*/ 0 w 2990"/>
                  <a:gd name="T9" fmla="*/ 1579 h 1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0" h="1579">
                    <a:moveTo>
                      <a:pt x="0" y="1579"/>
                    </a:moveTo>
                    <a:lnTo>
                      <a:pt x="2078" y="1579"/>
                    </a:lnTo>
                    <a:lnTo>
                      <a:pt x="2990" y="0"/>
                    </a:lnTo>
                    <a:lnTo>
                      <a:pt x="0" y="1178"/>
                    </a:lnTo>
                    <a:lnTo>
                      <a:pt x="0" y="15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: Shape 16"/>
              <p:cNvSpPr/>
              <p:nvPr/>
            </p:nvSpPr>
            <p:spPr bwMode="auto">
              <a:xfrm>
                <a:off x="3184842" y="3334018"/>
                <a:ext cx="9007157" cy="3525569"/>
              </a:xfrm>
              <a:custGeom>
                <a:avLst/>
                <a:gdLst>
                  <a:gd name="T0" fmla="*/ 0 w 5710"/>
                  <a:gd name="T1" fmla="*/ 2235 h 2235"/>
                  <a:gd name="T2" fmla="*/ 1924 w 5710"/>
                  <a:gd name="T3" fmla="*/ 2235 h 2235"/>
                  <a:gd name="T4" fmla="*/ 5710 w 5710"/>
                  <a:gd name="T5" fmla="*/ 743 h 2235"/>
                  <a:gd name="T6" fmla="*/ 5710 w 5710"/>
                  <a:gd name="T7" fmla="*/ 19 h 2235"/>
                  <a:gd name="T8" fmla="*/ 5676 w 5710"/>
                  <a:gd name="T9" fmla="*/ 0 h 2235"/>
                  <a:gd name="T10" fmla="*/ 0 w 5710"/>
                  <a:gd name="T11" fmla="*/ 2235 h 2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10" h="2235">
                    <a:moveTo>
                      <a:pt x="0" y="2235"/>
                    </a:moveTo>
                    <a:lnTo>
                      <a:pt x="1924" y="2235"/>
                    </a:lnTo>
                    <a:lnTo>
                      <a:pt x="5710" y="743"/>
                    </a:lnTo>
                    <a:lnTo>
                      <a:pt x="5710" y="19"/>
                    </a:lnTo>
                    <a:lnTo>
                      <a:pt x="5676" y="0"/>
                    </a:lnTo>
                    <a:lnTo>
                      <a:pt x="0" y="2235"/>
                    </a:lnTo>
                    <a:close/>
                  </a:path>
                </a:pathLst>
              </a:custGeom>
              <a:solidFill>
                <a:schemeClr val="accent2">
                  <a:alpha val="63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5" name="图片 14" descr="360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9593" y="319702"/>
            <a:ext cx="1523553" cy="42966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15" y="93980"/>
            <a:ext cx="1917065" cy="655320"/>
          </a:xfrm>
          <a:prstGeom prst="rect">
            <a:avLst/>
          </a:prstGeom>
        </p:spPr>
      </p:pic>
      <p:sp>
        <p:nvSpPr>
          <p:cNvPr id="3" name="TextBox 8"/>
          <p:cNvSpPr txBox="1"/>
          <p:nvPr/>
        </p:nvSpPr>
        <p:spPr>
          <a:xfrm>
            <a:off x="1165455" y="1364074"/>
            <a:ext cx="98976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400" b="1" spc="30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360</a:t>
            </a:r>
            <a:r>
              <a:rPr lang="zh-CN" altLang="en-US" sz="4400" b="1" spc="30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搜索推广 </a:t>
            </a:r>
            <a:endParaRPr lang="en-US" altLang="zh-CN" sz="4400" b="1" spc="300" dirty="0" smtClean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400" b="1" spc="300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最大转化</a:t>
            </a:r>
            <a:r>
              <a:rPr lang="zh-CN" altLang="en-US" sz="4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投放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Nobid</a:t>
            </a:r>
            <a:r>
              <a:rPr lang="zh-CN" altLang="en-US" sz="4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产品介绍</a:t>
            </a:r>
            <a:endParaRPr lang="zh-CN" altLang="en-US" sz="4400" b="1" spc="3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7476" y="3858648"/>
            <a:ext cx="7641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2025-9</a:t>
            </a:r>
            <a:endParaRPr lang="en-US" altLang="zh-CN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360logo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0292377" y="474503"/>
            <a:ext cx="1523553" cy="429667"/>
          </a:xfrm>
          <a:prstGeom prst="rect">
            <a:avLst/>
          </a:prstGeom>
        </p:spPr>
      </p:pic>
      <p:grpSp>
        <p:nvGrpSpPr>
          <p:cNvPr id="2" name="iş1îḋ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/>
        </p:nvGrpSpPr>
        <p:grpSpPr>
          <a:xfrm>
            <a:off x="1006490" y="2425565"/>
            <a:ext cx="2803621" cy="2219195"/>
            <a:chOff x="3036096" y="1130302"/>
            <a:chExt cx="6119818" cy="4844123"/>
          </a:xfrm>
        </p:grpSpPr>
        <p:sp>
          <p:nvSpPr>
            <p:cNvPr id="3" name="ïṡľíḑê"/>
            <p:cNvSpPr/>
            <p:nvPr/>
          </p:nvSpPr>
          <p:spPr bwMode="auto">
            <a:xfrm>
              <a:off x="7382657" y="1130302"/>
              <a:ext cx="1773257" cy="1771064"/>
            </a:xfrm>
            <a:custGeom>
              <a:avLst/>
              <a:gdLst>
                <a:gd name="T0" fmla="*/ 3113 w 3503"/>
                <a:gd name="T1" fmla="*/ 1046 h 3502"/>
                <a:gd name="T2" fmla="*/ 1046 w 3503"/>
                <a:gd name="T3" fmla="*/ 389 h 3502"/>
                <a:gd name="T4" fmla="*/ 390 w 3503"/>
                <a:gd name="T5" fmla="*/ 2456 h 3502"/>
                <a:gd name="T6" fmla="*/ 2457 w 3503"/>
                <a:gd name="T7" fmla="*/ 3113 h 3502"/>
                <a:gd name="T8" fmla="*/ 3113 w 3503"/>
                <a:gd name="T9" fmla="*/ 1046 h 3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3" h="3502">
                  <a:moveTo>
                    <a:pt x="3113" y="1046"/>
                  </a:moveTo>
                  <a:cubicBezTo>
                    <a:pt x="2724" y="294"/>
                    <a:pt x="1799" y="0"/>
                    <a:pt x="1046" y="389"/>
                  </a:cubicBezTo>
                  <a:cubicBezTo>
                    <a:pt x="294" y="779"/>
                    <a:pt x="0" y="1704"/>
                    <a:pt x="390" y="2456"/>
                  </a:cubicBezTo>
                  <a:cubicBezTo>
                    <a:pt x="779" y="3208"/>
                    <a:pt x="1704" y="3502"/>
                    <a:pt x="2457" y="3113"/>
                  </a:cubicBezTo>
                  <a:cubicBezTo>
                    <a:pt x="3209" y="2724"/>
                    <a:pt x="3503" y="1798"/>
                    <a:pt x="3113" y="104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0" name="í$ľîdè"/>
            <p:cNvSpPr/>
            <p:nvPr/>
          </p:nvSpPr>
          <p:spPr bwMode="auto">
            <a:xfrm>
              <a:off x="8817264" y="2065152"/>
              <a:ext cx="23015" cy="53703"/>
            </a:xfrm>
            <a:custGeom>
              <a:avLst/>
              <a:gdLst>
                <a:gd name="T0" fmla="*/ 24 w 46"/>
                <a:gd name="T1" fmla="*/ 18 h 105"/>
                <a:gd name="T2" fmla="*/ 12 w 46"/>
                <a:gd name="T3" fmla="*/ 2 h 105"/>
                <a:gd name="T4" fmla="*/ 5 w 46"/>
                <a:gd name="T5" fmla="*/ 7 h 105"/>
                <a:gd name="T6" fmla="*/ 1 w 46"/>
                <a:gd name="T7" fmla="*/ 30 h 105"/>
                <a:gd name="T8" fmla="*/ 2 w 46"/>
                <a:gd name="T9" fmla="*/ 36 h 105"/>
                <a:gd name="T10" fmla="*/ 4 w 46"/>
                <a:gd name="T11" fmla="*/ 58 h 105"/>
                <a:gd name="T12" fmla="*/ 4 w 46"/>
                <a:gd name="T13" fmla="*/ 72 h 105"/>
                <a:gd name="T14" fmla="*/ 13 w 46"/>
                <a:gd name="T15" fmla="*/ 83 h 105"/>
                <a:gd name="T16" fmla="*/ 19 w 46"/>
                <a:gd name="T17" fmla="*/ 100 h 105"/>
                <a:gd name="T18" fmla="*/ 37 w 46"/>
                <a:gd name="T19" fmla="*/ 99 h 105"/>
                <a:gd name="T20" fmla="*/ 41 w 46"/>
                <a:gd name="T21" fmla="*/ 83 h 105"/>
                <a:gd name="T22" fmla="*/ 42 w 46"/>
                <a:gd name="T23" fmla="*/ 65 h 105"/>
                <a:gd name="T24" fmla="*/ 41 w 46"/>
                <a:gd name="T25" fmla="*/ 55 h 105"/>
                <a:gd name="T26" fmla="*/ 40 w 46"/>
                <a:gd name="T27" fmla="*/ 38 h 105"/>
                <a:gd name="T28" fmla="*/ 36 w 46"/>
                <a:gd name="T29" fmla="*/ 23 h 105"/>
                <a:gd name="T30" fmla="*/ 24 w 46"/>
                <a:gd name="T31" fmla="*/ 1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105">
                  <a:moveTo>
                    <a:pt x="24" y="18"/>
                  </a:moveTo>
                  <a:cubicBezTo>
                    <a:pt x="19" y="15"/>
                    <a:pt x="14" y="5"/>
                    <a:pt x="12" y="2"/>
                  </a:cubicBezTo>
                  <a:cubicBezTo>
                    <a:pt x="11" y="0"/>
                    <a:pt x="8" y="2"/>
                    <a:pt x="5" y="7"/>
                  </a:cubicBezTo>
                  <a:cubicBezTo>
                    <a:pt x="2" y="12"/>
                    <a:pt x="0" y="27"/>
                    <a:pt x="1" y="30"/>
                  </a:cubicBezTo>
                  <a:cubicBezTo>
                    <a:pt x="1" y="33"/>
                    <a:pt x="2" y="33"/>
                    <a:pt x="2" y="36"/>
                  </a:cubicBezTo>
                  <a:cubicBezTo>
                    <a:pt x="2" y="40"/>
                    <a:pt x="3" y="43"/>
                    <a:pt x="4" y="58"/>
                  </a:cubicBezTo>
                  <a:cubicBezTo>
                    <a:pt x="4" y="58"/>
                    <a:pt x="4" y="68"/>
                    <a:pt x="4" y="72"/>
                  </a:cubicBezTo>
                  <a:cubicBezTo>
                    <a:pt x="5" y="76"/>
                    <a:pt x="9" y="76"/>
                    <a:pt x="13" y="83"/>
                  </a:cubicBezTo>
                  <a:cubicBezTo>
                    <a:pt x="17" y="89"/>
                    <a:pt x="15" y="96"/>
                    <a:pt x="19" y="100"/>
                  </a:cubicBezTo>
                  <a:cubicBezTo>
                    <a:pt x="23" y="105"/>
                    <a:pt x="28" y="101"/>
                    <a:pt x="37" y="99"/>
                  </a:cubicBezTo>
                  <a:cubicBezTo>
                    <a:pt x="46" y="97"/>
                    <a:pt x="39" y="92"/>
                    <a:pt x="41" y="83"/>
                  </a:cubicBezTo>
                  <a:cubicBezTo>
                    <a:pt x="43" y="75"/>
                    <a:pt x="44" y="68"/>
                    <a:pt x="42" y="65"/>
                  </a:cubicBezTo>
                  <a:cubicBezTo>
                    <a:pt x="40" y="61"/>
                    <a:pt x="41" y="59"/>
                    <a:pt x="41" y="55"/>
                  </a:cubicBezTo>
                  <a:cubicBezTo>
                    <a:pt x="41" y="51"/>
                    <a:pt x="43" y="45"/>
                    <a:pt x="40" y="38"/>
                  </a:cubicBezTo>
                  <a:cubicBezTo>
                    <a:pt x="38" y="31"/>
                    <a:pt x="38" y="26"/>
                    <a:pt x="36" y="23"/>
                  </a:cubicBezTo>
                  <a:cubicBezTo>
                    <a:pt x="34" y="20"/>
                    <a:pt x="29" y="21"/>
                    <a:pt x="24" y="1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1" name="ïṡḻîḍê"/>
            <p:cNvSpPr/>
            <p:nvPr/>
          </p:nvSpPr>
          <p:spPr bwMode="auto">
            <a:xfrm>
              <a:off x="8950970" y="2067343"/>
              <a:ext cx="61373" cy="120555"/>
            </a:xfrm>
            <a:custGeom>
              <a:avLst/>
              <a:gdLst>
                <a:gd name="T0" fmla="*/ 84 w 122"/>
                <a:gd name="T1" fmla="*/ 63 h 239"/>
                <a:gd name="T2" fmla="*/ 76 w 122"/>
                <a:gd name="T3" fmla="*/ 75 h 239"/>
                <a:gd name="T4" fmla="*/ 71 w 122"/>
                <a:gd name="T5" fmla="*/ 67 h 239"/>
                <a:gd name="T6" fmla="*/ 58 w 122"/>
                <a:gd name="T7" fmla="*/ 50 h 239"/>
                <a:gd name="T8" fmla="*/ 48 w 122"/>
                <a:gd name="T9" fmla="*/ 36 h 239"/>
                <a:gd name="T10" fmla="*/ 41 w 122"/>
                <a:gd name="T11" fmla="*/ 21 h 239"/>
                <a:gd name="T12" fmla="*/ 33 w 122"/>
                <a:gd name="T13" fmla="*/ 4 h 239"/>
                <a:gd name="T14" fmla="*/ 22 w 122"/>
                <a:gd name="T15" fmla="*/ 13 h 239"/>
                <a:gd name="T16" fmla="*/ 11 w 122"/>
                <a:gd name="T17" fmla="*/ 17 h 239"/>
                <a:gd name="T18" fmla="*/ 4 w 122"/>
                <a:gd name="T19" fmla="*/ 6 h 239"/>
                <a:gd name="T20" fmla="*/ 2 w 122"/>
                <a:gd name="T21" fmla="*/ 15 h 239"/>
                <a:gd name="T22" fmla="*/ 6 w 122"/>
                <a:gd name="T23" fmla="*/ 30 h 239"/>
                <a:gd name="T24" fmla="*/ 7 w 122"/>
                <a:gd name="T25" fmla="*/ 46 h 239"/>
                <a:gd name="T26" fmla="*/ 20 w 122"/>
                <a:gd name="T27" fmla="*/ 54 h 239"/>
                <a:gd name="T28" fmla="*/ 24 w 122"/>
                <a:gd name="T29" fmla="*/ 59 h 239"/>
                <a:gd name="T30" fmla="*/ 27 w 122"/>
                <a:gd name="T31" fmla="*/ 76 h 239"/>
                <a:gd name="T32" fmla="*/ 31 w 122"/>
                <a:gd name="T33" fmla="*/ 96 h 239"/>
                <a:gd name="T34" fmla="*/ 44 w 122"/>
                <a:gd name="T35" fmla="*/ 109 h 239"/>
                <a:gd name="T36" fmla="*/ 47 w 122"/>
                <a:gd name="T37" fmla="*/ 127 h 239"/>
                <a:gd name="T38" fmla="*/ 56 w 122"/>
                <a:gd name="T39" fmla="*/ 131 h 239"/>
                <a:gd name="T40" fmla="*/ 66 w 122"/>
                <a:gd name="T41" fmla="*/ 133 h 239"/>
                <a:gd name="T42" fmla="*/ 68 w 122"/>
                <a:gd name="T43" fmla="*/ 154 h 239"/>
                <a:gd name="T44" fmla="*/ 70 w 122"/>
                <a:gd name="T45" fmla="*/ 184 h 239"/>
                <a:gd name="T46" fmla="*/ 85 w 122"/>
                <a:gd name="T47" fmla="*/ 208 h 239"/>
                <a:gd name="T48" fmla="*/ 90 w 122"/>
                <a:gd name="T49" fmla="*/ 228 h 239"/>
                <a:gd name="T50" fmla="*/ 103 w 122"/>
                <a:gd name="T51" fmla="*/ 225 h 239"/>
                <a:gd name="T52" fmla="*/ 110 w 122"/>
                <a:gd name="T53" fmla="*/ 206 h 239"/>
                <a:gd name="T54" fmla="*/ 111 w 122"/>
                <a:gd name="T55" fmla="*/ 183 h 239"/>
                <a:gd name="T56" fmla="*/ 119 w 122"/>
                <a:gd name="T57" fmla="*/ 167 h 239"/>
                <a:gd name="T58" fmla="*/ 116 w 122"/>
                <a:gd name="T59" fmla="*/ 134 h 239"/>
                <a:gd name="T60" fmla="*/ 108 w 122"/>
                <a:gd name="T61" fmla="*/ 125 h 239"/>
                <a:gd name="T62" fmla="*/ 102 w 122"/>
                <a:gd name="T63" fmla="*/ 98 h 239"/>
                <a:gd name="T64" fmla="*/ 95 w 122"/>
                <a:gd name="T65" fmla="*/ 83 h 239"/>
                <a:gd name="T66" fmla="*/ 84 w 122"/>
                <a:gd name="T67" fmla="*/ 63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2" h="239">
                  <a:moveTo>
                    <a:pt x="84" y="63"/>
                  </a:moveTo>
                  <a:cubicBezTo>
                    <a:pt x="82" y="56"/>
                    <a:pt x="79" y="72"/>
                    <a:pt x="76" y="75"/>
                  </a:cubicBezTo>
                  <a:cubicBezTo>
                    <a:pt x="72" y="79"/>
                    <a:pt x="73" y="71"/>
                    <a:pt x="71" y="67"/>
                  </a:cubicBezTo>
                  <a:cubicBezTo>
                    <a:pt x="68" y="63"/>
                    <a:pt x="62" y="52"/>
                    <a:pt x="58" y="50"/>
                  </a:cubicBezTo>
                  <a:cubicBezTo>
                    <a:pt x="53" y="48"/>
                    <a:pt x="52" y="42"/>
                    <a:pt x="48" y="36"/>
                  </a:cubicBezTo>
                  <a:cubicBezTo>
                    <a:pt x="44" y="29"/>
                    <a:pt x="41" y="29"/>
                    <a:pt x="41" y="21"/>
                  </a:cubicBezTo>
                  <a:cubicBezTo>
                    <a:pt x="41" y="13"/>
                    <a:pt x="40" y="8"/>
                    <a:pt x="33" y="4"/>
                  </a:cubicBezTo>
                  <a:cubicBezTo>
                    <a:pt x="25" y="0"/>
                    <a:pt x="24" y="7"/>
                    <a:pt x="22" y="13"/>
                  </a:cubicBezTo>
                  <a:cubicBezTo>
                    <a:pt x="20" y="18"/>
                    <a:pt x="15" y="17"/>
                    <a:pt x="11" y="17"/>
                  </a:cubicBezTo>
                  <a:cubicBezTo>
                    <a:pt x="7" y="17"/>
                    <a:pt x="8" y="10"/>
                    <a:pt x="4" y="6"/>
                  </a:cubicBezTo>
                  <a:cubicBezTo>
                    <a:pt x="1" y="3"/>
                    <a:pt x="0" y="11"/>
                    <a:pt x="2" y="15"/>
                  </a:cubicBezTo>
                  <a:cubicBezTo>
                    <a:pt x="3" y="19"/>
                    <a:pt x="7" y="25"/>
                    <a:pt x="6" y="30"/>
                  </a:cubicBezTo>
                  <a:cubicBezTo>
                    <a:pt x="6" y="35"/>
                    <a:pt x="5" y="41"/>
                    <a:pt x="7" y="46"/>
                  </a:cubicBezTo>
                  <a:cubicBezTo>
                    <a:pt x="9" y="51"/>
                    <a:pt x="11" y="54"/>
                    <a:pt x="20" y="54"/>
                  </a:cubicBezTo>
                  <a:cubicBezTo>
                    <a:pt x="20" y="54"/>
                    <a:pt x="23" y="56"/>
                    <a:pt x="24" y="59"/>
                  </a:cubicBezTo>
                  <a:cubicBezTo>
                    <a:pt x="25" y="63"/>
                    <a:pt x="26" y="69"/>
                    <a:pt x="27" y="76"/>
                  </a:cubicBezTo>
                  <a:cubicBezTo>
                    <a:pt x="29" y="83"/>
                    <a:pt x="26" y="94"/>
                    <a:pt x="31" y="96"/>
                  </a:cubicBezTo>
                  <a:cubicBezTo>
                    <a:pt x="35" y="99"/>
                    <a:pt x="40" y="103"/>
                    <a:pt x="44" y="109"/>
                  </a:cubicBezTo>
                  <a:cubicBezTo>
                    <a:pt x="48" y="116"/>
                    <a:pt x="47" y="118"/>
                    <a:pt x="47" y="127"/>
                  </a:cubicBezTo>
                  <a:cubicBezTo>
                    <a:pt x="47" y="136"/>
                    <a:pt x="53" y="131"/>
                    <a:pt x="56" y="131"/>
                  </a:cubicBezTo>
                  <a:cubicBezTo>
                    <a:pt x="59" y="131"/>
                    <a:pt x="64" y="131"/>
                    <a:pt x="66" y="133"/>
                  </a:cubicBezTo>
                  <a:cubicBezTo>
                    <a:pt x="68" y="135"/>
                    <a:pt x="68" y="151"/>
                    <a:pt x="68" y="154"/>
                  </a:cubicBezTo>
                  <a:cubicBezTo>
                    <a:pt x="67" y="158"/>
                    <a:pt x="71" y="178"/>
                    <a:pt x="70" y="184"/>
                  </a:cubicBezTo>
                  <a:cubicBezTo>
                    <a:pt x="70" y="190"/>
                    <a:pt x="77" y="200"/>
                    <a:pt x="85" y="208"/>
                  </a:cubicBezTo>
                  <a:cubicBezTo>
                    <a:pt x="92" y="217"/>
                    <a:pt x="86" y="217"/>
                    <a:pt x="90" y="228"/>
                  </a:cubicBezTo>
                  <a:cubicBezTo>
                    <a:pt x="94" y="239"/>
                    <a:pt x="98" y="230"/>
                    <a:pt x="103" y="225"/>
                  </a:cubicBezTo>
                  <a:cubicBezTo>
                    <a:pt x="108" y="220"/>
                    <a:pt x="109" y="212"/>
                    <a:pt x="110" y="206"/>
                  </a:cubicBezTo>
                  <a:cubicBezTo>
                    <a:pt x="110" y="200"/>
                    <a:pt x="108" y="191"/>
                    <a:pt x="111" y="183"/>
                  </a:cubicBezTo>
                  <a:cubicBezTo>
                    <a:pt x="114" y="176"/>
                    <a:pt x="117" y="176"/>
                    <a:pt x="119" y="167"/>
                  </a:cubicBezTo>
                  <a:cubicBezTo>
                    <a:pt x="122" y="158"/>
                    <a:pt x="119" y="147"/>
                    <a:pt x="116" y="134"/>
                  </a:cubicBezTo>
                  <a:cubicBezTo>
                    <a:pt x="112" y="120"/>
                    <a:pt x="112" y="129"/>
                    <a:pt x="108" y="125"/>
                  </a:cubicBezTo>
                  <a:cubicBezTo>
                    <a:pt x="103" y="121"/>
                    <a:pt x="102" y="104"/>
                    <a:pt x="102" y="98"/>
                  </a:cubicBezTo>
                  <a:cubicBezTo>
                    <a:pt x="101" y="92"/>
                    <a:pt x="97" y="86"/>
                    <a:pt x="95" y="83"/>
                  </a:cubicBezTo>
                  <a:cubicBezTo>
                    <a:pt x="92" y="79"/>
                    <a:pt x="87" y="69"/>
                    <a:pt x="84" y="6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2" name="i$ļiḋé"/>
            <p:cNvSpPr/>
            <p:nvPr/>
          </p:nvSpPr>
          <p:spPr bwMode="auto">
            <a:xfrm>
              <a:off x="8954259" y="2103510"/>
              <a:ext cx="7672" cy="15343"/>
            </a:xfrm>
            <a:custGeom>
              <a:avLst/>
              <a:gdLst>
                <a:gd name="T0" fmla="*/ 14 w 15"/>
                <a:gd name="T1" fmla="*/ 29 h 31"/>
                <a:gd name="T2" fmla="*/ 13 w 15"/>
                <a:gd name="T3" fmla="*/ 8 h 31"/>
                <a:gd name="T4" fmla="*/ 4 w 15"/>
                <a:gd name="T5" fmla="*/ 15 h 31"/>
                <a:gd name="T6" fmla="*/ 11 w 15"/>
                <a:gd name="T7" fmla="*/ 31 h 31"/>
                <a:gd name="T8" fmla="*/ 14 w 15"/>
                <a:gd name="T9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1">
                  <a:moveTo>
                    <a:pt x="14" y="29"/>
                  </a:moveTo>
                  <a:cubicBezTo>
                    <a:pt x="14" y="27"/>
                    <a:pt x="15" y="16"/>
                    <a:pt x="13" y="8"/>
                  </a:cubicBezTo>
                  <a:cubicBezTo>
                    <a:pt x="11" y="0"/>
                    <a:pt x="8" y="10"/>
                    <a:pt x="4" y="15"/>
                  </a:cubicBezTo>
                  <a:cubicBezTo>
                    <a:pt x="0" y="19"/>
                    <a:pt x="9" y="26"/>
                    <a:pt x="11" y="31"/>
                  </a:cubicBezTo>
                  <a:cubicBezTo>
                    <a:pt x="11" y="31"/>
                    <a:pt x="14" y="31"/>
                    <a:pt x="14" y="2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3" name="iŝ1íḓé"/>
            <p:cNvSpPr/>
            <p:nvPr/>
          </p:nvSpPr>
          <p:spPr bwMode="auto">
            <a:xfrm>
              <a:off x="8963027" y="2119950"/>
              <a:ext cx="9864" cy="12055"/>
            </a:xfrm>
            <a:custGeom>
              <a:avLst/>
              <a:gdLst>
                <a:gd name="T0" fmla="*/ 15 w 20"/>
                <a:gd name="T1" fmla="*/ 22 h 22"/>
                <a:gd name="T2" fmla="*/ 16 w 20"/>
                <a:gd name="T3" fmla="*/ 8 h 22"/>
                <a:gd name="T4" fmla="*/ 6 w 20"/>
                <a:gd name="T5" fmla="*/ 2 h 22"/>
                <a:gd name="T6" fmla="*/ 9 w 20"/>
                <a:gd name="T7" fmla="*/ 18 h 22"/>
                <a:gd name="T8" fmla="*/ 15 w 20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2">
                  <a:moveTo>
                    <a:pt x="15" y="22"/>
                  </a:moveTo>
                  <a:cubicBezTo>
                    <a:pt x="20" y="21"/>
                    <a:pt x="19" y="15"/>
                    <a:pt x="16" y="8"/>
                  </a:cubicBezTo>
                  <a:cubicBezTo>
                    <a:pt x="14" y="1"/>
                    <a:pt x="11" y="0"/>
                    <a:pt x="6" y="2"/>
                  </a:cubicBezTo>
                  <a:cubicBezTo>
                    <a:pt x="0" y="4"/>
                    <a:pt x="6" y="10"/>
                    <a:pt x="9" y="18"/>
                  </a:cubicBezTo>
                  <a:cubicBezTo>
                    <a:pt x="9" y="18"/>
                    <a:pt x="10" y="22"/>
                    <a:pt x="15" y="2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î$1îďé"/>
            <p:cNvSpPr/>
            <p:nvPr/>
          </p:nvSpPr>
          <p:spPr bwMode="auto">
            <a:xfrm>
              <a:off x="8972891" y="2137485"/>
              <a:ext cx="7672" cy="13151"/>
            </a:xfrm>
            <a:custGeom>
              <a:avLst/>
              <a:gdLst>
                <a:gd name="T0" fmla="*/ 14 w 15"/>
                <a:gd name="T1" fmla="*/ 8 h 25"/>
                <a:gd name="T2" fmla="*/ 5 w 15"/>
                <a:gd name="T3" fmla="*/ 3 h 25"/>
                <a:gd name="T4" fmla="*/ 6 w 15"/>
                <a:gd name="T5" fmla="*/ 19 h 25"/>
                <a:gd name="T6" fmla="*/ 11 w 15"/>
                <a:gd name="T7" fmla="*/ 23 h 25"/>
                <a:gd name="T8" fmla="*/ 14 w 15"/>
                <a:gd name="T9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0"/>
                    <a:pt x="11" y="3"/>
                    <a:pt x="5" y="3"/>
                  </a:cubicBezTo>
                  <a:cubicBezTo>
                    <a:pt x="0" y="3"/>
                    <a:pt x="3" y="7"/>
                    <a:pt x="6" y="19"/>
                  </a:cubicBezTo>
                  <a:cubicBezTo>
                    <a:pt x="6" y="19"/>
                    <a:pt x="7" y="25"/>
                    <a:pt x="11" y="23"/>
                  </a:cubicBezTo>
                  <a:cubicBezTo>
                    <a:pt x="15" y="21"/>
                    <a:pt x="14" y="16"/>
                    <a:pt x="14" y="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ïśļîḍe"/>
            <p:cNvSpPr/>
            <p:nvPr/>
          </p:nvSpPr>
          <p:spPr bwMode="auto">
            <a:xfrm>
              <a:off x="8258326" y="1296887"/>
              <a:ext cx="12055" cy="7672"/>
            </a:xfrm>
            <a:custGeom>
              <a:avLst/>
              <a:gdLst>
                <a:gd name="T0" fmla="*/ 19 w 25"/>
                <a:gd name="T1" fmla="*/ 6 h 16"/>
                <a:gd name="T2" fmla="*/ 6 w 25"/>
                <a:gd name="T3" fmla="*/ 5 h 16"/>
                <a:gd name="T4" fmla="*/ 4 w 25"/>
                <a:gd name="T5" fmla="*/ 16 h 16"/>
                <a:gd name="T6" fmla="*/ 19 w 25"/>
                <a:gd name="T7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6">
                  <a:moveTo>
                    <a:pt x="19" y="6"/>
                  </a:moveTo>
                  <a:cubicBezTo>
                    <a:pt x="25" y="0"/>
                    <a:pt x="9" y="3"/>
                    <a:pt x="6" y="5"/>
                  </a:cubicBezTo>
                  <a:cubicBezTo>
                    <a:pt x="3" y="6"/>
                    <a:pt x="0" y="11"/>
                    <a:pt x="4" y="16"/>
                  </a:cubicBezTo>
                  <a:cubicBezTo>
                    <a:pt x="4" y="16"/>
                    <a:pt x="14" y="11"/>
                    <a:pt x="19" y="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7" name="íšľiḑé"/>
            <p:cNvSpPr/>
            <p:nvPr/>
          </p:nvSpPr>
          <p:spPr bwMode="auto">
            <a:xfrm>
              <a:off x="8239696" y="1297983"/>
              <a:ext cx="10960" cy="5481"/>
            </a:xfrm>
            <a:custGeom>
              <a:avLst/>
              <a:gdLst>
                <a:gd name="T0" fmla="*/ 18 w 21"/>
                <a:gd name="T1" fmla="*/ 6 h 11"/>
                <a:gd name="T2" fmla="*/ 6 w 21"/>
                <a:gd name="T3" fmla="*/ 2 h 11"/>
                <a:gd name="T4" fmla="*/ 9 w 21"/>
                <a:gd name="T5" fmla="*/ 11 h 11"/>
                <a:gd name="T6" fmla="*/ 18 w 21"/>
                <a:gd name="T7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1">
                  <a:moveTo>
                    <a:pt x="18" y="6"/>
                  </a:moveTo>
                  <a:cubicBezTo>
                    <a:pt x="21" y="4"/>
                    <a:pt x="13" y="4"/>
                    <a:pt x="6" y="2"/>
                  </a:cubicBezTo>
                  <a:cubicBezTo>
                    <a:pt x="0" y="0"/>
                    <a:pt x="3" y="7"/>
                    <a:pt x="9" y="11"/>
                  </a:cubicBezTo>
                  <a:cubicBezTo>
                    <a:pt x="9" y="11"/>
                    <a:pt x="15" y="10"/>
                    <a:pt x="18" y="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8" name="isļîḑè"/>
            <p:cNvSpPr/>
            <p:nvPr/>
          </p:nvSpPr>
          <p:spPr bwMode="auto">
            <a:xfrm>
              <a:off x="8258326" y="1293600"/>
              <a:ext cx="10960" cy="4383"/>
            </a:xfrm>
            <a:custGeom>
              <a:avLst/>
              <a:gdLst>
                <a:gd name="T0" fmla="*/ 19 w 22"/>
                <a:gd name="T1" fmla="*/ 3 h 8"/>
                <a:gd name="T2" fmla="*/ 1 w 22"/>
                <a:gd name="T3" fmla="*/ 5 h 8"/>
                <a:gd name="T4" fmla="*/ 5 w 22"/>
                <a:gd name="T5" fmla="*/ 8 h 8"/>
                <a:gd name="T6" fmla="*/ 19 w 22"/>
                <a:gd name="T7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8">
                  <a:moveTo>
                    <a:pt x="19" y="3"/>
                  </a:moveTo>
                  <a:cubicBezTo>
                    <a:pt x="22" y="0"/>
                    <a:pt x="0" y="2"/>
                    <a:pt x="1" y="5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15" y="5"/>
                    <a:pt x="19" y="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9" name="íŝ1iḑe"/>
            <p:cNvSpPr/>
            <p:nvPr/>
          </p:nvSpPr>
          <p:spPr bwMode="auto">
            <a:xfrm>
              <a:off x="8349291" y="1283736"/>
              <a:ext cx="20824" cy="8768"/>
            </a:xfrm>
            <a:custGeom>
              <a:avLst/>
              <a:gdLst>
                <a:gd name="T0" fmla="*/ 34 w 42"/>
                <a:gd name="T1" fmla="*/ 13 h 18"/>
                <a:gd name="T2" fmla="*/ 21 w 42"/>
                <a:gd name="T3" fmla="*/ 10 h 18"/>
                <a:gd name="T4" fmla="*/ 9 w 42"/>
                <a:gd name="T5" fmla="*/ 3 h 18"/>
                <a:gd name="T6" fmla="*/ 3 w 42"/>
                <a:gd name="T7" fmla="*/ 6 h 18"/>
                <a:gd name="T8" fmla="*/ 11 w 42"/>
                <a:gd name="T9" fmla="*/ 18 h 18"/>
                <a:gd name="T10" fmla="*/ 34 w 42"/>
                <a:gd name="T11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8">
                  <a:moveTo>
                    <a:pt x="34" y="13"/>
                  </a:moveTo>
                  <a:cubicBezTo>
                    <a:pt x="42" y="11"/>
                    <a:pt x="23" y="9"/>
                    <a:pt x="21" y="10"/>
                  </a:cubicBezTo>
                  <a:cubicBezTo>
                    <a:pt x="18" y="11"/>
                    <a:pt x="11" y="5"/>
                    <a:pt x="9" y="3"/>
                  </a:cubicBezTo>
                  <a:cubicBezTo>
                    <a:pt x="7" y="0"/>
                    <a:pt x="5" y="0"/>
                    <a:pt x="3" y="6"/>
                  </a:cubicBezTo>
                  <a:cubicBezTo>
                    <a:pt x="0" y="12"/>
                    <a:pt x="6" y="14"/>
                    <a:pt x="11" y="18"/>
                  </a:cubicBezTo>
                  <a:cubicBezTo>
                    <a:pt x="11" y="18"/>
                    <a:pt x="25" y="15"/>
                    <a:pt x="34" y="1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0" name="íṥḷíḑè"/>
            <p:cNvSpPr/>
            <p:nvPr/>
          </p:nvSpPr>
          <p:spPr bwMode="auto">
            <a:xfrm>
              <a:off x="8359155" y="1290311"/>
              <a:ext cx="26302" cy="8768"/>
            </a:xfrm>
            <a:custGeom>
              <a:avLst/>
              <a:gdLst>
                <a:gd name="T0" fmla="*/ 10 w 53"/>
                <a:gd name="T1" fmla="*/ 5 h 19"/>
                <a:gd name="T2" fmla="*/ 4 w 53"/>
                <a:gd name="T3" fmla="*/ 12 h 19"/>
                <a:gd name="T4" fmla="*/ 22 w 53"/>
                <a:gd name="T5" fmla="*/ 16 h 19"/>
                <a:gd name="T6" fmla="*/ 33 w 53"/>
                <a:gd name="T7" fmla="*/ 9 h 19"/>
                <a:gd name="T8" fmla="*/ 50 w 53"/>
                <a:gd name="T9" fmla="*/ 4 h 19"/>
                <a:gd name="T10" fmla="*/ 19 w 53"/>
                <a:gd name="T11" fmla="*/ 5 h 19"/>
                <a:gd name="T12" fmla="*/ 10 w 53"/>
                <a:gd name="T1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19">
                  <a:moveTo>
                    <a:pt x="10" y="5"/>
                  </a:moveTo>
                  <a:cubicBezTo>
                    <a:pt x="7" y="4"/>
                    <a:pt x="0" y="8"/>
                    <a:pt x="4" y="12"/>
                  </a:cubicBezTo>
                  <a:cubicBezTo>
                    <a:pt x="4" y="12"/>
                    <a:pt x="16" y="14"/>
                    <a:pt x="22" y="16"/>
                  </a:cubicBezTo>
                  <a:cubicBezTo>
                    <a:pt x="28" y="19"/>
                    <a:pt x="26" y="13"/>
                    <a:pt x="33" y="9"/>
                  </a:cubicBezTo>
                  <a:cubicBezTo>
                    <a:pt x="40" y="6"/>
                    <a:pt x="46" y="8"/>
                    <a:pt x="50" y="4"/>
                  </a:cubicBezTo>
                  <a:cubicBezTo>
                    <a:pt x="53" y="1"/>
                    <a:pt x="33" y="0"/>
                    <a:pt x="19" y="5"/>
                  </a:cubicBezTo>
                  <a:cubicBezTo>
                    <a:pt x="6" y="11"/>
                    <a:pt x="13" y="6"/>
                    <a:pt x="10" y="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1" name="išḻiďè"/>
            <p:cNvSpPr/>
            <p:nvPr/>
          </p:nvSpPr>
          <p:spPr bwMode="auto">
            <a:xfrm>
              <a:off x="8392032" y="1279353"/>
              <a:ext cx="25207" cy="13151"/>
            </a:xfrm>
            <a:custGeom>
              <a:avLst/>
              <a:gdLst>
                <a:gd name="T0" fmla="*/ 18 w 51"/>
                <a:gd name="T1" fmla="*/ 21 h 26"/>
                <a:gd name="T2" fmla="*/ 26 w 51"/>
                <a:gd name="T3" fmla="*/ 25 h 26"/>
                <a:gd name="T4" fmla="*/ 40 w 51"/>
                <a:gd name="T5" fmla="*/ 25 h 26"/>
                <a:gd name="T6" fmla="*/ 43 w 51"/>
                <a:gd name="T7" fmla="*/ 17 h 26"/>
                <a:gd name="T8" fmla="*/ 49 w 51"/>
                <a:gd name="T9" fmla="*/ 6 h 26"/>
                <a:gd name="T10" fmla="*/ 42 w 51"/>
                <a:gd name="T11" fmla="*/ 2 h 26"/>
                <a:gd name="T12" fmla="*/ 34 w 51"/>
                <a:gd name="T13" fmla="*/ 15 h 26"/>
                <a:gd name="T14" fmla="*/ 26 w 51"/>
                <a:gd name="T15" fmla="*/ 17 h 26"/>
                <a:gd name="T16" fmla="*/ 7 w 51"/>
                <a:gd name="T17" fmla="*/ 17 h 26"/>
                <a:gd name="T18" fmla="*/ 18 w 51"/>
                <a:gd name="T19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26">
                  <a:moveTo>
                    <a:pt x="18" y="21"/>
                  </a:moveTo>
                  <a:cubicBezTo>
                    <a:pt x="18" y="21"/>
                    <a:pt x="21" y="24"/>
                    <a:pt x="26" y="25"/>
                  </a:cubicBezTo>
                  <a:cubicBezTo>
                    <a:pt x="32" y="26"/>
                    <a:pt x="34" y="26"/>
                    <a:pt x="40" y="25"/>
                  </a:cubicBezTo>
                  <a:cubicBezTo>
                    <a:pt x="46" y="24"/>
                    <a:pt x="43" y="17"/>
                    <a:pt x="43" y="17"/>
                  </a:cubicBezTo>
                  <a:cubicBezTo>
                    <a:pt x="43" y="17"/>
                    <a:pt x="46" y="8"/>
                    <a:pt x="49" y="6"/>
                  </a:cubicBezTo>
                  <a:cubicBezTo>
                    <a:pt x="51" y="4"/>
                    <a:pt x="46" y="0"/>
                    <a:pt x="42" y="2"/>
                  </a:cubicBezTo>
                  <a:cubicBezTo>
                    <a:pt x="37" y="4"/>
                    <a:pt x="37" y="12"/>
                    <a:pt x="34" y="15"/>
                  </a:cubicBezTo>
                  <a:cubicBezTo>
                    <a:pt x="31" y="18"/>
                    <a:pt x="26" y="17"/>
                    <a:pt x="26" y="17"/>
                  </a:cubicBezTo>
                  <a:cubicBezTo>
                    <a:pt x="26" y="17"/>
                    <a:pt x="14" y="13"/>
                    <a:pt x="7" y="17"/>
                  </a:cubicBezTo>
                  <a:cubicBezTo>
                    <a:pt x="0" y="21"/>
                    <a:pt x="8" y="22"/>
                    <a:pt x="18" y="2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2" name="íšḷïdè"/>
            <p:cNvSpPr/>
            <p:nvPr/>
          </p:nvSpPr>
          <p:spPr bwMode="auto">
            <a:xfrm>
              <a:off x="7976666" y="1712254"/>
              <a:ext cx="35071" cy="26303"/>
            </a:xfrm>
            <a:custGeom>
              <a:avLst/>
              <a:gdLst>
                <a:gd name="T0" fmla="*/ 65 w 68"/>
                <a:gd name="T1" fmla="*/ 6 h 52"/>
                <a:gd name="T2" fmla="*/ 38 w 68"/>
                <a:gd name="T3" fmla="*/ 6 h 52"/>
                <a:gd name="T4" fmla="*/ 11 w 68"/>
                <a:gd name="T5" fmla="*/ 1 h 52"/>
                <a:gd name="T6" fmla="*/ 7 w 68"/>
                <a:gd name="T7" fmla="*/ 25 h 52"/>
                <a:gd name="T8" fmla="*/ 33 w 68"/>
                <a:gd name="T9" fmla="*/ 37 h 52"/>
                <a:gd name="T10" fmla="*/ 43 w 68"/>
                <a:gd name="T11" fmla="*/ 49 h 52"/>
                <a:gd name="T12" fmla="*/ 54 w 68"/>
                <a:gd name="T13" fmla="*/ 49 h 52"/>
                <a:gd name="T14" fmla="*/ 65 w 68"/>
                <a:gd name="T15" fmla="*/ 29 h 52"/>
                <a:gd name="T16" fmla="*/ 65 w 68"/>
                <a:gd name="T17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2">
                  <a:moveTo>
                    <a:pt x="65" y="6"/>
                  </a:moveTo>
                  <a:cubicBezTo>
                    <a:pt x="63" y="4"/>
                    <a:pt x="50" y="6"/>
                    <a:pt x="38" y="6"/>
                  </a:cubicBezTo>
                  <a:cubicBezTo>
                    <a:pt x="25" y="4"/>
                    <a:pt x="20" y="0"/>
                    <a:pt x="11" y="1"/>
                  </a:cubicBezTo>
                  <a:cubicBezTo>
                    <a:pt x="2" y="2"/>
                    <a:pt x="0" y="17"/>
                    <a:pt x="7" y="25"/>
                  </a:cubicBezTo>
                  <a:cubicBezTo>
                    <a:pt x="15" y="33"/>
                    <a:pt x="23" y="34"/>
                    <a:pt x="33" y="37"/>
                  </a:cubicBezTo>
                  <a:cubicBezTo>
                    <a:pt x="43" y="40"/>
                    <a:pt x="37" y="45"/>
                    <a:pt x="43" y="49"/>
                  </a:cubicBezTo>
                  <a:cubicBezTo>
                    <a:pt x="43" y="49"/>
                    <a:pt x="49" y="52"/>
                    <a:pt x="54" y="49"/>
                  </a:cubicBezTo>
                  <a:cubicBezTo>
                    <a:pt x="59" y="47"/>
                    <a:pt x="62" y="37"/>
                    <a:pt x="65" y="29"/>
                  </a:cubicBezTo>
                  <a:cubicBezTo>
                    <a:pt x="68" y="21"/>
                    <a:pt x="67" y="8"/>
                    <a:pt x="65" y="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3" name="iṧľíḓê"/>
            <p:cNvSpPr/>
            <p:nvPr/>
          </p:nvSpPr>
          <p:spPr bwMode="auto">
            <a:xfrm>
              <a:off x="7941595" y="1674992"/>
              <a:ext cx="21919" cy="35071"/>
            </a:xfrm>
            <a:custGeom>
              <a:avLst/>
              <a:gdLst>
                <a:gd name="T0" fmla="*/ 2 w 43"/>
                <a:gd name="T1" fmla="*/ 61 h 70"/>
                <a:gd name="T2" fmla="*/ 12 w 43"/>
                <a:gd name="T3" fmla="*/ 54 h 70"/>
                <a:gd name="T4" fmla="*/ 13 w 43"/>
                <a:gd name="T5" fmla="*/ 69 h 70"/>
                <a:gd name="T6" fmla="*/ 20 w 43"/>
                <a:gd name="T7" fmla="*/ 70 h 70"/>
                <a:gd name="T8" fmla="*/ 25 w 43"/>
                <a:gd name="T9" fmla="*/ 57 h 70"/>
                <a:gd name="T10" fmla="*/ 35 w 43"/>
                <a:gd name="T11" fmla="*/ 47 h 70"/>
                <a:gd name="T12" fmla="*/ 38 w 43"/>
                <a:gd name="T13" fmla="*/ 31 h 70"/>
                <a:gd name="T14" fmla="*/ 43 w 43"/>
                <a:gd name="T15" fmla="*/ 5 h 70"/>
                <a:gd name="T16" fmla="*/ 27 w 43"/>
                <a:gd name="T17" fmla="*/ 17 h 70"/>
                <a:gd name="T18" fmla="*/ 5 w 43"/>
                <a:gd name="T19" fmla="*/ 43 h 70"/>
                <a:gd name="T20" fmla="*/ 2 w 43"/>
                <a:gd name="T21" fmla="*/ 61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70">
                  <a:moveTo>
                    <a:pt x="2" y="61"/>
                  </a:moveTo>
                  <a:cubicBezTo>
                    <a:pt x="4" y="64"/>
                    <a:pt x="5" y="57"/>
                    <a:pt x="12" y="54"/>
                  </a:cubicBezTo>
                  <a:cubicBezTo>
                    <a:pt x="18" y="51"/>
                    <a:pt x="9" y="62"/>
                    <a:pt x="13" y="69"/>
                  </a:cubicBezTo>
                  <a:cubicBezTo>
                    <a:pt x="13" y="69"/>
                    <a:pt x="16" y="70"/>
                    <a:pt x="20" y="70"/>
                  </a:cubicBezTo>
                  <a:cubicBezTo>
                    <a:pt x="24" y="69"/>
                    <a:pt x="25" y="64"/>
                    <a:pt x="25" y="57"/>
                  </a:cubicBezTo>
                  <a:cubicBezTo>
                    <a:pt x="24" y="51"/>
                    <a:pt x="29" y="49"/>
                    <a:pt x="35" y="47"/>
                  </a:cubicBezTo>
                  <a:cubicBezTo>
                    <a:pt x="40" y="44"/>
                    <a:pt x="38" y="39"/>
                    <a:pt x="38" y="31"/>
                  </a:cubicBezTo>
                  <a:cubicBezTo>
                    <a:pt x="39" y="23"/>
                    <a:pt x="43" y="9"/>
                    <a:pt x="43" y="5"/>
                  </a:cubicBezTo>
                  <a:cubicBezTo>
                    <a:pt x="42" y="0"/>
                    <a:pt x="32" y="12"/>
                    <a:pt x="27" y="17"/>
                  </a:cubicBezTo>
                  <a:cubicBezTo>
                    <a:pt x="21" y="22"/>
                    <a:pt x="10" y="35"/>
                    <a:pt x="5" y="43"/>
                  </a:cubicBezTo>
                  <a:cubicBezTo>
                    <a:pt x="0" y="52"/>
                    <a:pt x="0" y="57"/>
                    <a:pt x="2" y="6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4" name="ïṣļiḍé"/>
            <p:cNvSpPr/>
            <p:nvPr/>
          </p:nvSpPr>
          <p:spPr bwMode="auto">
            <a:xfrm>
              <a:off x="7956938" y="1650881"/>
              <a:ext cx="12055" cy="19728"/>
            </a:xfrm>
            <a:custGeom>
              <a:avLst/>
              <a:gdLst>
                <a:gd name="T0" fmla="*/ 14 w 24"/>
                <a:gd name="T1" fmla="*/ 38 h 39"/>
                <a:gd name="T2" fmla="*/ 16 w 24"/>
                <a:gd name="T3" fmla="*/ 28 h 39"/>
                <a:gd name="T4" fmla="*/ 23 w 24"/>
                <a:gd name="T5" fmla="*/ 7 h 39"/>
                <a:gd name="T6" fmla="*/ 13 w 24"/>
                <a:gd name="T7" fmla="*/ 11 h 39"/>
                <a:gd name="T8" fmla="*/ 3 w 24"/>
                <a:gd name="T9" fmla="*/ 20 h 39"/>
                <a:gd name="T10" fmla="*/ 11 w 24"/>
                <a:gd name="T11" fmla="*/ 38 h 39"/>
                <a:gd name="T12" fmla="*/ 14 w 24"/>
                <a:gd name="T13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9">
                  <a:moveTo>
                    <a:pt x="14" y="38"/>
                  </a:moveTo>
                  <a:cubicBezTo>
                    <a:pt x="16" y="37"/>
                    <a:pt x="15" y="33"/>
                    <a:pt x="16" y="28"/>
                  </a:cubicBezTo>
                  <a:cubicBezTo>
                    <a:pt x="18" y="24"/>
                    <a:pt x="24" y="14"/>
                    <a:pt x="23" y="7"/>
                  </a:cubicBezTo>
                  <a:cubicBezTo>
                    <a:pt x="22" y="0"/>
                    <a:pt x="16" y="8"/>
                    <a:pt x="13" y="11"/>
                  </a:cubicBezTo>
                  <a:cubicBezTo>
                    <a:pt x="10" y="14"/>
                    <a:pt x="6" y="15"/>
                    <a:pt x="3" y="20"/>
                  </a:cubicBezTo>
                  <a:cubicBezTo>
                    <a:pt x="0" y="25"/>
                    <a:pt x="8" y="29"/>
                    <a:pt x="11" y="38"/>
                  </a:cubicBezTo>
                  <a:cubicBezTo>
                    <a:pt x="11" y="38"/>
                    <a:pt x="12" y="39"/>
                    <a:pt x="14" y="3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5" name="iṧḷîdé"/>
            <p:cNvSpPr/>
            <p:nvPr/>
          </p:nvSpPr>
          <p:spPr bwMode="auto">
            <a:xfrm>
              <a:off x="8092837" y="1760476"/>
              <a:ext cx="38358" cy="14247"/>
            </a:xfrm>
            <a:custGeom>
              <a:avLst/>
              <a:gdLst>
                <a:gd name="T0" fmla="*/ 7 w 76"/>
                <a:gd name="T1" fmla="*/ 24 h 27"/>
                <a:gd name="T2" fmla="*/ 18 w 76"/>
                <a:gd name="T3" fmla="*/ 19 h 27"/>
                <a:gd name="T4" fmla="*/ 37 w 76"/>
                <a:gd name="T5" fmla="*/ 20 h 27"/>
                <a:gd name="T6" fmla="*/ 66 w 76"/>
                <a:gd name="T7" fmla="*/ 25 h 27"/>
                <a:gd name="T8" fmla="*/ 73 w 76"/>
                <a:gd name="T9" fmla="*/ 8 h 27"/>
                <a:gd name="T10" fmla="*/ 52 w 76"/>
                <a:gd name="T11" fmla="*/ 5 h 27"/>
                <a:gd name="T12" fmla="*/ 41 w 76"/>
                <a:gd name="T13" fmla="*/ 2 h 27"/>
                <a:gd name="T14" fmla="*/ 24 w 76"/>
                <a:gd name="T15" fmla="*/ 3 h 27"/>
                <a:gd name="T16" fmla="*/ 8 w 76"/>
                <a:gd name="T17" fmla="*/ 2 h 27"/>
                <a:gd name="T18" fmla="*/ 5 w 76"/>
                <a:gd name="T19" fmla="*/ 15 h 27"/>
                <a:gd name="T20" fmla="*/ 7 w 76"/>
                <a:gd name="T21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27">
                  <a:moveTo>
                    <a:pt x="7" y="24"/>
                  </a:moveTo>
                  <a:cubicBezTo>
                    <a:pt x="14" y="27"/>
                    <a:pt x="13" y="20"/>
                    <a:pt x="18" y="19"/>
                  </a:cubicBezTo>
                  <a:cubicBezTo>
                    <a:pt x="18" y="19"/>
                    <a:pt x="26" y="18"/>
                    <a:pt x="37" y="20"/>
                  </a:cubicBezTo>
                  <a:cubicBezTo>
                    <a:pt x="48" y="22"/>
                    <a:pt x="57" y="27"/>
                    <a:pt x="66" y="25"/>
                  </a:cubicBezTo>
                  <a:cubicBezTo>
                    <a:pt x="76" y="22"/>
                    <a:pt x="76" y="15"/>
                    <a:pt x="73" y="8"/>
                  </a:cubicBezTo>
                  <a:cubicBezTo>
                    <a:pt x="69" y="0"/>
                    <a:pt x="59" y="4"/>
                    <a:pt x="52" y="5"/>
                  </a:cubicBezTo>
                  <a:cubicBezTo>
                    <a:pt x="46" y="5"/>
                    <a:pt x="46" y="1"/>
                    <a:pt x="41" y="2"/>
                  </a:cubicBezTo>
                  <a:cubicBezTo>
                    <a:pt x="36" y="3"/>
                    <a:pt x="28" y="4"/>
                    <a:pt x="24" y="3"/>
                  </a:cubicBezTo>
                  <a:cubicBezTo>
                    <a:pt x="20" y="2"/>
                    <a:pt x="13" y="0"/>
                    <a:pt x="8" y="2"/>
                  </a:cubicBezTo>
                  <a:cubicBezTo>
                    <a:pt x="3" y="4"/>
                    <a:pt x="10" y="10"/>
                    <a:pt x="5" y="15"/>
                  </a:cubicBezTo>
                  <a:cubicBezTo>
                    <a:pt x="0" y="19"/>
                    <a:pt x="1" y="21"/>
                    <a:pt x="7" y="24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6" name="ïŝļîde"/>
            <p:cNvSpPr/>
            <p:nvPr/>
          </p:nvSpPr>
          <p:spPr bwMode="auto">
            <a:xfrm>
              <a:off x="8122429" y="1703486"/>
              <a:ext cx="13151" cy="13151"/>
            </a:xfrm>
            <a:custGeom>
              <a:avLst/>
              <a:gdLst>
                <a:gd name="T0" fmla="*/ 3 w 26"/>
                <a:gd name="T1" fmla="*/ 23 h 26"/>
                <a:gd name="T2" fmla="*/ 16 w 26"/>
                <a:gd name="T3" fmla="*/ 23 h 26"/>
                <a:gd name="T4" fmla="*/ 21 w 26"/>
                <a:gd name="T5" fmla="*/ 22 h 26"/>
                <a:gd name="T6" fmla="*/ 24 w 26"/>
                <a:gd name="T7" fmla="*/ 9 h 26"/>
                <a:gd name="T8" fmla="*/ 11 w 26"/>
                <a:gd name="T9" fmla="*/ 2 h 26"/>
                <a:gd name="T10" fmla="*/ 7 w 26"/>
                <a:gd name="T11" fmla="*/ 15 h 26"/>
                <a:gd name="T12" fmla="*/ 3 w 26"/>
                <a:gd name="T13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3" y="23"/>
                  </a:moveTo>
                  <a:cubicBezTo>
                    <a:pt x="5" y="26"/>
                    <a:pt x="8" y="19"/>
                    <a:pt x="16" y="23"/>
                  </a:cubicBezTo>
                  <a:cubicBezTo>
                    <a:pt x="16" y="23"/>
                    <a:pt x="19" y="24"/>
                    <a:pt x="21" y="22"/>
                  </a:cubicBezTo>
                  <a:cubicBezTo>
                    <a:pt x="24" y="20"/>
                    <a:pt x="26" y="15"/>
                    <a:pt x="24" y="9"/>
                  </a:cubicBezTo>
                  <a:cubicBezTo>
                    <a:pt x="22" y="3"/>
                    <a:pt x="17" y="3"/>
                    <a:pt x="11" y="2"/>
                  </a:cubicBezTo>
                  <a:cubicBezTo>
                    <a:pt x="5" y="0"/>
                    <a:pt x="8" y="9"/>
                    <a:pt x="7" y="15"/>
                  </a:cubicBezTo>
                  <a:cubicBezTo>
                    <a:pt x="5" y="20"/>
                    <a:pt x="0" y="20"/>
                    <a:pt x="3" y="2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7" name="islíḑé"/>
            <p:cNvSpPr/>
            <p:nvPr/>
          </p:nvSpPr>
          <p:spPr bwMode="auto">
            <a:xfrm>
              <a:off x="8118044" y="1719926"/>
              <a:ext cx="9864" cy="9864"/>
            </a:xfrm>
            <a:custGeom>
              <a:avLst/>
              <a:gdLst>
                <a:gd name="T0" fmla="*/ 8 w 20"/>
                <a:gd name="T1" fmla="*/ 20 h 20"/>
                <a:gd name="T2" fmla="*/ 14 w 20"/>
                <a:gd name="T3" fmla="*/ 18 h 20"/>
                <a:gd name="T4" fmla="*/ 19 w 20"/>
                <a:gd name="T5" fmla="*/ 8 h 20"/>
                <a:gd name="T6" fmla="*/ 8 w 20"/>
                <a:gd name="T7" fmla="*/ 4 h 20"/>
                <a:gd name="T8" fmla="*/ 8 w 20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8" y="20"/>
                  </a:moveTo>
                  <a:cubicBezTo>
                    <a:pt x="8" y="20"/>
                    <a:pt x="11" y="19"/>
                    <a:pt x="14" y="18"/>
                  </a:cubicBezTo>
                  <a:cubicBezTo>
                    <a:pt x="16" y="17"/>
                    <a:pt x="20" y="15"/>
                    <a:pt x="19" y="8"/>
                  </a:cubicBezTo>
                  <a:cubicBezTo>
                    <a:pt x="18" y="1"/>
                    <a:pt x="16" y="0"/>
                    <a:pt x="8" y="4"/>
                  </a:cubicBezTo>
                  <a:cubicBezTo>
                    <a:pt x="0" y="8"/>
                    <a:pt x="3" y="14"/>
                    <a:pt x="8" y="2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8" name="îṥľïďê"/>
            <p:cNvSpPr/>
            <p:nvPr/>
          </p:nvSpPr>
          <p:spPr bwMode="auto">
            <a:xfrm>
              <a:off x="8086261" y="1746229"/>
              <a:ext cx="8768" cy="7672"/>
            </a:xfrm>
            <a:custGeom>
              <a:avLst/>
              <a:gdLst>
                <a:gd name="T0" fmla="*/ 13 w 16"/>
                <a:gd name="T1" fmla="*/ 9 h 14"/>
                <a:gd name="T2" fmla="*/ 8 w 16"/>
                <a:gd name="T3" fmla="*/ 2 h 14"/>
                <a:gd name="T4" fmla="*/ 6 w 16"/>
                <a:gd name="T5" fmla="*/ 14 h 14"/>
                <a:gd name="T6" fmla="*/ 13 w 16"/>
                <a:gd name="T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4">
                  <a:moveTo>
                    <a:pt x="13" y="9"/>
                  </a:moveTo>
                  <a:cubicBezTo>
                    <a:pt x="14" y="4"/>
                    <a:pt x="16" y="0"/>
                    <a:pt x="8" y="2"/>
                  </a:cubicBezTo>
                  <a:cubicBezTo>
                    <a:pt x="0" y="3"/>
                    <a:pt x="2" y="10"/>
                    <a:pt x="6" y="14"/>
                  </a:cubicBezTo>
                  <a:cubicBezTo>
                    <a:pt x="6" y="14"/>
                    <a:pt x="13" y="13"/>
                    <a:pt x="13" y="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39" name="iṧḷîḑe"/>
            <p:cNvSpPr/>
            <p:nvPr/>
          </p:nvSpPr>
          <p:spPr bwMode="auto">
            <a:xfrm>
              <a:off x="8107084" y="1739654"/>
              <a:ext cx="7672" cy="8768"/>
            </a:xfrm>
            <a:custGeom>
              <a:avLst/>
              <a:gdLst>
                <a:gd name="T0" fmla="*/ 9 w 15"/>
                <a:gd name="T1" fmla="*/ 15 h 17"/>
                <a:gd name="T2" fmla="*/ 11 w 15"/>
                <a:gd name="T3" fmla="*/ 6 h 17"/>
                <a:gd name="T4" fmla="*/ 2 w 15"/>
                <a:gd name="T5" fmla="*/ 13 h 17"/>
                <a:gd name="T6" fmla="*/ 9 w 15"/>
                <a:gd name="T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7">
                  <a:moveTo>
                    <a:pt x="9" y="15"/>
                  </a:moveTo>
                  <a:cubicBezTo>
                    <a:pt x="15" y="12"/>
                    <a:pt x="14" y="12"/>
                    <a:pt x="11" y="6"/>
                  </a:cubicBezTo>
                  <a:cubicBezTo>
                    <a:pt x="8" y="0"/>
                    <a:pt x="0" y="6"/>
                    <a:pt x="2" y="13"/>
                  </a:cubicBezTo>
                  <a:cubicBezTo>
                    <a:pt x="2" y="13"/>
                    <a:pt x="3" y="17"/>
                    <a:pt x="9" y="1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0" name="i$1ïde"/>
            <p:cNvSpPr/>
            <p:nvPr/>
          </p:nvSpPr>
          <p:spPr bwMode="auto">
            <a:xfrm>
              <a:off x="8125716" y="1745133"/>
              <a:ext cx="7672" cy="5481"/>
            </a:xfrm>
            <a:custGeom>
              <a:avLst/>
              <a:gdLst>
                <a:gd name="T0" fmla="*/ 9 w 16"/>
                <a:gd name="T1" fmla="*/ 12 h 12"/>
                <a:gd name="T2" fmla="*/ 15 w 16"/>
                <a:gd name="T3" fmla="*/ 6 h 12"/>
                <a:gd name="T4" fmla="*/ 7 w 16"/>
                <a:gd name="T5" fmla="*/ 1 h 12"/>
                <a:gd name="T6" fmla="*/ 9 w 16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2">
                  <a:moveTo>
                    <a:pt x="9" y="12"/>
                  </a:moveTo>
                  <a:cubicBezTo>
                    <a:pt x="9" y="12"/>
                    <a:pt x="16" y="12"/>
                    <a:pt x="15" y="6"/>
                  </a:cubicBezTo>
                  <a:cubicBezTo>
                    <a:pt x="15" y="1"/>
                    <a:pt x="14" y="0"/>
                    <a:pt x="7" y="1"/>
                  </a:cubicBezTo>
                  <a:cubicBezTo>
                    <a:pt x="0" y="2"/>
                    <a:pt x="3" y="9"/>
                    <a:pt x="9" y="1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1" name="îs1îḍê"/>
            <p:cNvSpPr/>
            <p:nvPr/>
          </p:nvSpPr>
          <p:spPr bwMode="auto">
            <a:xfrm>
              <a:off x="8136676" y="1741846"/>
              <a:ext cx="5481" cy="5481"/>
            </a:xfrm>
            <a:custGeom>
              <a:avLst/>
              <a:gdLst>
                <a:gd name="T0" fmla="*/ 11 w 12"/>
                <a:gd name="T1" fmla="*/ 5 h 10"/>
                <a:gd name="T2" fmla="*/ 4 w 12"/>
                <a:gd name="T3" fmla="*/ 0 h 10"/>
                <a:gd name="T4" fmla="*/ 5 w 12"/>
                <a:gd name="T5" fmla="*/ 8 h 10"/>
                <a:gd name="T6" fmla="*/ 11 w 12"/>
                <a:gd name="T7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0">
                  <a:moveTo>
                    <a:pt x="11" y="5"/>
                  </a:moveTo>
                  <a:cubicBezTo>
                    <a:pt x="12" y="0"/>
                    <a:pt x="8" y="0"/>
                    <a:pt x="4" y="0"/>
                  </a:cubicBezTo>
                  <a:cubicBezTo>
                    <a:pt x="0" y="1"/>
                    <a:pt x="2" y="3"/>
                    <a:pt x="5" y="8"/>
                  </a:cubicBezTo>
                  <a:cubicBezTo>
                    <a:pt x="5" y="8"/>
                    <a:pt x="10" y="10"/>
                    <a:pt x="11" y="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2" name="îsļídè"/>
            <p:cNvSpPr/>
            <p:nvPr/>
          </p:nvSpPr>
          <p:spPr bwMode="auto">
            <a:xfrm>
              <a:off x="8135580" y="1748420"/>
              <a:ext cx="8768" cy="6577"/>
            </a:xfrm>
            <a:custGeom>
              <a:avLst/>
              <a:gdLst>
                <a:gd name="T0" fmla="*/ 3 w 18"/>
                <a:gd name="T1" fmla="*/ 13 h 13"/>
                <a:gd name="T2" fmla="*/ 13 w 18"/>
                <a:gd name="T3" fmla="*/ 8 h 13"/>
                <a:gd name="T4" fmla="*/ 7 w 18"/>
                <a:gd name="T5" fmla="*/ 1 h 13"/>
                <a:gd name="T6" fmla="*/ 3 w 18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3">
                  <a:moveTo>
                    <a:pt x="3" y="13"/>
                  </a:moveTo>
                  <a:cubicBezTo>
                    <a:pt x="3" y="13"/>
                    <a:pt x="8" y="13"/>
                    <a:pt x="13" y="8"/>
                  </a:cubicBezTo>
                  <a:cubicBezTo>
                    <a:pt x="18" y="3"/>
                    <a:pt x="11" y="3"/>
                    <a:pt x="7" y="1"/>
                  </a:cubicBezTo>
                  <a:cubicBezTo>
                    <a:pt x="3" y="0"/>
                    <a:pt x="0" y="3"/>
                    <a:pt x="3" y="1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3" name="iṡḷîḓè"/>
            <p:cNvSpPr/>
            <p:nvPr/>
          </p:nvSpPr>
          <p:spPr bwMode="auto">
            <a:xfrm>
              <a:off x="8143251" y="1750612"/>
              <a:ext cx="12055" cy="13151"/>
            </a:xfrm>
            <a:custGeom>
              <a:avLst/>
              <a:gdLst>
                <a:gd name="T0" fmla="*/ 20 w 23"/>
                <a:gd name="T1" fmla="*/ 13 h 26"/>
                <a:gd name="T2" fmla="*/ 9 w 23"/>
                <a:gd name="T3" fmla="*/ 2 h 26"/>
                <a:gd name="T4" fmla="*/ 1 w 23"/>
                <a:gd name="T5" fmla="*/ 15 h 26"/>
                <a:gd name="T6" fmla="*/ 4 w 23"/>
                <a:gd name="T7" fmla="*/ 22 h 26"/>
                <a:gd name="T8" fmla="*/ 20 w 23"/>
                <a:gd name="T9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6">
                  <a:moveTo>
                    <a:pt x="20" y="13"/>
                  </a:moveTo>
                  <a:cubicBezTo>
                    <a:pt x="23" y="6"/>
                    <a:pt x="14" y="4"/>
                    <a:pt x="9" y="2"/>
                  </a:cubicBezTo>
                  <a:cubicBezTo>
                    <a:pt x="5" y="0"/>
                    <a:pt x="0" y="8"/>
                    <a:pt x="1" y="15"/>
                  </a:cubicBezTo>
                  <a:cubicBezTo>
                    <a:pt x="1" y="15"/>
                    <a:pt x="2" y="18"/>
                    <a:pt x="4" y="22"/>
                  </a:cubicBezTo>
                  <a:cubicBezTo>
                    <a:pt x="6" y="26"/>
                    <a:pt x="17" y="21"/>
                    <a:pt x="20" y="1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4" name="íṥḷídê"/>
            <p:cNvSpPr/>
            <p:nvPr/>
          </p:nvSpPr>
          <p:spPr bwMode="auto">
            <a:xfrm>
              <a:off x="8136676" y="1757189"/>
              <a:ext cx="9864" cy="7672"/>
            </a:xfrm>
            <a:custGeom>
              <a:avLst/>
              <a:gdLst>
                <a:gd name="T0" fmla="*/ 9 w 19"/>
                <a:gd name="T1" fmla="*/ 2 h 15"/>
                <a:gd name="T2" fmla="*/ 1 w 19"/>
                <a:gd name="T3" fmla="*/ 11 h 15"/>
                <a:gd name="T4" fmla="*/ 13 w 19"/>
                <a:gd name="T5" fmla="*/ 10 h 15"/>
                <a:gd name="T6" fmla="*/ 9 w 19"/>
                <a:gd name="T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5">
                  <a:moveTo>
                    <a:pt x="9" y="2"/>
                  </a:moveTo>
                  <a:cubicBezTo>
                    <a:pt x="6" y="0"/>
                    <a:pt x="0" y="7"/>
                    <a:pt x="1" y="11"/>
                  </a:cubicBezTo>
                  <a:cubicBezTo>
                    <a:pt x="1" y="11"/>
                    <a:pt x="6" y="15"/>
                    <a:pt x="13" y="10"/>
                  </a:cubicBezTo>
                  <a:cubicBezTo>
                    <a:pt x="19" y="6"/>
                    <a:pt x="12" y="4"/>
                    <a:pt x="9" y="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5" name="îş1îḍê"/>
            <p:cNvSpPr/>
            <p:nvPr/>
          </p:nvSpPr>
          <p:spPr bwMode="auto">
            <a:xfrm>
              <a:off x="8195857" y="1757189"/>
              <a:ext cx="39454" cy="25207"/>
            </a:xfrm>
            <a:custGeom>
              <a:avLst/>
              <a:gdLst>
                <a:gd name="T0" fmla="*/ 7 w 77"/>
                <a:gd name="T1" fmla="*/ 18 h 51"/>
                <a:gd name="T2" fmla="*/ 6 w 77"/>
                <a:gd name="T3" fmla="*/ 31 h 51"/>
                <a:gd name="T4" fmla="*/ 14 w 77"/>
                <a:gd name="T5" fmla="*/ 49 h 51"/>
                <a:gd name="T6" fmla="*/ 26 w 77"/>
                <a:gd name="T7" fmla="*/ 46 h 51"/>
                <a:gd name="T8" fmla="*/ 42 w 77"/>
                <a:gd name="T9" fmla="*/ 31 h 51"/>
                <a:gd name="T10" fmla="*/ 58 w 77"/>
                <a:gd name="T11" fmla="*/ 21 h 51"/>
                <a:gd name="T12" fmla="*/ 74 w 77"/>
                <a:gd name="T13" fmla="*/ 8 h 51"/>
                <a:gd name="T14" fmla="*/ 63 w 77"/>
                <a:gd name="T15" fmla="*/ 2 h 51"/>
                <a:gd name="T16" fmla="*/ 45 w 77"/>
                <a:gd name="T17" fmla="*/ 10 h 51"/>
                <a:gd name="T18" fmla="*/ 31 w 77"/>
                <a:gd name="T19" fmla="*/ 8 h 51"/>
                <a:gd name="T20" fmla="*/ 21 w 77"/>
                <a:gd name="T21" fmla="*/ 15 h 51"/>
                <a:gd name="T22" fmla="*/ 7 w 77"/>
                <a:gd name="T23" fmla="*/ 1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51">
                  <a:moveTo>
                    <a:pt x="7" y="18"/>
                  </a:moveTo>
                  <a:cubicBezTo>
                    <a:pt x="0" y="18"/>
                    <a:pt x="6" y="26"/>
                    <a:pt x="6" y="31"/>
                  </a:cubicBezTo>
                  <a:cubicBezTo>
                    <a:pt x="6" y="36"/>
                    <a:pt x="7" y="42"/>
                    <a:pt x="14" y="49"/>
                  </a:cubicBezTo>
                  <a:cubicBezTo>
                    <a:pt x="14" y="49"/>
                    <a:pt x="21" y="51"/>
                    <a:pt x="26" y="46"/>
                  </a:cubicBezTo>
                  <a:cubicBezTo>
                    <a:pt x="31" y="41"/>
                    <a:pt x="37" y="35"/>
                    <a:pt x="42" y="31"/>
                  </a:cubicBezTo>
                  <a:cubicBezTo>
                    <a:pt x="49" y="27"/>
                    <a:pt x="58" y="28"/>
                    <a:pt x="58" y="21"/>
                  </a:cubicBezTo>
                  <a:cubicBezTo>
                    <a:pt x="58" y="14"/>
                    <a:pt x="71" y="10"/>
                    <a:pt x="74" y="8"/>
                  </a:cubicBezTo>
                  <a:cubicBezTo>
                    <a:pt x="77" y="7"/>
                    <a:pt x="70" y="5"/>
                    <a:pt x="63" y="2"/>
                  </a:cubicBezTo>
                  <a:cubicBezTo>
                    <a:pt x="56" y="0"/>
                    <a:pt x="51" y="6"/>
                    <a:pt x="45" y="10"/>
                  </a:cubicBezTo>
                  <a:cubicBezTo>
                    <a:pt x="39" y="13"/>
                    <a:pt x="35" y="14"/>
                    <a:pt x="31" y="8"/>
                  </a:cubicBezTo>
                  <a:cubicBezTo>
                    <a:pt x="27" y="2"/>
                    <a:pt x="20" y="11"/>
                    <a:pt x="21" y="15"/>
                  </a:cubicBezTo>
                  <a:cubicBezTo>
                    <a:pt x="23" y="19"/>
                    <a:pt x="13" y="19"/>
                    <a:pt x="7" y="1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6" name="í$ľíḓe"/>
            <p:cNvSpPr/>
            <p:nvPr/>
          </p:nvSpPr>
          <p:spPr bwMode="auto">
            <a:xfrm>
              <a:off x="8369017" y="2437778"/>
              <a:ext cx="16439" cy="10960"/>
            </a:xfrm>
            <a:custGeom>
              <a:avLst/>
              <a:gdLst>
                <a:gd name="T0" fmla="*/ 16 w 31"/>
                <a:gd name="T1" fmla="*/ 19 h 21"/>
                <a:gd name="T2" fmla="*/ 25 w 31"/>
                <a:gd name="T3" fmla="*/ 21 h 21"/>
                <a:gd name="T4" fmla="*/ 25 w 31"/>
                <a:gd name="T5" fmla="*/ 6 h 21"/>
                <a:gd name="T6" fmla="*/ 5 w 31"/>
                <a:gd name="T7" fmla="*/ 13 h 21"/>
                <a:gd name="T8" fmla="*/ 16 w 31"/>
                <a:gd name="T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16" y="19"/>
                  </a:moveTo>
                  <a:cubicBezTo>
                    <a:pt x="16" y="19"/>
                    <a:pt x="20" y="21"/>
                    <a:pt x="25" y="21"/>
                  </a:cubicBezTo>
                  <a:cubicBezTo>
                    <a:pt x="31" y="20"/>
                    <a:pt x="28" y="12"/>
                    <a:pt x="25" y="6"/>
                  </a:cubicBezTo>
                  <a:cubicBezTo>
                    <a:pt x="21" y="0"/>
                    <a:pt x="10" y="9"/>
                    <a:pt x="5" y="13"/>
                  </a:cubicBezTo>
                  <a:cubicBezTo>
                    <a:pt x="0" y="17"/>
                    <a:pt x="14" y="15"/>
                    <a:pt x="16" y="1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7" name="íṥ1íḍê"/>
            <p:cNvSpPr/>
            <p:nvPr/>
          </p:nvSpPr>
          <p:spPr bwMode="auto">
            <a:xfrm>
              <a:off x="8406281" y="2444352"/>
              <a:ext cx="13151" cy="10960"/>
            </a:xfrm>
            <a:custGeom>
              <a:avLst/>
              <a:gdLst>
                <a:gd name="T0" fmla="*/ 8 w 26"/>
                <a:gd name="T1" fmla="*/ 18 h 22"/>
                <a:gd name="T2" fmla="*/ 21 w 26"/>
                <a:gd name="T3" fmla="*/ 7 h 22"/>
                <a:gd name="T4" fmla="*/ 10 w 26"/>
                <a:gd name="T5" fmla="*/ 0 h 22"/>
                <a:gd name="T6" fmla="*/ 4 w 26"/>
                <a:gd name="T7" fmla="*/ 12 h 22"/>
                <a:gd name="T8" fmla="*/ 8 w 26"/>
                <a:gd name="T9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2">
                  <a:moveTo>
                    <a:pt x="8" y="18"/>
                  </a:moveTo>
                  <a:cubicBezTo>
                    <a:pt x="14" y="22"/>
                    <a:pt x="16" y="14"/>
                    <a:pt x="21" y="7"/>
                  </a:cubicBezTo>
                  <a:cubicBezTo>
                    <a:pt x="26" y="0"/>
                    <a:pt x="20" y="1"/>
                    <a:pt x="10" y="0"/>
                  </a:cubicBezTo>
                  <a:cubicBezTo>
                    <a:pt x="0" y="0"/>
                    <a:pt x="0" y="3"/>
                    <a:pt x="4" y="12"/>
                  </a:cubicBezTo>
                  <a:cubicBezTo>
                    <a:pt x="4" y="12"/>
                    <a:pt x="2" y="14"/>
                    <a:pt x="8" y="1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8" name="i$ļïďé"/>
            <p:cNvSpPr/>
            <p:nvPr/>
          </p:nvSpPr>
          <p:spPr bwMode="auto">
            <a:xfrm>
              <a:off x="8430392" y="2420241"/>
              <a:ext cx="6577" cy="8768"/>
            </a:xfrm>
            <a:custGeom>
              <a:avLst/>
              <a:gdLst>
                <a:gd name="T0" fmla="*/ 9 w 13"/>
                <a:gd name="T1" fmla="*/ 17 h 19"/>
                <a:gd name="T2" fmla="*/ 7 w 13"/>
                <a:gd name="T3" fmla="*/ 5 h 19"/>
                <a:gd name="T4" fmla="*/ 2 w 13"/>
                <a:gd name="T5" fmla="*/ 18 h 19"/>
                <a:gd name="T6" fmla="*/ 9 w 13"/>
                <a:gd name="T7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9">
                  <a:moveTo>
                    <a:pt x="9" y="17"/>
                  </a:moveTo>
                  <a:cubicBezTo>
                    <a:pt x="13" y="15"/>
                    <a:pt x="12" y="10"/>
                    <a:pt x="7" y="5"/>
                  </a:cubicBezTo>
                  <a:cubicBezTo>
                    <a:pt x="2" y="0"/>
                    <a:pt x="0" y="11"/>
                    <a:pt x="2" y="18"/>
                  </a:cubicBezTo>
                  <a:cubicBezTo>
                    <a:pt x="2" y="18"/>
                    <a:pt x="6" y="19"/>
                    <a:pt x="9" y="1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49" name="îṡ1ïḋè"/>
            <p:cNvSpPr/>
            <p:nvPr/>
          </p:nvSpPr>
          <p:spPr bwMode="auto">
            <a:xfrm>
              <a:off x="8363538" y="2433393"/>
              <a:ext cx="98635" cy="165489"/>
            </a:xfrm>
            <a:custGeom>
              <a:avLst/>
              <a:gdLst>
                <a:gd name="T0" fmla="*/ 191 w 195"/>
                <a:gd name="T1" fmla="*/ 47 h 327"/>
                <a:gd name="T2" fmla="*/ 174 w 195"/>
                <a:gd name="T3" fmla="*/ 30 h 327"/>
                <a:gd name="T4" fmla="*/ 171 w 195"/>
                <a:gd name="T5" fmla="*/ 4 h 327"/>
                <a:gd name="T6" fmla="*/ 153 w 195"/>
                <a:gd name="T7" fmla="*/ 24 h 327"/>
                <a:gd name="T8" fmla="*/ 146 w 195"/>
                <a:gd name="T9" fmla="*/ 49 h 327"/>
                <a:gd name="T10" fmla="*/ 131 w 195"/>
                <a:gd name="T11" fmla="*/ 64 h 327"/>
                <a:gd name="T12" fmla="*/ 119 w 195"/>
                <a:gd name="T13" fmla="*/ 76 h 327"/>
                <a:gd name="T14" fmla="*/ 103 w 195"/>
                <a:gd name="T15" fmla="*/ 87 h 327"/>
                <a:gd name="T16" fmla="*/ 94 w 195"/>
                <a:gd name="T17" fmla="*/ 81 h 327"/>
                <a:gd name="T18" fmla="*/ 81 w 195"/>
                <a:gd name="T19" fmla="*/ 96 h 327"/>
                <a:gd name="T20" fmla="*/ 55 w 195"/>
                <a:gd name="T21" fmla="*/ 108 h 327"/>
                <a:gd name="T22" fmla="*/ 37 w 195"/>
                <a:gd name="T23" fmla="*/ 116 h 327"/>
                <a:gd name="T24" fmla="*/ 22 w 195"/>
                <a:gd name="T25" fmla="*/ 151 h 327"/>
                <a:gd name="T26" fmla="*/ 20 w 195"/>
                <a:gd name="T27" fmla="*/ 174 h 327"/>
                <a:gd name="T28" fmla="*/ 23 w 195"/>
                <a:gd name="T29" fmla="*/ 200 h 327"/>
                <a:gd name="T30" fmla="*/ 9 w 195"/>
                <a:gd name="T31" fmla="*/ 231 h 327"/>
                <a:gd name="T32" fmla="*/ 3 w 195"/>
                <a:gd name="T33" fmla="*/ 284 h 327"/>
                <a:gd name="T34" fmla="*/ 19 w 195"/>
                <a:gd name="T35" fmla="*/ 315 h 327"/>
                <a:gd name="T36" fmla="*/ 46 w 195"/>
                <a:gd name="T37" fmla="*/ 326 h 327"/>
                <a:gd name="T38" fmla="*/ 62 w 195"/>
                <a:gd name="T39" fmla="*/ 316 h 327"/>
                <a:gd name="T40" fmla="*/ 77 w 195"/>
                <a:gd name="T41" fmla="*/ 309 h 327"/>
                <a:gd name="T42" fmla="*/ 97 w 195"/>
                <a:gd name="T43" fmla="*/ 295 h 327"/>
                <a:gd name="T44" fmla="*/ 109 w 195"/>
                <a:gd name="T45" fmla="*/ 274 h 327"/>
                <a:gd name="T46" fmla="*/ 118 w 195"/>
                <a:gd name="T47" fmla="*/ 250 h 327"/>
                <a:gd name="T48" fmla="*/ 128 w 195"/>
                <a:gd name="T49" fmla="*/ 230 h 327"/>
                <a:gd name="T50" fmla="*/ 135 w 195"/>
                <a:gd name="T51" fmla="*/ 218 h 327"/>
                <a:gd name="T52" fmla="*/ 141 w 195"/>
                <a:gd name="T53" fmla="*/ 202 h 327"/>
                <a:gd name="T54" fmla="*/ 144 w 195"/>
                <a:gd name="T55" fmla="*/ 191 h 327"/>
                <a:gd name="T56" fmla="*/ 152 w 195"/>
                <a:gd name="T57" fmla="*/ 164 h 327"/>
                <a:gd name="T58" fmla="*/ 152 w 195"/>
                <a:gd name="T59" fmla="*/ 141 h 327"/>
                <a:gd name="T60" fmla="*/ 162 w 195"/>
                <a:gd name="T61" fmla="*/ 142 h 327"/>
                <a:gd name="T62" fmla="*/ 173 w 195"/>
                <a:gd name="T63" fmla="*/ 129 h 327"/>
                <a:gd name="T64" fmla="*/ 161 w 195"/>
                <a:gd name="T65" fmla="*/ 122 h 327"/>
                <a:gd name="T66" fmla="*/ 161 w 195"/>
                <a:gd name="T67" fmla="*/ 117 h 327"/>
                <a:gd name="T68" fmla="*/ 179 w 195"/>
                <a:gd name="T69" fmla="*/ 96 h 327"/>
                <a:gd name="T70" fmla="*/ 189 w 195"/>
                <a:gd name="T71" fmla="*/ 103 h 327"/>
                <a:gd name="T72" fmla="*/ 191 w 195"/>
                <a:gd name="T73" fmla="*/ 87 h 327"/>
                <a:gd name="T74" fmla="*/ 191 w 195"/>
                <a:gd name="T75" fmla="*/ 4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5" h="327">
                  <a:moveTo>
                    <a:pt x="191" y="47"/>
                  </a:moveTo>
                  <a:cubicBezTo>
                    <a:pt x="191" y="36"/>
                    <a:pt x="181" y="34"/>
                    <a:pt x="174" y="30"/>
                  </a:cubicBezTo>
                  <a:cubicBezTo>
                    <a:pt x="166" y="27"/>
                    <a:pt x="173" y="8"/>
                    <a:pt x="171" y="4"/>
                  </a:cubicBezTo>
                  <a:cubicBezTo>
                    <a:pt x="168" y="0"/>
                    <a:pt x="162" y="11"/>
                    <a:pt x="153" y="24"/>
                  </a:cubicBezTo>
                  <a:cubicBezTo>
                    <a:pt x="143" y="38"/>
                    <a:pt x="151" y="42"/>
                    <a:pt x="146" y="49"/>
                  </a:cubicBezTo>
                  <a:cubicBezTo>
                    <a:pt x="141" y="56"/>
                    <a:pt x="133" y="55"/>
                    <a:pt x="131" y="64"/>
                  </a:cubicBezTo>
                  <a:cubicBezTo>
                    <a:pt x="130" y="72"/>
                    <a:pt x="134" y="73"/>
                    <a:pt x="119" y="76"/>
                  </a:cubicBezTo>
                  <a:cubicBezTo>
                    <a:pt x="104" y="80"/>
                    <a:pt x="109" y="82"/>
                    <a:pt x="103" y="87"/>
                  </a:cubicBezTo>
                  <a:cubicBezTo>
                    <a:pt x="98" y="92"/>
                    <a:pt x="99" y="85"/>
                    <a:pt x="94" y="81"/>
                  </a:cubicBezTo>
                  <a:cubicBezTo>
                    <a:pt x="89" y="77"/>
                    <a:pt x="90" y="87"/>
                    <a:pt x="81" y="96"/>
                  </a:cubicBezTo>
                  <a:cubicBezTo>
                    <a:pt x="73" y="105"/>
                    <a:pt x="63" y="103"/>
                    <a:pt x="55" y="108"/>
                  </a:cubicBezTo>
                  <a:cubicBezTo>
                    <a:pt x="48" y="112"/>
                    <a:pt x="45" y="115"/>
                    <a:pt x="37" y="116"/>
                  </a:cubicBezTo>
                  <a:cubicBezTo>
                    <a:pt x="29" y="117"/>
                    <a:pt x="26" y="132"/>
                    <a:pt x="22" y="151"/>
                  </a:cubicBezTo>
                  <a:cubicBezTo>
                    <a:pt x="22" y="151"/>
                    <a:pt x="16" y="167"/>
                    <a:pt x="20" y="174"/>
                  </a:cubicBezTo>
                  <a:cubicBezTo>
                    <a:pt x="24" y="181"/>
                    <a:pt x="27" y="193"/>
                    <a:pt x="23" y="200"/>
                  </a:cubicBezTo>
                  <a:cubicBezTo>
                    <a:pt x="18" y="207"/>
                    <a:pt x="12" y="222"/>
                    <a:pt x="9" y="231"/>
                  </a:cubicBezTo>
                  <a:cubicBezTo>
                    <a:pt x="7" y="240"/>
                    <a:pt x="0" y="271"/>
                    <a:pt x="3" y="284"/>
                  </a:cubicBezTo>
                  <a:cubicBezTo>
                    <a:pt x="5" y="298"/>
                    <a:pt x="10" y="306"/>
                    <a:pt x="19" y="315"/>
                  </a:cubicBezTo>
                  <a:cubicBezTo>
                    <a:pt x="29" y="323"/>
                    <a:pt x="33" y="325"/>
                    <a:pt x="46" y="326"/>
                  </a:cubicBezTo>
                  <a:cubicBezTo>
                    <a:pt x="60" y="327"/>
                    <a:pt x="56" y="322"/>
                    <a:pt x="62" y="316"/>
                  </a:cubicBezTo>
                  <a:cubicBezTo>
                    <a:pt x="68" y="310"/>
                    <a:pt x="68" y="313"/>
                    <a:pt x="77" y="309"/>
                  </a:cubicBezTo>
                  <a:cubicBezTo>
                    <a:pt x="86" y="306"/>
                    <a:pt x="90" y="301"/>
                    <a:pt x="97" y="295"/>
                  </a:cubicBezTo>
                  <a:cubicBezTo>
                    <a:pt x="104" y="289"/>
                    <a:pt x="106" y="284"/>
                    <a:pt x="109" y="274"/>
                  </a:cubicBezTo>
                  <a:cubicBezTo>
                    <a:pt x="112" y="264"/>
                    <a:pt x="116" y="255"/>
                    <a:pt x="118" y="250"/>
                  </a:cubicBezTo>
                  <a:cubicBezTo>
                    <a:pt x="120" y="244"/>
                    <a:pt x="125" y="237"/>
                    <a:pt x="128" y="230"/>
                  </a:cubicBezTo>
                  <a:cubicBezTo>
                    <a:pt x="132" y="223"/>
                    <a:pt x="136" y="224"/>
                    <a:pt x="135" y="218"/>
                  </a:cubicBezTo>
                  <a:cubicBezTo>
                    <a:pt x="135" y="213"/>
                    <a:pt x="137" y="207"/>
                    <a:pt x="141" y="202"/>
                  </a:cubicBezTo>
                  <a:cubicBezTo>
                    <a:pt x="144" y="197"/>
                    <a:pt x="145" y="196"/>
                    <a:pt x="144" y="191"/>
                  </a:cubicBezTo>
                  <a:cubicBezTo>
                    <a:pt x="143" y="186"/>
                    <a:pt x="147" y="177"/>
                    <a:pt x="152" y="164"/>
                  </a:cubicBezTo>
                  <a:cubicBezTo>
                    <a:pt x="158" y="152"/>
                    <a:pt x="154" y="148"/>
                    <a:pt x="152" y="141"/>
                  </a:cubicBezTo>
                  <a:cubicBezTo>
                    <a:pt x="151" y="134"/>
                    <a:pt x="158" y="138"/>
                    <a:pt x="162" y="142"/>
                  </a:cubicBezTo>
                  <a:cubicBezTo>
                    <a:pt x="167" y="147"/>
                    <a:pt x="170" y="139"/>
                    <a:pt x="173" y="129"/>
                  </a:cubicBezTo>
                  <a:cubicBezTo>
                    <a:pt x="176" y="120"/>
                    <a:pt x="165" y="121"/>
                    <a:pt x="161" y="122"/>
                  </a:cubicBezTo>
                  <a:cubicBezTo>
                    <a:pt x="158" y="124"/>
                    <a:pt x="156" y="121"/>
                    <a:pt x="161" y="117"/>
                  </a:cubicBezTo>
                  <a:cubicBezTo>
                    <a:pt x="166" y="113"/>
                    <a:pt x="175" y="104"/>
                    <a:pt x="179" y="96"/>
                  </a:cubicBezTo>
                  <a:cubicBezTo>
                    <a:pt x="183" y="88"/>
                    <a:pt x="183" y="103"/>
                    <a:pt x="189" y="103"/>
                  </a:cubicBezTo>
                  <a:cubicBezTo>
                    <a:pt x="195" y="104"/>
                    <a:pt x="192" y="96"/>
                    <a:pt x="191" y="87"/>
                  </a:cubicBezTo>
                  <a:cubicBezTo>
                    <a:pt x="190" y="78"/>
                    <a:pt x="192" y="59"/>
                    <a:pt x="191" y="4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0" name="ï$1îḓe"/>
            <p:cNvSpPr/>
            <p:nvPr/>
          </p:nvSpPr>
          <p:spPr bwMode="auto">
            <a:xfrm>
              <a:off x="7861590" y="2205434"/>
              <a:ext cx="10960" cy="18630"/>
            </a:xfrm>
            <a:custGeom>
              <a:avLst/>
              <a:gdLst>
                <a:gd name="T0" fmla="*/ 20 w 23"/>
                <a:gd name="T1" fmla="*/ 24 h 37"/>
                <a:gd name="T2" fmla="*/ 14 w 23"/>
                <a:gd name="T3" fmla="*/ 13 h 37"/>
                <a:gd name="T4" fmla="*/ 8 w 23"/>
                <a:gd name="T5" fmla="*/ 2 h 37"/>
                <a:gd name="T6" fmla="*/ 1 w 23"/>
                <a:gd name="T7" fmla="*/ 19 h 37"/>
                <a:gd name="T8" fmla="*/ 6 w 23"/>
                <a:gd name="T9" fmla="*/ 35 h 37"/>
                <a:gd name="T10" fmla="*/ 9 w 23"/>
                <a:gd name="T11" fmla="*/ 35 h 37"/>
                <a:gd name="T12" fmla="*/ 13 w 23"/>
                <a:gd name="T13" fmla="*/ 26 h 37"/>
                <a:gd name="T14" fmla="*/ 20 w 23"/>
                <a:gd name="T15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20" y="24"/>
                  </a:moveTo>
                  <a:cubicBezTo>
                    <a:pt x="23" y="22"/>
                    <a:pt x="18" y="14"/>
                    <a:pt x="14" y="13"/>
                  </a:cubicBezTo>
                  <a:cubicBezTo>
                    <a:pt x="11" y="11"/>
                    <a:pt x="11" y="4"/>
                    <a:pt x="8" y="2"/>
                  </a:cubicBezTo>
                  <a:cubicBezTo>
                    <a:pt x="5" y="0"/>
                    <a:pt x="0" y="10"/>
                    <a:pt x="1" y="19"/>
                  </a:cubicBezTo>
                  <a:cubicBezTo>
                    <a:pt x="2" y="28"/>
                    <a:pt x="2" y="28"/>
                    <a:pt x="6" y="35"/>
                  </a:cubicBezTo>
                  <a:cubicBezTo>
                    <a:pt x="6" y="35"/>
                    <a:pt x="6" y="37"/>
                    <a:pt x="9" y="35"/>
                  </a:cubicBezTo>
                  <a:cubicBezTo>
                    <a:pt x="12" y="33"/>
                    <a:pt x="10" y="30"/>
                    <a:pt x="13" y="26"/>
                  </a:cubicBezTo>
                  <a:cubicBezTo>
                    <a:pt x="15" y="22"/>
                    <a:pt x="16" y="26"/>
                    <a:pt x="20" y="24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1" name="íṡlïḑê"/>
            <p:cNvSpPr/>
            <p:nvPr/>
          </p:nvSpPr>
          <p:spPr bwMode="auto">
            <a:xfrm>
              <a:off x="7836383" y="2240505"/>
              <a:ext cx="9864" cy="13151"/>
            </a:xfrm>
            <a:custGeom>
              <a:avLst/>
              <a:gdLst>
                <a:gd name="T0" fmla="*/ 3 w 20"/>
                <a:gd name="T1" fmla="*/ 4 h 26"/>
                <a:gd name="T2" fmla="*/ 9 w 20"/>
                <a:gd name="T3" fmla="*/ 23 h 26"/>
                <a:gd name="T4" fmla="*/ 18 w 20"/>
                <a:gd name="T5" fmla="*/ 21 h 26"/>
                <a:gd name="T6" fmla="*/ 14 w 20"/>
                <a:gd name="T7" fmla="*/ 6 h 26"/>
                <a:gd name="T8" fmla="*/ 3 w 20"/>
                <a:gd name="T9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6">
                  <a:moveTo>
                    <a:pt x="3" y="4"/>
                  </a:moveTo>
                  <a:cubicBezTo>
                    <a:pt x="0" y="8"/>
                    <a:pt x="3" y="19"/>
                    <a:pt x="9" y="23"/>
                  </a:cubicBezTo>
                  <a:cubicBezTo>
                    <a:pt x="9" y="23"/>
                    <a:pt x="16" y="26"/>
                    <a:pt x="18" y="21"/>
                  </a:cubicBezTo>
                  <a:cubicBezTo>
                    <a:pt x="20" y="16"/>
                    <a:pt x="17" y="11"/>
                    <a:pt x="14" y="6"/>
                  </a:cubicBezTo>
                  <a:cubicBezTo>
                    <a:pt x="10" y="0"/>
                    <a:pt x="6" y="0"/>
                    <a:pt x="3" y="4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2" name="ïṩľiḓe"/>
            <p:cNvSpPr/>
            <p:nvPr/>
          </p:nvSpPr>
          <p:spPr bwMode="auto">
            <a:xfrm>
              <a:off x="7887893" y="1454706"/>
              <a:ext cx="84388" cy="95348"/>
            </a:xfrm>
            <a:custGeom>
              <a:avLst/>
              <a:gdLst>
                <a:gd name="T0" fmla="*/ 158 w 166"/>
                <a:gd name="T1" fmla="*/ 20 h 188"/>
                <a:gd name="T2" fmla="*/ 164 w 166"/>
                <a:gd name="T3" fmla="*/ 11 h 188"/>
                <a:gd name="T4" fmla="*/ 157 w 166"/>
                <a:gd name="T5" fmla="*/ 5 h 188"/>
                <a:gd name="T6" fmla="*/ 143 w 166"/>
                <a:gd name="T7" fmla="*/ 3 h 188"/>
                <a:gd name="T8" fmla="*/ 125 w 166"/>
                <a:gd name="T9" fmla="*/ 21 h 188"/>
                <a:gd name="T10" fmla="*/ 118 w 166"/>
                <a:gd name="T11" fmla="*/ 19 h 188"/>
                <a:gd name="T12" fmla="*/ 111 w 166"/>
                <a:gd name="T13" fmla="*/ 21 h 188"/>
                <a:gd name="T14" fmla="*/ 101 w 166"/>
                <a:gd name="T15" fmla="*/ 27 h 188"/>
                <a:gd name="T16" fmla="*/ 88 w 166"/>
                <a:gd name="T17" fmla="*/ 36 h 188"/>
                <a:gd name="T18" fmla="*/ 99 w 166"/>
                <a:gd name="T19" fmla="*/ 33 h 188"/>
                <a:gd name="T20" fmla="*/ 111 w 166"/>
                <a:gd name="T21" fmla="*/ 32 h 188"/>
                <a:gd name="T22" fmla="*/ 109 w 166"/>
                <a:gd name="T23" fmla="*/ 41 h 188"/>
                <a:gd name="T24" fmla="*/ 99 w 166"/>
                <a:gd name="T25" fmla="*/ 60 h 188"/>
                <a:gd name="T26" fmla="*/ 88 w 166"/>
                <a:gd name="T27" fmla="*/ 79 h 188"/>
                <a:gd name="T28" fmla="*/ 99 w 166"/>
                <a:gd name="T29" fmla="*/ 86 h 188"/>
                <a:gd name="T30" fmla="*/ 97 w 166"/>
                <a:gd name="T31" fmla="*/ 93 h 188"/>
                <a:gd name="T32" fmla="*/ 82 w 166"/>
                <a:gd name="T33" fmla="*/ 109 h 188"/>
                <a:gd name="T34" fmla="*/ 59 w 166"/>
                <a:gd name="T35" fmla="*/ 124 h 188"/>
                <a:gd name="T36" fmla="*/ 38 w 166"/>
                <a:gd name="T37" fmla="*/ 159 h 188"/>
                <a:gd name="T38" fmla="*/ 24 w 166"/>
                <a:gd name="T39" fmla="*/ 172 h 188"/>
                <a:gd name="T40" fmla="*/ 5 w 166"/>
                <a:gd name="T41" fmla="*/ 178 h 188"/>
                <a:gd name="T42" fmla="*/ 23 w 166"/>
                <a:gd name="T43" fmla="*/ 187 h 188"/>
                <a:gd name="T44" fmla="*/ 41 w 166"/>
                <a:gd name="T45" fmla="*/ 178 h 188"/>
                <a:gd name="T46" fmla="*/ 53 w 166"/>
                <a:gd name="T47" fmla="*/ 181 h 188"/>
                <a:gd name="T48" fmla="*/ 86 w 166"/>
                <a:gd name="T49" fmla="*/ 188 h 188"/>
                <a:gd name="T50" fmla="*/ 107 w 166"/>
                <a:gd name="T51" fmla="*/ 187 h 188"/>
                <a:gd name="T52" fmla="*/ 116 w 166"/>
                <a:gd name="T53" fmla="*/ 178 h 188"/>
                <a:gd name="T54" fmla="*/ 116 w 166"/>
                <a:gd name="T55" fmla="*/ 167 h 188"/>
                <a:gd name="T56" fmla="*/ 135 w 166"/>
                <a:gd name="T57" fmla="*/ 159 h 188"/>
                <a:gd name="T58" fmla="*/ 142 w 166"/>
                <a:gd name="T59" fmla="*/ 148 h 188"/>
                <a:gd name="T60" fmla="*/ 156 w 166"/>
                <a:gd name="T61" fmla="*/ 139 h 188"/>
                <a:gd name="T62" fmla="*/ 158 w 166"/>
                <a:gd name="T63" fmla="*/ 126 h 188"/>
                <a:gd name="T64" fmla="*/ 147 w 166"/>
                <a:gd name="T65" fmla="*/ 119 h 188"/>
                <a:gd name="T66" fmla="*/ 139 w 166"/>
                <a:gd name="T67" fmla="*/ 108 h 188"/>
                <a:gd name="T68" fmla="*/ 142 w 166"/>
                <a:gd name="T69" fmla="*/ 96 h 188"/>
                <a:gd name="T70" fmla="*/ 134 w 166"/>
                <a:gd name="T71" fmla="*/ 96 h 188"/>
                <a:gd name="T72" fmla="*/ 143 w 166"/>
                <a:gd name="T73" fmla="*/ 76 h 188"/>
                <a:gd name="T74" fmla="*/ 138 w 166"/>
                <a:gd name="T75" fmla="*/ 69 h 188"/>
                <a:gd name="T76" fmla="*/ 152 w 166"/>
                <a:gd name="T77" fmla="*/ 53 h 188"/>
                <a:gd name="T78" fmla="*/ 161 w 166"/>
                <a:gd name="T79" fmla="*/ 31 h 188"/>
                <a:gd name="T80" fmla="*/ 155 w 166"/>
                <a:gd name="T81" fmla="*/ 27 h 188"/>
                <a:gd name="T82" fmla="*/ 158 w 166"/>
                <a:gd name="T83" fmla="*/ 2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6" h="188">
                  <a:moveTo>
                    <a:pt x="158" y="20"/>
                  </a:moveTo>
                  <a:cubicBezTo>
                    <a:pt x="164" y="17"/>
                    <a:pt x="166" y="10"/>
                    <a:pt x="164" y="11"/>
                  </a:cubicBezTo>
                  <a:cubicBezTo>
                    <a:pt x="163" y="12"/>
                    <a:pt x="158" y="7"/>
                    <a:pt x="157" y="5"/>
                  </a:cubicBezTo>
                  <a:cubicBezTo>
                    <a:pt x="156" y="3"/>
                    <a:pt x="150" y="0"/>
                    <a:pt x="143" y="3"/>
                  </a:cubicBezTo>
                  <a:cubicBezTo>
                    <a:pt x="136" y="5"/>
                    <a:pt x="128" y="17"/>
                    <a:pt x="125" y="21"/>
                  </a:cubicBezTo>
                  <a:cubicBezTo>
                    <a:pt x="122" y="24"/>
                    <a:pt x="119" y="21"/>
                    <a:pt x="118" y="19"/>
                  </a:cubicBezTo>
                  <a:cubicBezTo>
                    <a:pt x="117" y="17"/>
                    <a:pt x="112" y="19"/>
                    <a:pt x="111" y="21"/>
                  </a:cubicBezTo>
                  <a:cubicBezTo>
                    <a:pt x="109" y="23"/>
                    <a:pt x="104" y="26"/>
                    <a:pt x="101" y="27"/>
                  </a:cubicBezTo>
                  <a:cubicBezTo>
                    <a:pt x="97" y="29"/>
                    <a:pt x="92" y="31"/>
                    <a:pt x="88" y="36"/>
                  </a:cubicBezTo>
                  <a:cubicBezTo>
                    <a:pt x="84" y="40"/>
                    <a:pt x="94" y="36"/>
                    <a:pt x="99" y="33"/>
                  </a:cubicBezTo>
                  <a:cubicBezTo>
                    <a:pt x="104" y="31"/>
                    <a:pt x="108" y="31"/>
                    <a:pt x="111" y="32"/>
                  </a:cubicBezTo>
                  <a:cubicBezTo>
                    <a:pt x="115" y="33"/>
                    <a:pt x="111" y="37"/>
                    <a:pt x="109" y="41"/>
                  </a:cubicBezTo>
                  <a:cubicBezTo>
                    <a:pt x="108" y="45"/>
                    <a:pt x="100" y="55"/>
                    <a:pt x="99" y="60"/>
                  </a:cubicBezTo>
                  <a:cubicBezTo>
                    <a:pt x="97" y="66"/>
                    <a:pt x="88" y="77"/>
                    <a:pt x="88" y="79"/>
                  </a:cubicBezTo>
                  <a:cubicBezTo>
                    <a:pt x="90" y="81"/>
                    <a:pt x="97" y="84"/>
                    <a:pt x="99" y="86"/>
                  </a:cubicBezTo>
                  <a:cubicBezTo>
                    <a:pt x="101" y="87"/>
                    <a:pt x="101" y="90"/>
                    <a:pt x="97" y="93"/>
                  </a:cubicBezTo>
                  <a:cubicBezTo>
                    <a:pt x="92" y="95"/>
                    <a:pt x="86" y="103"/>
                    <a:pt x="82" y="109"/>
                  </a:cubicBezTo>
                  <a:cubicBezTo>
                    <a:pt x="78" y="116"/>
                    <a:pt x="64" y="120"/>
                    <a:pt x="59" y="124"/>
                  </a:cubicBezTo>
                  <a:cubicBezTo>
                    <a:pt x="54" y="128"/>
                    <a:pt x="44" y="148"/>
                    <a:pt x="38" y="159"/>
                  </a:cubicBezTo>
                  <a:cubicBezTo>
                    <a:pt x="31" y="169"/>
                    <a:pt x="33" y="169"/>
                    <a:pt x="24" y="172"/>
                  </a:cubicBezTo>
                  <a:cubicBezTo>
                    <a:pt x="14" y="176"/>
                    <a:pt x="9" y="173"/>
                    <a:pt x="5" y="178"/>
                  </a:cubicBezTo>
                  <a:cubicBezTo>
                    <a:pt x="0" y="182"/>
                    <a:pt x="15" y="187"/>
                    <a:pt x="23" y="187"/>
                  </a:cubicBezTo>
                  <a:cubicBezTo>
                    <a:pt x="30" y="186"/>
                    <a:pt x="32" y="183"/>
                    <a:pt x="41" y="178"/>
                  </a:cubicBezTo>
                  <a:cubicBezTo>
                    <a:pt x="49" y="172"/>
                    <a:pt x="47" y="178"/>
                    <a:pt x="53" y="181"/>
                  </a:cubicBezTo>
                  <a:cubicBezTo>
                    <a:pt x="60" y="183"/>
                    <a:pt x="76" y="188"/>
                    <a:pt x="86" y="188"/>
                  </a:cubicBezTo>
                  <a:cubicBezTo>
                    <a:pt x="95" y="188"/>
                    <a:pt x="95" y="187"/>
                    <a:pt x="107" y="187"/>
                  </a:cubicBezTo>
                  <a:cubicBezTo>
                    <a:pt x="107" y="187"/>
                    <a:pt x="116" y="181"/>
                    <a:pt x="116" y="178"/>
                  </a:cubicBezTo>
                  <a:cubicBezTo>
                    <a:pt x="116" y="174"/>
                    <a:pt x="113" y="172"/>
                    <a:pt x="116" y="167"/>
                  </a:cubicBezTo>
                  <a:cubicBezTo>
                    <a:pt x="119" y="161"/>
                    <a:pt x="125" y="162"/>
                    <a:pt x="135" y="159"/>
                  </a:cubicBezTo>
                  <a:cubicBezTo>
                    <a:pt x="144" y="156"/>
                    <a:pt x="141" y="153"/>
                    <a:pt x="142" y="148"/>
                  </a:cubicBezTo>
                  <a:cubicBezTo>
                    <a:pt x="144" y="143"/>
                    <a:pt x="149" y="143"/>
                    <a:pt x="156" y="139"/>
                  </a:cubicBezTo>
                  <a:cubicBezTo>
                    <a:pt x="163" y="135"/>
                    <a:pt x="161" y="131"/>
                    <a:pt x="158" y="126"/>
                  </a:cubicBezTo>
                  <a:cubicBezTo>
                    <a:pt x="155" y="121"/>
                    <a:pt x="151" y="124"/>
                    <a:pt x="147" y="119"/>
                  </a:cubicBezTo>
                  <a:cubicBezTo>
                    <a:pt x="142" y="114"/>
                    <a:pt x="141" y="112"/>
                    <a:pt x="139" y="108"/>
                  </a:cubicBezTo>
                  <a:cubicBezTo>
                    <a:pt x="137" y="104"/>
                    <a:pt x="144" y="100"/>
                    <a:pt x="142" y="96"/>
                  </a:cubicBezTo>
                  <a:cubicBezTo>
                    <a:pt x="141" y="92"/>
                    <a:pt x="136" y="99"/>
                    <a:pt x="134" y="96"/>
                  </a:cubicBezTo>
                  <a:cubicBezTo>
                    <a:pt x="132" y="94"/>
                    <a:pt x="141" y="82"/>
                    <a:pt x="143" y="76"/>
                  </a:cubicBezTo>
                  <a:cubicBezTo>
                    <a:pt x="145" y="71"/>
                    <a:pt x="141" y="72"/>
                    <a:pt x="138" y="69"/>
                  </a:cubicBezTo>
                  <a:cubicBezTo>
                    <a:pt x="136" y="65"/>
                    <a:pt x="149" y="57"/>
                    <a:pt x="152" y="53"/>
                  </a:cubicBezTo>
                  <a:cubicBezTo>
                    <a:pt x="155" y="49"/>
                    <a:pt x="161" y="34"/>
                    <a:pt x="161" y="31"/>
                  </a:cubicBezTo>
                  <a:cubicBezTo>
                    <a:pt x="160" y="29"/>
                    <a:pt x="158" y="27"/>
                    <a:pt x="155" y="27"/>
                  </a:cubicBezTo>
                  <a:cubicBezTo>
                    <a:pt x="151" y="27"/>
                    <a:pt x="153" y="22"/>
                    <a:pt x="158" y="2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3" name="íSļîḓé"/>
            <p:cNvSpPr/>
            <p:nvPr/>
          </p:nvSpPr>
          <p:spPr bwMode="auto">
            <a:xfrm>
              <a:off x="7876935" y="1484296"/>
              <a:ext cx="51509" cy="44935"/>
            </a:xfrm>
            <a:custGeom>
              <a:avLst/>
              <a:gdLst>
                <a:gd name="T0" fmla="*/ 19 w 101"/>
                <a:gd name="T1" fmla="*/ 79 h 88"/>
                <a:gd name="T2" fmla="*/ 32 w 101"/>
                <a:gd name="T3" fmla="*/ 81 h 88"/>
                <a:gd name="T4" fmla="*/ 45 w 101"/>
                <a:gd name="T5" fmla="*/ 80 h 88"/>
                <a:gd name="T6" fmla="*/ 48 w 101"/>
                <a:gd name="T7" fmla="*/ 78 h 88"/>
                <a:gd name="T8" fmla="*/ 54 w 101"/>
                <a:gd name="T9" fmla="*/ 67 h 88"/>
                <a:gd name="T10" fmla="*/ 72 w 101"/>
                <a:gd name="T11" fmla="*/ 45 h 88"/>
                <a:gd name="T12" fmla="*/ 86 w 101"/>
                <a:gd name="T13" fmla="*/ 32 h 88"/>
                <a:gd name="T14" fmla="*/ 98 w 101"/>
                <a:gd name="T15" fmla="*/ 24 h 88"/>
                <a:gd name="T16" fmla="*/ 97 w 101"/>
                <a:gd name="T17" fmla="*/ 12 h 88"/>
                <a:gd name="T18" fmla="*/ 87 w 101"/>
                <a:gd name="T19" fmla="*/ 12 h 88"/>
                <a:gd name="T20" fmla="*/ 86 w 101"/>
                <a:gd name="T21" fmla="*/ 3 h 88"/>
                <a:gd name="T22" fmla="*/ 75 w 101"/>
                <a:gd name="T23" fmla="*/ 5 h 88"/>
                <a:gd name="T24" fmla="*/ 63 w 101"/>
                <a:gd name="T25" fmla="*/ 20 h 88"/>
                <a:gd name="T26" fmla="*/ 54 w 101"/>
                <a:gd name="T27" fmla="*/ 19 h 88"/>
                <a:gd name="T28" fmla="*/ 42 w 101"/>
                <a:gd name="T29" fmla="*/ 20 h 88"/>
                <a:gd name="T30" fmla="*/ 38 w 101"/>
                <a:gd name="T31" fmla="*/ 34 h 88"/>
                <a:gd name="T32" fmla="*/ 24 w 101"/>
                <a:gd name="T33" fmla="*/ 56 h 88"/>
                <a:gd name="T34" fmla="*/ 13 w 101"/>
                <a:gd name="T35" fmla="*/ 52 h 88"/>
                <a:gd name="T36" fmla="*/ 1 w 101"/>
                <a:gd name="T37" fmla="*/ 70 h 88"/>
                <a:gd name="T38" fmla="*/ 5 w 101"/>
                <a:gd name="T39" fmla="*/ 84 h 88"/>
                <a:gd name="T40" fmla="*/ 19 w 101"/>
                <a:gd name="T41" fmla="*/ 7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8">
                  <a:moveTo>
                    <a:pt x="19" y="79"/>
                  </a:moveTo>
                  <a:cubicBezTo>
                    <a:pt x="26" y="79"/>
                    <a:pt x="26" y="82"/>
                    <a:pt x="32" y="81"/>
                  </a:cubicBezTo>
                  <a:cubicBezTo>
                    <a:pt x="38" y="80"/>
                    <a:pt x="40" y="79"/>
                    <a:pt x="45" y="80"/>
                  </a:cubicBezTo>
                  <a:cubicBezTo>
                    <a:pt x="45" y="80"/>
                    <a:pt x="47" y="80"/>
                    <a:pt x="48" y="78"/>
                  </a:cubicBezTo>
                  <a:cubicBezTo>
                    <a:pt x="50" y="77"/>
                    <a:pt x="52" y="71"/>
                    <a:pt x="54" y="67"/>
                  </a:cubicBezTo>
                  <a:cubicBezTo>
                    <a:pt x="57" y="63"/>
                    <a:pt x="69" y="51"/>
                    <a:pt x="72" y="45"/>
                  </a:cubicBezTo>
                  <a:cubicBezTo>
                    <a:pt x="74" y="38"/>
                    <a:pt x="78" y="37"/>
                    <a:pt x="86" y="32"/>
                  </a:cubicBezTo>
                  <a:cubicBezTo>
                    <a:pt x="93" y="28"/>
                    <a:pt x="95" y="27"/>
                    <a:pt x="98" y="24"/>
                  </a:cubicBezTo>
                  <a:cubicBezTo>
                    <a:pt x="101" y="21"/>
                    <a:pt x="100" y="16"/>
                    <a:pt x="97" y="12"/>
                  </a:cubicBezTo>
                  <a:cubicBezTo>
                    <a:pt x="95" y="7"/>
                    <a:pt x="91" y="14"/>
                    <a:pt x="87" y="12"/>
                  </a:cubicBezTo>
                  <a:cubicBezTo>
                    <a:pt x="84" y="11"/>
                    <a:pt x="88" y="6"/>
                    <a:pt x="86" y="3"/>
                  </a:cubicBezTo>
                  <a:cubicBezTo>
                    <a:pt x="84" y="0"/>
                    <a:pt x="82" y="3"/>
                    <a:pt x="75" y="5"/>
                  </a:cubicBezTo>
                  <a:cubicBezTo>
                    <a:pt x="68" y="7"/>
                    <a:pt x="68" y="12"/>
                    <a:pt x="63" y="20"/>
                  </a:cubicBezTo>
                  <a:cubicBezTo>
                    <a:pt x="58" y="27"/>
                    <a:pt x="56" y="24"/>
                    <a:pt x="54" y="19"/>
                  </a:cubicBezTo>
                  <a:cubicBezTo>
                    <a:pt x="52" y="15"/>
                    <a:pt x="51" y="15"/>
                    <a:pt x="42" y="20"/>
                  </a:cubicBezTo>
                  <a:cubicBezTo>
                    <a:pt x="32" y="25"/>
                    <a:pt x="41" y="27"/>
                    <a:pt x="38" y="34"/>
                  </a:cubicBezTo>
                  <a:cubicBezTo>
                    <a:pt x="35" y="42"/>
                    <a:pt x="30" y="45"/>
                    <a:pt x="24" y="56"/>
                  </a:cubicBezTo>
                  <a:cubicBezTo>
                    <a:pt x="17" y="67"/>
                    <a:pt x="18" y="51"/>
                    <a:pt x="13" y="52"/>
                  </a:cubicBezTo>
                  <a:cubicBezTo>
                    <a:pt x="9" y="53"/>
                    <a:pt x="2" y="66"/>
                    <a:pt x="1" y="70"/>
                  </a:cubicBezTo>
                  <a:cubicBezTo>
                    <a:pt x="0" y="75"/>
                    <a:pt x="1" y="79"/>
                    <a:pt x="5" y="84"/>
                  </a:cubicBezTo>
                  <a:cubicBezTo>
                    <a:pt x="8" y="88"/>
                    <a:pt x="11" y="80"/>
                    <a:pt x="19" y="7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4" name="î$liḓê"/>
            <p:cNvSpPr/>
            <p:nvPr/>
          </p:nvSpPr>
          <p:spPr bwMode="auto">
            <a:xfrm>
              <a:off x="7870358" y="1512790"/>
              <a:ext cx="7672" cy="8768"/>
            </a:xfrm>
            <a:custGeom>
              <a:avLst/>
              <a:gdLst>
                <a:gd name="T0" fmla="*/ 5 w 16"/>
                <a:gd name="T1" fmla="*/ 11 h 18"/>
                <a:gd name="T2" fmla="*/ 7 w 16"/>
                <a:gd name="T3" fmla="*/ 18 h 18"/>
                <a:gd name="T4" fmla="*/ 15 w 16"/>
                <a:gd name="T5" fmla="*/ 5 h 18"/>
                <a:gd name="T6" fmla="*/ 5 w 16"/>
                <a:gd name="T7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8">
                  <a:moveTo>
                    <a:pt x="5" y="11"/>
                  </a:moveTo>
                  <a:cubicBezTo>
                    <a:pt x="0" y="15"/>
                    <a:pt x="4" y="17"/>
                    <a:pt x="7" y="18"/>
                  </a:cubicBezTo>
                  <a:cubicBezTo>
                    <a:pt x="7" y="18"/>
                    <a:pt x="15" y="9"/>
                    <a:pt x="15" y="5"/>
                  </a:cubicBezTo>
                  <a:cubicBezTo>
                    <a:pt x="16" y="0"/>
                    <a:pt x="11" y="7"/>
                    <a:pt x="5" y="1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5" name="isľîḋê"/>
            <p:cNvSpPr/>
            <p:nvPr/>
          </p:nvSpPr>
          <p:spPr bwMode="auto">
            <a:xfrm>
              <a:off x="7930635" y="1462376"/>
              <a:ext cx="6577" cy="6577"/>
            </a:xfrm>
            <a:custGeom>
              <a:avLst/>
              <a:gdLst>
                <a:gd name="T0" fmla="*/ 8 w 11"/>
                <a:gd name="T1" fmla="*/ 11 h 12"/>
                <a:gd name="T2" fmla="*/ 11 w 11"/>
                <a:gd name="T3" fmla="*/ 3 h 12"/>
                <a:gd name="T4" fmla="*/ 4 w 11"/>
                <a:gd name="T5" fmla="*/ 6 h 12"/>
                <a:gd name="T6" fmla="*/ 8 w 11"/>
                <a:gd name="T7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2">
                  <a:moveTo>
                    <a:pt x="8" y="11"/>
                  </a:moveTo>
                  <a:cubicBezTo>
                    <a:pt x="8" y="11"/>
                    <a:pt x="10" y="5"/>
                    <a:pt x="11" y="3"/>
                  </a:cubicBezTo>
                  <a:cubicBezTo>
                    <a:pt x="11" y="0"/>
                    <a:pt x="8" y="4"/>
                    <a:pt x="4" y="6"/>
                  </a:cubicBezTo>
                  <a:cubicBezTo>
                    <a:pt x="0" y="9"/>
                    <a:pt x="5" y="12"/>
                    <a:pt x="8" y="1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6" name="íSḻiḋè"/>
            <p:cNvSpPr/>
            <p:nvPr/>
          </p:nvSpPr>
          <p:spPr bwMode="auto">
            <a:xfrm>
              <a:off x="7938308" y="1462376"/>
              <a:ext cx="5481" cy="4383"/>
            </a:xfrm>
            <a:custGeom>
              <a:avLst/>
              <a:gdLst>
                <a:gd name="T0" fmla="*/ 7 w 10"/>
                <a:gd name="T1" fmla="*/ 5 h 8"/>
                <a:gd name="T2" fmla="*/ 8 w 10"/>
                <a:gd name="T3" fmla="*/ 0 h 8"/>
                <a:gd name="T4" fmla="*/ 0 w 10"/>
                <a:gd name="T5" fmla="*/ 6 h 8"/>
                <a:gd name="T6" fmla="*/ 7 w 10"/>
                <a:gd name="T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7" y="5"/>
                  </a:moveTo>
                  <a:cubicBezTo>
                    <a:pt x="10" y="3"/>
                    <a:pt x="8" y="0"/>
                    <a:pt x="8" y="0"/>
                  </a:cubicBezTo>
                  <a:cubicBezTo>
                    <a:pt x="8" y="0"/>
                    <a:pt x="0" y="2"/>
                    <a:pt x="0" y="6"/>
                  </a:cubicBezTo>
                  <a:cubicBezTo>
                    <a:pt x="0" y="6"/>
                    <a:pt x="3" y="8"/>
                    <a:pt x="7" y="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7" name="íṩḷîdè"/>
            <p:cNvSpPr/>
            <p:nvPr/>
          </p:nvSpPr>
          <p:spPr bwMode="auto">
            <a:xfrm>
              <a:off x="7943787" y="1449225"/>
              <a:ext cx="12055" cy="13151"/>
            </a:xfrm>
            <a:custGeom>
              <a:avLst/>
              <a:gdLst>
                <a:gd name="T0" fmla="*/ 2 w 25"/>
                <a:gd name="T1" fmla="*/ 26 h 26"/>
                <a:gd name="T2" fmla="*/ 11 w 25"/>
                <a:gd name="T3" fmla="*/ 22 h 26"/>
                <a:gd name="T4" fmla="*/ 23 w 25"/>
                <a:gd name="T5" fmla="*/ 7 h 26"/>
                <a:gd name="T6" fmla="*/ 15 w 25"/>
                <a:gd name="T7" fmla="*/ 7 h 26"/>
                <a:gd name="T8" fmla="*/ 5 w 25"/>
                <a:gd name="T9" fmla="*/ 15 h 26"/>
                <a:gd name="T10" fmla="*/ 1 w 25"/>
                <a:gd name="T11" fmla="*/ 24 h 26"/>
                <a:gd name="T12" fmla="*/ 2 w 25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6">
                  <a:moveTo>
                    <a:pt x="2" y="26"/>
                  </a:moveTo>
                  <a:cubicBezTo>
                    <a:pt x="3" y="25"/>
                    <a:pt x="8" y="24"/>
                    <a:pt x="11" y="22"/>
                  </a:cubicBezTo>
                  <a:cubicBezTo>
                    <a:pt x="15" y="20"/>
                    <a:pt x="21" y="15"/>
                    <a:pt x="23" y="7"/>
                  </a:cubicBezTo>
                  <a:cubicBezTo>
                    <a:pt x="25" y="0"/>
                    <a:pt x="19" y="5"/>
                    <a:pt x="15" y="7"/>
                  </a:cubicBezTo>
                  <a:cubicBezTo>
                    <a:pt x="12" y="9"/>
                    <a:pt x="7" y="12"/>
                    <a:pt x="5" y="15"/>
                  </a:cubicBezTo>
                  <a:cubicBezTo>
                    <a:pt x="4" y="18"/>
                    <a:pt x="2" y="21"/>
                    <a:pt x="1" y="24"/>
                  </a:cubicBezTo>
                  <a:cubicBezTo>
                    <a:pt x="1" y="24"/>
                    <a:pt x="0" y="26"/>
                    <a:pt x="2" y="2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8" name="iṥ1ídê"/>
            <p:cNvSpPr/>
            <p:nvPr/>
          </p:nvSpPr>
          <p:spPr bwMode="auto">
            <a:xfrm>
              <a:off x="7975570" y="1451417"/>
              <a:ext cx="6577" cy="5481"/>
            </a:xfrm>
            <a:custGeom>
              <a:avLst/>
              <a:gdLst>
                <a:gd name="T0" fmla="*/ 9 w 13"/>
                <a:gd name="T1" fmla="*/ 1 h 11"/>
                <a:gd name="T2" fmla="*/ 0 w 13"/>
                <a:gd name="T3" fmla="*/ 11 h 11"/>
                <a:gd name="T4" fmla="*/ 11 w 13"/>
                <a:gd name="T5" fmla="*/ 3 h 11"/>
                <a:gd name="T6" fmla="*/ 9 w 13"/>
                <a:gd name="T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1">
                  <a:moveTo>
                    <a:pt x="9" y="1"/>
                  </a:moveTo>
                  <a:cubicBezTo>
                    <a:pt x="7" y="2"/>
                    <a:pt x="0" y="5"/>
                    <a:pt x="0" y="11"/>
                  </a:cubicBezTo>
                  <a:cubicBezTo>
                    <a:pt x="0" y="11"/>
                    <a:pt x="8" y="5"/>
                    <a:pt x="11" y="3"/>
                  </a:cubicBezTo>
                  <a:cubicBezTo>
                    <a:pt x="13" y="1"/>
                    <a:pt x="11" y="0"/>
                    <a:pt x="9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9" name="iSľîďè"/>
            <p:cNvSpPr/>
            <p:nvPr/>
          </p:nvSpPr>
          <p:spPr bwMode="auto">
            <a:xfrm>
              <a:off x="7990913" y="1433881"/>
              <a:ext cx="15343" cy="16439"/>
            </a:xfrm>
            <a:custGeom>
              <a:avLst/>
              <a:gdLst>
                <a:gd name="T0" fmla="*/ 10 w 29"/>
                <a:gd name="T1" fmla="*/ 9 h 33"/>
                <a:gd name="T2" fmla="*/ 7 w 29"/>
                <a:gd name="T3" fmla="*/ 23 h 33"/>
                <a:gd name="T4" fmla="*/ 3 w 29"/>
                <a:gd name="T5" fmla="*/ 33 h 33"/>
                <a:gd name="T6" fmla="*/ 12 w 29"/>
                <a:gd name="T7" fmla="*/ 27 h 33"/>
                <a:gd name="T8" fmla="*/ 26 w 29"/>
                <a:gd name="T9" fmla="*/ 17 h 33"/>
                <a:gd name="T10" fmla="*/ 27 w 29"/>
                <a:gd name="T11" fmla="*/ 6 h 33"/>
                <a:gd name="T12" fmla="*/ 10 w 29"/>
                <a:gd name="T13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3">
                  <a:moveTo>
                    <a:pt x="10" y="9"/>
                  </a:moveTo>
                  <a:cubicBezTo>
                    <a:pt x="9" y="12"/>
                    <a:pt x="10" y="16"/>
                    <a:pt x="7" y="23"/>
                  </a:cubicBezTo>
                  <a:cubicBezTo>
                    <a:pt x="3" y="31"/>
                    <a:pt x="0" y="30"/>
                    <a:pt x="3" y="33"/>
                  </a:cubicBezTo>
                  <a:cubicBezTo>
                    <a:pt x="3" y="33"/>
                    <a:pt x="9" y="29"/>
                    <a:pt x="12" y="27"/>
                  </a:cubicBezTo>
                  <a:cubicBezTo>
                    <a:pt x="16" y="24"/>
                    <a:pt x="22" y="19"/>
                    <a:pt x="26" y="17"/>
                  </a:cubicBezTo>
                  <a:cubicBezTo>
                    <a:pt x="29" y="14"/>
                    <a:pt x="27" y="11"/>
                    <a:pt x="27" y="6"/>
                  </a:cubicBezTo>
                  <a:cubicBezTo>
                    <a:pt x="27" y="0"/>
                    <a:pt x="11" y="7"/>
                    <a:pt x="10" y="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0" name="îsļïḑe"/>
            <p:cNvSpPr/>
            <p:nvPr/>
          </p:nvSpPr>
          <p:spPr bwMode="auto">
            <a:xfrm>
              <a:off x="8341620" y="1353877"/>
              <a:ext cx="18630" cy="6577"/>
            </a:xfrm>
            <a:custGeom>
              <a:avLst/>
              <a:gdLst>
                <a:gd name="T0" fmla="*/ 4 w 38"/>
                <a:gd name="T1" fmla="*/ 8 h 13"/>
                <a:gd name="T2" fmla="*/ 23 w 38"/>
                <a:gd name="T3" fmla="*/ 13 h 13"/>
                <a:gd name="T4" fmla="*/ 33 w 38"/>
                <a:gd name="T5" fmla="*/ 11 h 13"/>
                <a:gd name="T6" fmla="*/ 27 w 38"/>
                <a:gd name="T7" fmla="*/ 8 h 13"/>
                <a:gd name="T8" fmla="*/ 9 w 38"/>
                <a:gd name="T9" fmla="*/ 1 h 13"/>
                <a:gd name="T10" fmla="*/ 4 w 38"/>
                <a:gd name="T11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3">
                  <a:moveTo>
                    <a:pt x="4" y="8"/>
                  </a:moveTo>
                  <a:cubicBezTo>
                    <a:pt x="7" y="12"/>
                    <a:pt x="17" y="12"/>
                    <a:pt x="23" y="13"/>
                  </a:cubicBezTo>
                  <a:cubicBezTo>
                    <a:pt x="23" y="13"/>
                    <a:pt x="28" y="12"/>
                    <a:pt x="33" y="11"/>
                  </a:cubicBezTo>
                  <a:cubicBezTo>
                    <a:pt x="38" y="10"/>
                    <a:pt x="34" y="9"/>
                    <a:pt x="27" y="8"/>
                  </a:cubicBezTo>
                  <a:cubicBezTo>
                    <a:pt x="20" y="7"/>
                    <a:pt x="14" y="3"/>
                    <a:pt x="9" y="1"/>
                  </a:cubicBezTo>
                  <a:cubicBezTo>
                    <a:pt x="4" y="0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1" name="ïşļîdé"/>
            <p:cNvSpPr/>
            <p:nvPr/>
          </p:nvSpPr>
          <p:spPr bwMode="auto">
            <a:xfrm>
              <a:off x="8303261" y="1336341"/>
              <a:ext cx="36166" cy="20824"/>
            </a:xfrm>
            <a:custGeom>
              <a:avLst/>
              <a:gdLst>
                <a:gd name="T0" fmla="*/ 55 w 71"/>
                <a:gd name="T1" fmla="*/ 27 h 40"/>
                <a:gd name="T2" fmla="*/ 43 w 71"/>
                <a:gd name="T3" fmla="*/ 19 h 40"/>
                <a:gd name="T4" fmla="*/ 34 w 71"/>
                <a:gd name="T5" fmla="*/ 4 h 40"/>
                <a:gd name="T6" fmla="*/ 18 w 71"/>
                <a:gd name="T7" fmla="*/ 2 h 40"/>
                <a:gd name="T8" fmla="*/ 4 w 71"/>
                <a:gd name="T9" fmla="*/ 9 h 40"/>
                <a:gd name="T10" fmla="*/ 3 w 71"/>
                <a:gd name="T11" fmla="*/ 18 h 40"/>
                <a:gd name="T12" fmla="*/ 6 w 71"/>
                <a:gd name="T13" fmla="*/ 26 h 40"/>
                <a:gd name="T14" fmla="*/ 15 w 71"/>
                <a:gd name="T15" fmla="*/ 31 h 40"/>
                <a:gd name="T16" fmla="*/ 19 w 71"/>
                <a:gd name="T17" fmla="*/ 38 h 40"/>
                <a:gd name="T18" fmla="*/ 30 w 71"/>
                <a:gd name="T19" fmla="*/ 36 h 40"/>
                <a:gd name="T20" fmla="*/ 34 w 71"/>
                <a:gd name="T21" fmla="*/ 31 h 40"/>
                <a:gd name="T22" fmla="*/ 43 w 71"/>
                <a:gd name="T23" fmla="*/ 39 h 40"/>
                <a:gd name="T24" fmla="*/ 62 w 71"/>
                <a:gd name="T25" fmla="*/ 36 h 40"/>
                <a:gd name="T26" fmla="*/ 68 w 71"/>
                <a:gd name="T27" fmla="*/ 33 h 40"/>
                <a:gd name="T28" fmla="*/ 55 w 71"/>
                <a:gd name="T29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40">
                  <a:moveTo>
                    <a:pt x="55" y="27"/>
                  </a:moveTo>
                  <a:cubicBezTo>
                    <a:pt x="50" y="26"/>
                    <a:pt x="48" y="24"/>
                    <a:pt x="43" y="19"/>
                  </a:cubicBezTo>
                  <a:cubicBezTo>
                    <a:pt x="39" y="13"/>
                    <a:pt x="36" y="8"/>
                    <a:pt x="34" y="4"/>
                  </a:cubicBezTo>
                  <a:cubicBezTo>
                    <a:pt x="32" y="0"/>
                    <a:pt x="26" y="2"/>
                    <a:pt x="18" y="2"/>
                  </a:cubicBezTo>
                  <a:cubicBezTo>
                    <a:pt x="11" y="2"/>
                    <a:pt x="6" y="5"/>
                    <a:pt x="4" y="9"/>
                  </a:cubicBezTo>
                  <a:cubicBezTo>
                    <a:pt x="1" y="14"/>
                    <a:pt x="6" y="17"/>
                    <a:pt x="3" y="18"/>
                  </a:cubicBezTo>
                  <a:cubicBezTo>
                    <a:pt x="0" y="19"/>
                    <a:pt x="2" y="23"/>
                    <a:pt x="6" y="26"/>
                  </a:cubicBezTo>
                  <a:cubicBezTo>
                    <a:pt x="9" y="30"/>
                    <a:pt x="13" y="28"/>
                    <a:pt x="15" y="31"/>
                  </a:cubicBezTo>
                  <a:cubicBezTo>
                    <a:pt x="18" y="34"/>
                    <a:pt x="15" y="37"/>
                    <a:pt x="19" y="38"/>
                  </a:cubicBezTo>
                  <a:cubicBezTo>
                    <a:pt x="23" y="40"/>
                    <a:pt x="26" y="38"/>
                    <a:pt x="30" y="36"/>
                  </a:cubicBezTo>
                  <a:cubicBezTo>
                    <a:pt x="33" y="33"/>
                    <a:pt x="29" y="30"/>
                    <a:pt x="34" y="31"/>
                  </a:cubicBezTo>
                  <a:cubicBezTo>
                    <a:pt x="39" y="32"/>
                    <a:pt x="34" y="39"/>
                    <a:pt x="43" y="39"/>
                  </a:cubicBezTo>
                  <a:cubicBezTo>
                    <a:pt x="43" y="39"/>
                    <a:pt x="54" y="37"/>
                    <a:pt x="62" y="36"/>
                  </a:cubicBezTo>
                  <a:cubicBezTo>
                    <a:pt x="71" y="35"/>
                    <a:pt x="67" y="35"/>
                    <a:pt x="68" y="33"/>
                  </a:cubicBezTo>
                  <a:cubicBezTo>
                    <a:pt x="69" y="30"/>
                    <a:pt x="61" y="28"/>
                    <a:pt x="55" y="2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2" name="i$ļïḋe"/>
            <p:cNvSpPr/>
            <p:nvPr/>
          </p:nvSpPr>
          <p:spPr bwMode="auto">
            <a:xfrm>
              <a:off x="8302165" y="1305655"/>
              <a:ext cx="48222" cy="31783"/>
            </a:xfrm>
            <a:custGeom>
              <a:avLst/>
              <a:gdLst>
                <a:gd name="T0" fmla="*/ 10 w 96"/>
                <a:gd name="T1" fmla="*/ 45 h 62"/>
                <a:gd name="T2" fmla="*/ 4 w 96"/>
                <a:gd name="T3" fmla="*/ 57 h 62"/>
                <a:gd name="T4" fmla="*/ 21 w 96"/>
                <a:gd name="T5" fmla="*/ 56 h 62"/>
                <a:gd name="T6" fmla="*/ 35 w 96"/>
                <a:gd name="T7" fmla="*/ 57 h 62"/>
                <a:gd name="T8" fmla="*/ 38 w 96"/>
                <a:gd name="T9" fmla="*/ 50 h 62"/>
                <a:gd name="T10" fmla="*/ 55 w 96"/>
                <a:gd name="T11" fmla="*/ 46 h 62"/>
                <a:gd name="T12" fmla="*/ 49 w 96"/>
                <a:gd name="T13" fmla="*/ 39 h 62"/>
                <a:gd name="T14" fmla="*/ 61 w 96"/>
                <a:gd name="T15" fmla="*/ 30 h 62"/>
                <a:gd name="T16" fmla="*/ 58 w 96"/>
                <a:gd name="T17" fmla="*/ 20 h 62"/>
                <a:gd name="T18" fmla="*/ 70 w 96"/>
                <a:gd name="T19" fmla="*/ 16 h 62"/>
                <a:gd name="T20" fmla="*/ 77 w 96"/>
                <a:gd name="T21" fmla="*/ 10 h 62"/>
                <a:gd name="T22" fmla="*/ 88 w 96"/>
                <a:gd name="T23" fmla="*/ 14 h 62"/>
                <a:gd name="T24" fmla="*/ 83 w 96"/>
                <a:gd name="T25" fmla="*/ 7 h 62"/>
                <a:gd name="T26" fmla="*/ 68 w 96"/>
                <a:gd name="T27" fmla="*/ 7 h 62"/>
                <a:gd name="T28" fmla="*/ 57 w 96"/>
                <a:gd name="T29" fmla="*/ 3 h 62"/>
                <a:gd name="T30" fmla="*/ 51 w 96"/>
                <a:gd name="T31" fmla="*/ 7 h 62"/>
                <a:gd name="T32" fmla="*/ 43 w 96"/>
                <a:gd name="T33" fmla="*/ 13 h 62"/>
                <a:gd name="T34" fmla="*/ 28 w 96"/>
                <a:gd name="T35" fmla="*/ 17 h 62"/>
                <a:gd name="T36" fmla="*/ 30 w 96"/>
                <a:gd name="T37" fmla="*/ 30 h 62"/>
                <a:gd name="T38" fmla="*/ 16 w 96"/>
                <a:gd name="T39" fmla="*/ 34 h 62"/>
                <a:gd name="T40" fmla="*/ 4 w 96"/>
                <a:gd name="T41" fmla="*/ 37 h 62"/>
                <a:gd name="T42" fmla="*/ 10 w 96"/>
                <a:gd name="T43" fmla="*/ 45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62">
                  <a:moveTo>
                    <a:pt x="10" y="45"/>
                  </a:moveTo>
                  <a:cubicBezTo>
                    <a:pt x="13" y="49"/>
                    <a:pt x="8" y="52"/>
                    <a:pt x="4" y="57"/>
                  </a:cubicBezTo>
                  <a:cubicBezTo>
                    <a:pt x="0" y="62"/>
                    <a:pt x="15" y="58"/>
                    <a:pt x="21" y="56"/>
                  </a:cubicBezTo>
                  <a:cubicBezTo>
                    <a:pt x="21" y="56"/>
                    <a:pt x="33" y="56"/>
                    <a:pt x="35" y="57"/>
                  </a:cubicBezTo>
                  <a:cubicBezTo>
                    <a:pt x="37" y="58"/>
                    <a:pt x="37" y="55"/>
                    <a:pt x="38" y="50"/>
                  </a:cubicBezTo>
                  <a:cubicBezTo>
                    <a:pt x="39" y="45"/>
                    <a:pt x="47" y="47"/>
                    <a:pt x="55" y="46"/>
                  </a:cubicBezTo>
                  <a:cubicBezTo>
                    <a:pt x="62" y="44"/>
                    <a:pt x="52" y="42"/>
                    <a:pt x="49" y="39"/>
                  </a:cubicBezTo>
                  <a:cubicBezTo>
                    <a:pt x="46" y="35"/>
                    <a:pt x="55" y="32"/>
                    <a:pt x="61" y="30"/>
                  </a:cubicBezTo>
                  <a:cubicBezTo>
                    <a:pt x="67" y="27"/>
                    <a:pt x="60" y="23"/>
                    <a:pt x="58" y="20"/>
                  </a:cubicBezTo>
                  <a:cubicBezTo>
                    <a:pt x="56" y="18"/>
                    <a:pt x="63" y="18"/>
                    <a:pt x="70" y="16"/>
                  </a:cubicBezTo>
                  <a:cubicBezTo>
                    <a:pt x="76" y="14"/>
                    <a:pt x="77" y="15"/>
                    <a:pt x="77" y="10"/>
                  </a:cubicBezTo>
                  <a:cubicBezTo>
                    <a:pt x="76" y="6"/>
                    <a:pt x="80" y="14"/>
                    <a:pt x="88" y="14"/>
                  </a:cubicBezTo>
                  <a:cubicBezTo>
                    <a:pt x="96" y="14"/>
                    <a:pt x="85" y="9"/>
                    <a:pt x="83" y="7"/>
                  </a:cubicBezTo>
                  <a:cubicBezTo>
                    <a:pt x="80" y="5"/>
                    <a:pt x="72" y="7"/>
                    <a:pt x="68" y="7"/>
                  </a:cubicBezTo>
                  <a:cubicBezTo>
                    <a:pt x="64" y="7"/>
                    <a:pt x="59" y="5"/>
                    <a:pt x="57" y="3"/>
                  </a:cubicBezTo>
                  <a:cubicBezTo>
                    <a:pt x="54" y="0"/>
                    <a:pt x="54" y="3"/>
                    <a:pt x="51" y="7"/>
                  </a:cubicBezTo>
                  <a:cubicBezTo>
                    <a:pt x="47" y="10"/>
                    <a:pt x="45" y="14"/>
                    <a:pt x="43" y="13"/>
                  </a:cubicBezTo>
                  <a:cubicBezTo>
                    <a:pt x="41" y="13"/>
                    <a:pt x="32" y="15"/>
                    <a:pt x="28" y="17"/>
                  </a:cubicBezTo>
                  <a:cubicBezTo>
                    <a:pt x="24" y="20"/>
                    <a:pt x="32" y="26"/>
                    <a:pt x="30" y="30"/>
                  </a:cubicBezTo>
                  <a:cubicBezTo>
                    <a:pt x="27" y="35"/>
                    <a:pt x="24" y="34"/>
                    <a:pt x="16" y="34"/>
                  </a:cubicBezTo>
                  <a:cubicBezTo>
                    <a:pt x="9" y="33"/>
                    <a:pt x="8" y="35"/>
                    <a:pt x="4" y="37"/>
                  </a:cubicBezTo>
                  <a:cubicBezTo>
                    <a:pt x="0" y="40"/>
                    <a:pt x="8" y="41"/>
                    <a:pt x="10" y="4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3" name="işḷiḍè"/>
            <p:cNvSpPr/>
            <p:nvPr/>
          </p:nvSpPr>
          <p:spPr bwMode="auto">
            <a:xfrm>
              <a:off x="7937212" y="1371412"/>
              <a:ext cx="53703" cy="27398"/>
            </a:xfrm>
            <a:custGeom>
              <a:avLst/>
              <a:gdLst>
                <a:gd name="T0" fmla="*/ 104 w 107"/>
                <a:gd name="T1" fmla="*/ 6 h 54"/>
                <a:gd name="T2" fmla="*/ 85 w 107"/>
                <a:gd name="T3" fmla="*/ 2 h 54"/>
                <a:gd name="T4" fmla="*/ 65 w 107"/>
                <a:gd name="T5" fmla="*/ 9 h 54"/>
                <a:gd name="T6" fmla="*/ 53 w 107"/>
                <a:gd name="T7" fmla="*/ 6 h 54"/>
                <a:gd name="T8" fmla="*/ 26 w 107"/>
                <a:gd name="T9" fmla="*/ 22 h 54"/>
                <a:gd name="T10" fmla="*/ 3 w 107"/>
                <a:gd name="T11" fmla="*/ 46 h 54"/>
                <a:gd name="T12" fmla="*/ 23 w 107"/>
                <a:gd name="T13" fmla="*/ 52 h 54"/>
                <a:gd name="T14" fmla="*/ 40 w 107"/>
                <a:gd name="T15" fmla="*/ 54 h 54"/>
                <a:gd name="T16" fmla="*/ 54 w 107"/>
                <a:gd name="T17" fmla="*/ 47 h 54"/>
                <a:gd name="T18" fmla="*/ 75 w 107"/>
                <a:gd name="T19" fmla="*/ 44 h 54"/>
                <a:gd name="T20" fmla="*/ 93 w 107"/>
                <a:gd name="T21" fmla="*/ 31 h 54"/>
                <a:gd name="T22" fmla="*/ 104 w 107"/>
                <a:gd name="T23" fmla="*/ 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7" h="54">
                  <a:moveTo>
                    <a:pt x="104" y="6"/>
                  </a:moveTo>
                  <a:cubicBezTo>
                    <a:pt x="107" y="0"/>
                    <a:pt x="89" y="2"/>
                    <a:pt x="85" y="2"/>
                  </a:cubicBezTo>
                  <a:cubicBezTo>
                    <a:pt x="81" y="1"/>
                    <a:pt x="75" y="8"/>
                    <a:pt x="65" y="9"/>
                  </a:cubicBezTo>
                  <a:cubicBezTo>
                    <a:pt x="56" y="9"/>
                    <a:pt x="59" y="4"/>
                    <a:pt x="53" y="6"/>
                  </a:cubicBezTo>
                  <a:cubicBezTo>
                    <a:pt x="46" y="7"/>
                    <a:pt x="32" y="14"/>
                    <a:pt x="26" y="22"/>
                  </a:cubicBezTo>
                  <a:cubicBezTo>
                    <a:pt x="19" y="30"/>
                    <a:pt x="0" y="44"/>
                    <a:pt x="3" y="46"/>
                  </a:cubicBezTo>
                  <a:cubicBezTo>
                    <a:pt x="7" y="47"/>
                    <a:pt x="14" y="51"/>
                    <a:pt x="23" y="52"/>
                  </a:cubicBezTo>
                  <a:cubicBezTo>
                    <a:pt x="32" y="52"/>
                    <a:pt x="32" y="54"/>
                    <a:pt x="40" y="54"/>
                  </a:cubicBezTo>
                  <a:cubicBezTo>
                    <a:pt x="47" y="54"/>
                    <a:pt x="49" y="49"/>
                    <a:pt x="54" y="47"/>
                  </a:cubicBezTo>
                  <a:cubicBezTo>
                    <a:pt x="59" y="45"/>
                    <a:pt x="61" y="49"/>
                    <a:pt x="75" y="44"/>
                  </a:cubicBezTo>
                  <a:cubicBezTo>
                    <a:pt x="75" y="44"/>
                    <a:pt x="87" y="37"/>
                    <a:pt x="93" y="31"/>
                  </a:cubicBezTo>
                  <a:cubicBezTo>
                    <a:pt x="99" y="24"/>
                    <a:pt x="101" y="13"/>
                    <a:pt x="104" y="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4" name="ïṧľiḑê"/>
            <p:cNvSpPr/>
            <p:nvPr/>
          </p:nvSpPr>
          <p:spPr bwMode="auto">
            <a:xfrm>
              <a:off x="7862686" y="1259625"/>
              <a:ext cx="305771" cy="124940"/>
            </a:xfrm>
            <a:custGeom>
              <a:avLst/>
              <a:gdLst>
                <a:gd name="T0" fmla="*/ 5 w 605"/>
                <a:gd name="T1" fmla="*/ 245 h 247"/>
                <a:gd name="T2" fmla="*/ 50 w 605"/>
                <a:gd name="T3" fmla="*/ 220 h 247"/>
                <a:gd name="T4" fmla="*/ 81 w 605"/>
                <a:gd name="T5" fmla="*/ 208 h 247"/>
                <a:gd name="T6" fmla="*/ 97 w 605"/>
                <a:gd name="T7" fmla="*/ 195 h 247"/>
                <a:gd name="T8" fmla="*/ 126 w 605"/>
                <a:gd name="T9" fmla="*/ 189 h 247"/>
                <a:gd name="T10" fmla="*/ 149 w 605"/>
                <a:gd name="T11" fmla="*/ 182 h 247"/>
                <a:gd name="T12" fmla="*/ 158 w 605"/>
                <a:gd name="T13" fmla="*/ 183 h 247"/>
                <a:gd name="T14" fmla="*/ 186 w 605"/>
                <a:gd name="T15" fmla="*/ 171 h 247"/>
                <a:gd name="T16" fmla="*/ 220 w 605"/>
                <a:gd name="T17" fmla="*/ 163 h 247"/>
                <a:gd name="T18" fmla="*/ 237 w 605"/>
                <a:gd name="T19" fmla="*/ 163 h 247"/>
                <a:gd name="T20" fmla="*/ 250 w 605"/>
                <a:gd name="T21" fmla="*/ 167 h 247"/>
                <a:gd name="T22" fmla="*/ 272 w 605"/>
                <a:gd name="T23" fmla="*/ 161 h 247"/>
                <a:gd name="T24" fmla="*/ 276 w 605"/>
                <a:gd name="T25" fmla="*/ 165 h 247"/>
                <a:gd name="T26" fmla="*/ 287 w 605"/>
                <a:gd name="T27" fmla="*/ 153 h 247"/>
                <a:gd name="T28" fmla="*/ 290 w 605"/>
                <a:gd name="T29" fmla="*/ 145 h 247"/>
                <a:gd name="T30" fmla="*/ 308 w 605"/>
                <a:gd name="T31" fmla="*/ 140 h 247"/>
                <a:gd name="T32" fmla="*/ 320 w 605"/>
                <a:gd name="T33" fmla="*/ 142 h 247"/>
                <a:gd name="T34" fmla="*/ 366 w 605"/>
                <a:gd name="T35" fmla="*/ 114 h 247"/>
                <a:gd name="T36" fmla="*/ 373 w 605"/>
                <a:gd name="T37" fmla="*/ 119 h 247"/>
                <a:gd name="T38" fmla="*/ 397 w 605"/>
                <a:gd name="T39" fmla="*/ 105 h 247"/>
                <a:gd name="T40" fmla="*/ 413 w 605"/>
                <a:gd name="T41" fmla="*/ 99 h 247"/>
                <a:gd name="T42" fmla="*/ 430 w 605"/>
                <a:gd name="T43" fmla="*/ 89 h 247"/>
                <a:gd name="T44" fmla="*/ 461 w 605"/>
                <a:gd name="T45" fmla="*/ 76 h 247"/>
                <a:gd name="T46" fmla="*/ 482 w 605"/>
                <a:gd name="T47" fmla="*/ 65 h 247"/>
                <a:gd name="T48" fmla="*/ 507 w 605"/>
                <a:gd name="T49" fmla="*/ 54 h 247"/>
                <a:gd name="T50" fmla="*/ 536 w 605"/>
                <a:gd name="T51" fmla="*/ 46 h 247"/>
                <a:gd name="T52" fmla="*/ 577 w 605"/>
                <a:gd name="T53" fmla="*/ 30 h 247"/>
                <a:gd name="T54" fmla="*/ 603 w 605"/>
                <a:gd name="T55" fmla="*/ 24 h 247"/>
                <a:gd name="T56" fmla="*/ 573 w 605"/>
                <a:gd name="T57" fmla="*/ 10 h 247"/>
                <a:gd name="T58" fmla="*/ 531 w 605"/>
                <a:gd name="T59" fmla="*/ 8 h 247"/>
                <a:gd name="T60" fmla="*/ 505 w 605"/>
                <a:gd name="T61" fmla="*/ 3 h 247"/>
                <a:gd name="T62" fmla="*/ 462 w 605"/>
                <a:gd name="T63" fmla="*/ 5 h 247"/>
                <a:gd name="T64" fmla="*/ 418 w 605"/>
                <a:gd name="T65" fmla="*/ 16 h 247"/>
                <a:gd name="T66" fmla="*/ 390 w 605"/>
                <a:gd name="T67" fmla="*/ 31 h 247"/>
                <a:gd name="T68" fmla="*/ 370 w 605"/>
                <a:gd name="T69" fmla="*/ 41 h 247"/>
                <a:gd name="T70" fmla="*/ 301 w 605"/>
                <a:gd name="T71" fmla="*/ 70 h 247"/>
                <a:gd name="T72" fmla="*/ 267 w 605"/>
                <a:gd name="T73" fmla="*/ 83 h 247"/>
                <a:gd name="T74" fmla="*/ 202 w 605"/>
                <a:gd name="T75" fmla="*/ 109 h 247"/>
                <a:gd name="T76" fmla="*/ 148 w 605"/>
                <a:gd name="T77" fmla="*/ 134 h 247"/>
                <a:gd name="T78" fmla="*/ 100 w 605"/>
                <a:gd name="T79" fmla="*/ 158 h 247"/>
                <a:gd name="T80" fmla="*/ 39 w 605"/>
                <a:gd name="T81" fmla="*/ 195 h 247"/>
                <a:gd name="T82" fmla="*/ 6 w 605"/>
                <a:gd name="T83" fmla="*/ 234 h 247"/>
                <a:gd name="T84" fmla="*/ 5 w 605"/>
                <a:gd name="T85" fmla="*/ 245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5" h="247">
                  <a:moveTo>
                    <a:pt x="5" y="245"/>
                  </a:moveTo>
                  <a:cubicBezTo>
                    <a:pt x="11" y="242"/>
                    <a:pt x="44" y="224"/>
                    <a:pt x="50" y="220"/>
                  </a:cubicBezTo>
                  <a:cubicBezTo>
                    <a:pt x="57" y="217"/>
                    <a:pt x="75" y="212"/>
                    <a:pt x="81" y="208"/>
                  </a:cubicBezTo>
                  <a:cubicBezTo>
                    <a:pt x="87" y="203"/>
                    <a:pt x="89" y="197"/>
                    <a:pt x="97" y="195"/>
                  </a:cubicBezTo>
                  <a:cubicBezTo>
                    <a:pt x="106" y="193"/>
                    <a:pt x="119" y="193"/>
                    <a:pt x="126" y="189"/>
                  </a:cubicBezTo>
                  <a:cubicBezTo>
                    <a:pt x="133" y="186"/>
                    <a:pt x="149" y="182"/>
                    <a:pt x="149" y="182"/>
                  </a:cubicBezTo>
                  <a:cubicBezTo>
                    <a:pt x="149" y="182"/>
                    <a:pt x="152" y="187"/>
                    <a:pt x="158" y="183"/>
                  </a:cubicBezTo>
                  <a:cubicBezTo>
                    <a:pt x="165" y="180"/>
                    <a:pt x="180" y="174"/>
                    <a:pt x="186" y="171"/>
                  </a:cubicBezTo>
                  <a:cubicBezTo>
                    <a:pt x="192" y="168"/>
                    <a:pt x="216" y="165"/>
                    <a:pt x="220" y="163"/>
                  </a:cubicBezTo>
                  <a:cubicBezTo>
                    <a:pt x="225" y="162"/>
                    <a:pt x="235" y="160"/>
                    <a:pt x="237" y="163"/>
                  </a:cubicBezTo>
                  <a:cubicBezTo>
                    <a:pt x="239" y="167"/>
                    <a:pt x="245" y="169"/>
                    <a:pt x="250" y="167"/>
                  </a:cubicBezTo>
                  <a:cubicBezTo>
                    <a:pt x="254" y="166"/>
                    <a:pt x="272" y="161"/>
                    <a:pt x="272" y="161"/>
                  </a:cubicBezTo>
                  <a:cubicBezTo>
                    <a:pt x="276" y="165"/>
                    <a:pt x="276" y="165"/>
                    <a:pt x="276" y="165"/>
                  </a:cubicBezTo>
                  <a:cubicBezTo>
                    <a:pt x="285" y="161"/>
                    <a:pt x="293" y="156"/>
                    <a:pt x="287" y="153"/>
                  </a:cubicBezTo>
                  <a:cubicBezTo>
                    <a:pt x="282" y="151"/>
                    <a:pt x="285" y="148"/>
                    <a:pt x="290" y="145"/>
                  </a:cubicBezTo>
                  <a:cubicBezTo>
                    <a:pt x="294" y="142"/>
                    <a:pt x="310" y="137"/>
                    <a:pt x="308" y="140"/>
                  </a:cubicBezTo>
                  <a:cubicBezTo>
                    <a:pt x="305" y="143"/>
                    <a:pt x="309" y="148"/>
                    <a:pt x="320" y="142"/>
                  </a:cubicBezTo>
                  <a:cubicBezTo>
                    <a:pt x="331" y="135"/>
                    <a:pt x="363" y="113"/>
                    <a:pt x="366" y="114"/>
                  </a:cubicBezTo>
                  <a:cubicBezTo>
                    <a:pt x="368" y="115"/>
                    <a:pt x="367" y="122"/>
                    <a:pt x="373" y="119"/>
                  </a:cubicBezTo>
                  <a:cubicBezTo>
                    <a:pt x="379" y="116"/>
                    <a:pt x="392" y="107"/>
                    <a:pt x="397" y="105"/>
                  </a:cubicBezTo>
                  <a:cubicBezTo>
                    <a:pt x="402" y="102"/>
                    <a:pt x="413" y="102"/>
                    <a:pt x="413" y="99"/>
                  </a:cubicBezTo>
                  <a:cubicBezTo>
                    <a:pt x="413" y="95"/>
                    <a:pt x="426" y="88"/>
                    <a:pt x="430" y="89"/>
                  </a:cubicBezTo>
                  <a:cubicBezTo>
                    <a:pt x="433" y="89"/>
                    <a:pt x="457" y="78"/>
                    <a:pt x="461" y="76"/>
                  </a:cubicBezTo>
                  <a:cubicBezTo>
                    <a:pt x="464" y="74"/>
                    <a:pt x="477" y="69"/>
                    <a:pt x="482" y="65"/>
                  </a:cubicBezTo>
                  <a:cubicBezTo>
                    <a:pt x="487" y="61"/>
                    <a:pt x="497" y="57"/>
                    <a:pt x="507" y="54"/>
                  </a:cubicBezTo>
                  <a:cubicBezTo>
                    <a:pt x="517" y="51"/>
                    <a:pt x="522" y="52"/>
                    <a:pt x="536" y="46"/>
                  </a:cubicBezTo>
                  <a:cubicBezTo>
                    <a:pt x="550" y="40"/>
                    <a:pt x="571" y="30"/>
                    <a:pt x="577" y="30"/>
                  </a:cubicBezTo>
                  <a:cubicBezTo>
                    <a:pt x="583" y="30"/>
                    <a:pt x="605" y="29"/>
                    <a:pt x="603" y="24"/>
                  </a:cubicBezTo>
                  <a:cubicBezTo>
                    <a:pt x="601" y="18"/>
                    <a:pt x="584" y="14"/>
                    <a:pt x="573" y="10"/>
                  </a:cubicBezTo>
                  <a:cubicBezTo>
                    <a:pt x="562" y="6"/>
                    <a:pt x="547" y="9"/>
                    <a:pt x="531" y="8"/>
                  </a:cubicBezTo>
                  <a:cubicBezTo>
                    <a:pt x="515" y="6"/>
                    <a:pt x="525" y="7"/>
                    <a:pt x="505" y="3"/>
                  </a:cubicBezTo>
                  <a:cubicBezTo>
                    <a:pt x="484" y="0"/>
                    <a:pt x="470" y="4"/>
                    <a:pt x="462" y="5"/>
                  </a:cubicBezTo>
                  <a:cubicBezTo>
                    <a:pt x="453" y="7"/>
                    <a:pt x="428" y="11"/>
                    <a:pt x="418" y="16"/>
                  </a:cubicBezTo>
                  <a:cubicBezTo>
                    <a:pt x="408" y="20"/>
                    <a:pt x="392" y="25"/>
                    <a:pt x="390" y="31"/>
                  </a:cubicBezTo>
                  <a:cubicBezTo>
                    <a:pt x="388" y="37"/>
                    <a:pt x="387" y="36"/>
                    <a:pt x="370" y="41"/>
                  </a:cubicBezTo>
                  <a:cubicBezTo>
                    <a:pt x="353" y="46"/>
                    <a:pt x="308" y="66"/>
                    <a:pt x="301" y="70"/>
                  </a:cubicBezTo>
                  <a:cubicBezTo>
                    <a:pt x="293" y="74"/>
                    <a:pt x="277" y="77"/>
                    <a:pt x="267" y="83"/>
                  </a:cubicBezTo>
                  <a:cubicBezTo>
                    <a:pt x="257" y="88"/>
                    <a:pt x="219" y="100"/>
                    <a:pt x="202" y="109"/>
                  </a:cubicBezTo>
                  <a:cubicBezTo>
                    <a:pt x="185" y="118"/>
                    <a:pt x="162" y="126"/>
                    <a:pt x="148" y="134"/>
                  </a:cubicBezTo>
                  <a:cubicBezTo>
                    <a:pt x="133" y="142"/>
                    <a:pt x="119" y="147"/>
                    <a:pt x="100" y="158"/>
                  </a:cubicBezTo>
                  <a:cubicBezTo>
                    <a:pt x="81" y="169"/>
                    <a:pt x="51" y="188"/>
                    <a:pt x="39" y="195"/>
                  </a:cubicBezTo>
                  <a:cubicBezTo>
                    <a:pt x="27" y="202"/>
                    <a:pt x="11" y="229"/>
                    <a:pt x="6" y="234"/>
                  </a:cubicBezTo>
                  <a:cubicBezTo>
                    <a:pt x="1" y="239"/>
                    <a:pt x="0" y="247"/>
                    <a:pt x="5" y="24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5" name="ïṥḻíḍè"/>
            <p:cNvSpPr/>
            <p:nvPr/>
          </p:nvSpPr>
          <p:spPr bwMode="auto">
            <a:xfrm>
              <a:off x="8167363" y="1300174"/>
              <a:ext cx="41645" cy="23015"/>
            </a:xfrm>
            <a:custGeom>
              <a:avLst/>
              <a:gdLst>
                <a:gd name="T0" fmla="*/ 17 w 82"/>
                <a:gd name="T1" fmla="*/ 21 h 46"/>
                <a:gd name="T2" fmla="*/ 21 w 82"/>
                <a:gd name="T3" fmla="*/ 23 h 46"/>
                <a:gd name="T4" fmla="*/ 18 w 82"/>
                <a:gd name="T5" fmla="*/ 37 h 46"/>
                <a:gd name="T6" fmla="*/ 34 w 82"/>
                <a:gd name="T7" fmla="*/ 39 h 46"/>
                <a:gd name="T8" fmla="*/ 36 w 82"/>
                <a:gd name="T9" fmla="*/ 28 h 46"/>
                <a:gd name="T10" fmla="*/ 53 w 82"/>
                <a:gd name="T11" fmla="*/ 18 h 46"/>
                <a:gd name="T12" fmla="*/ 76 w 82"/>
                <a:gd name="T13" fmla="*/ 8 h 46"/>
                <a:gd name="T14" fmla="*/ 35 w 82"/>
                <a:gd name="T15" fmla="*/ 5 h 46"/>
                <a:gd name="T16" fmla="*/ 33 w 82"/>
                <a:gd name="T17" fmla="*/ 16 h 46"/>
                <a:gd name="T18" fmla="*/ 26 w 82"/>
                <a:gd name="T19" fmla="*/ 13 h 46"/>
                <a:gd name="T20" fmla="*/ 19 w 82"/>
                <a:gd name="T21" fmla="*/ 8 h 46"/>
                <a:gd name="T22" fmla="*/ 12 w 82"/>
                <a:gd name="T23" fmla="*/ 4 h 46"/>
                <a:gd name="T24" fmla="*/ 7 w 82"/>
                <a:gd name="T25" fmla="*/ 20 h 46"/>
                <a:gd name="T26" fmla="*/ 17 w 82"/>
                <a:gd name="T27" fmla="*/ 2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2" h="46">
                  <a:moveTo>
                    <a:pt x="17" y="21"/>
                  </a:moveTo>
                  <a:cubicBezTo>
                    <a:pt x="22" y="17"/>
                    <a:pt x="16" y="23"/>
                    <a:pt x="21" y="23"/>
                  </a:cubicBezTo>
                  <a:cubicBezTo>
                    <a:pt x="25" y="23"/>
                    <a:pt x="23" y="29"/>
                    <a:pt x="18" y="37"/>
                  </a:cubicBezTo>
                  <a:cubicBezTo>
                    <a:pt x="12" y="46"/>
                    <a:pt x="23" y="45"/>
                    <a:pt x="34" y="39"/>
                  </a:cubicBezTo>
                  <a:cubicBezTo>
                    <a:pt x="34" y="39"/>
                    <a:pt x="37" y="32"/>
                    <a:pt x="36" y="28"/>
                  </a:cubicBezTo>
                  <a:cubicBezTo>
                    <a:pt x="35" y="24"/>
                    <a:pt x="46" y="22"/>
                    <a:pt x="53" y="18"/>
                  </a:cubicBezTo>
                  <a:cubicBezTo>
                    <a:pt x="59" y="14"/>
                    <a:pt x="70" y="12"/>
                    <a:pt x="76" y="8"/>
                  </a:cubicBezTo>
                  <a:cubicBezTo>
                    <a:pt x="82" y="3"/>
                    <a:pt x="39" y="3"/>
                    <a:pt x="35" y="5"/>
                  </a:cubicBezTo>
                  <a:cubicBezTo>
                    <a:pt x="30" y="6"/>
                    <a:pt x="36" y="14"/>
                    <a:pt x="33" y="16"/>
                  </a:cubicBezTo>
                  <a:cubicBezTo>
                    <a:pt x="31" y="18"/>
                    <a:pt x="29" y="13"/>
                    <a:pt x="26" y="13"/>
                  </a:cubicBezTo>
                  <a:cubicBezTo>
                    <a:pt x="24" y="14"/>
                    <a:pt x="19" y="16"/>
                    <a:pt x="19" y="8"/>
                  </a:cubicBezTo>
                  <a:cubicBezTo>
                    <a:pt x="19" y="0"/>
                    <a:pt x="17" y="2"/>
                    <a:pt x="12" y="4"/>
                  </a:cubicBezTo>
                  <a:cubicBezTo>
                    <a:pt x="7" y="6"/>
                    <a:pt x="14" y="11"/>
                    <a:pt x="7" y="20"/>
                  </a:cubicBezTo>
                  <a:cubicBezTo>
                    <a:pt x="0" y="28"/>
                    <a:pt x="12" y="24"/>
                    <a:pt x="17" y="2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6" name="îšḻíḓé"/>
            <p:cNvSpPr/>
            <p:nvPr/>
          </p:nvSpPr>
          <p:spPr bwMode="auto">
            <a:xfrm>
              <a:off x="8191474" y="1311136"/>
              <a:ext cx="19728" cy="6577"/>
            </a:xfrm>
            <a:custGeom>
              <a:avLst/>
              <a:gdLst>
                <a:gd name="T0" fmla="*/ 15 w 39"/>
                <a:gd name="T1" fmla="*/ 2 h 14"/>
                <a:gd name="T2" fmla="*/ 0 w 39"/>
                <a:gd name="T3" fmla="*/ 12 h 14"/>
                <a:gd name="T4" fmla="*/ 12 w 39"/>
                <a:gd name="T5" fmla="*/ 11 h 14"/>
                <a:gd name="T6" fmla="*/ 30 w 39"/>
                <a:gd name="T7" fmla="*/ 7 h 14"/>
                <a:gd name="T8" fmla="*/ 15 w 39"/>
                <a:gd name="T9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4">
                  <a:moveTo>
                    <a:pt x="15" y="2"/>
                  </a:moveTo>
                  <a:cubicBezTo>
                    <a:pt x="7" y="1"/>
                    <a:pt x="3" y="6"/>
                    <a:pt x="0" y="12"/>
                  </a:cubicBezTo>
                  <a:cubicBezTo>
                    <a:pt x="0" y="12"/>
                    <a:pt x="6" y="11"/>
                    <a:pt x="12" y="11"/>
                  </a:cubicBezTo>
                  <a:cubicBezTo>
                    <a:pt x="18" y="11"/>
                    <a:pt x="21" y="14"/>
                    <a:pt x="30" y="7"/>
                  </a:cubicBezTo>
                  <a:cubicBezTo>
                    <a:pt x="39" y="0"/>
                    <a:pt x="24" y="3"/>
                    <a:pt x="15" y="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7" name="ïṣļíḓè"/>
            <p:cNvSpPr/>
            <p:nvPr/>
          </p:nvSpPr>
          <p:spPr bwMode="auto">
            <a:xfrm>
              <a:off x="7874741" y="1688143"/>
              <a:ext cx="8768" cy="10960"/>
            </a:xfrm>
            <a:custGeom>
              <a:avLst/>
              <a:gdLst>
                <a:gd name="T0" fmla="*/ 10 w 16"/>
                <a:gd name="T1" fmla="*/ 1 h 23"/>
                <a:gd name="T2" fmla="*/ 2 w 16"/>
                <a:gd name="T3" fmla="*/ 11 h 23"/>
                <a:gd name="T4" fmla="*/ 3 w 16"/>
                <a:gd name="T5" fmla="*/ 23 h 23"/>
                <a:gd name="T6" fmla="*/ 8 w 16"/>
                <a:gd name="T7" fmla="*/ 22 h 23"/>
                <a:gd name="T8" fmla="*/ 13 w 16"/>
                <a:gd name="T9" fmla="*/ 8 h 23"/>
                <a:gd name="T10" fmla="*/ 10 w 16"/>
                <a:gd name="T11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3">
                  <a:moveTo>
                    <a:pt x="10" y="1"/>
                  </a:moveTo>
                  <a:cubicBezTo>
                    <a:pt x="6" y="2"/>
                    <a:pt x="0" y="7"/>
                    <a:pt x="2" y="11"/>
                  </a:cubicBezTo>
                  <a:cubicBezTo>
                    <a:pt x="3" y="14"/>
                    <a:pt x="1" y="16"/>
                    <a:pt x="3" y="23"/>
                  </a:cubicBezTo>
                  <a:cubicBezTo>
                    <a:pt x="3" y="23"/>
                    <a:pt x="5" y="23"/>
                    <a:pt x="8" y="22"/>
                  </a:cubicBezTo>
                  <a:cubicBezTo>
                    <a:pt x="10" y="21"/>
                    <a:pt x="16" y="14"/>
                    <a:pt x="13" y="8"/>
                  </a:cubicBezTo>
                  <a:cubicBezTo>
                    <a:pt x="10" y="2"/>
                    <a:pt x="14" y="0"/>
                    <a:pt x="10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8" name="îş1iḍe"/>
            <p:cNvSpPr/>
            <p:nvPr/>
          </p:nvSpPr>
          <p:spPr bwMode="auto">
            <a:xfrm>
              <a:off x="7887893" y="1692528"/>
              <a:ext cx="7672" cy="7672"/>
            </a:xfrm>
            <a:custGeom>
              <a:avLst/>
              <a:gdLst>
                <a:gd name="T0" fmla="*/ 0 w 14"/>
                <a:gd name="T1" fmla="*/ 12 h 14"/>
                <a:gd name="T2" fmla="*/ 10 w 14"/>
                <a:gd name="T3" fmla="*/ 14 h 14"/>
                <a:gd name="T4" fmla="*/ 11 w 14"/>
                <a:gd name="T5" fmla="*/ 3 h 14"/>
                <a:gd name="T6" fmla="*/ 0 w 14"/>
                <a:gd name="T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4">
                  <a:moveTo>
                    <a:pt x="0" y="12"/>
                  </a:moveTo>
                  <a:cubicBezTo>
                    <a:pt x="0" y="12"/>
                    <a:pt x="5" y="14"/>
                    <a:pt x="10" y="14"/>
                  </a:cubicBezTo>
                  <a:cubicBezTo>
                    <a:pt x="14" y="14"/>
                    <a:pt x="14" y="6"/>
                    <a:pt x="11" y="3"/>
                  </a:cubicBezTo>
                  <a:cubicBezTo>
                    <a:pt x="7" y="0"/>
                    <a:pt x="0" y="7"/>
                    <a:pt x="0" y="1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9" name="ïślïďe"/>
            <p:cNvSpPr/>
            <p:nvPr/>
          </p:nvSpPr>
          <p:spPr bwMode="auto">
            <a:xfrm>
              <a:off x="7886797" y="1682664"/>
              <a:ext cx="12055" cy="9864"/>
            </a:xfrm>
            <a:custGeom>
              <a:avLst/>
              <a:gdLst>
                <a:gd name="T0" fmla="*/ 20 w 24"/>
                <a:gd name="T1" fmla="*/ 4 h 20"/>
                <a:gd name="T2" fmla="*/ 6 w 24"/>
                <a:gd name="T3" fmla="*/ 11 h 20"/>
                <a:gd name="T4" fmla="*/ 7 w 24"/>
                <a:gd name="T5" fmla="*/ 19 h 20"/>
                <a:gd name="T6" fmla="*/ 18 w 24"/>
                <a:gd name="T7" fmla="*/ 17 h 20"/>
                <a:gd name="T8" fmla="*/ 20 w 24"/>
                <a:gd name="T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0">
                  <a:moveTo>
                    <a:pt x="20" y="4"/>
                  </a:moveTo>
                  <a:cubicBezTo>
                    <a:pt x="18" y="0"/>
                    <a:pt x="11" y="3"/>
                    <a:pt x="6" y="11"/>
                  </a:cubicBezTo>
                  <a:cubicBezTo>
                    <a:pt x="0" y="20"/>
                    <a:pt x="2" y="20"/>
                    <a:pt x="7" y="19"/>
                  </a:cubicBezTo>
                  <a:cubicBezTo>
                    <a:pt x="7" y="19"/>
                    <a:pt x="12" y="20"/>
                    <a:pt x="18" y="17"/>
                  </a:cubicBezTo>
                  <a:cubicBezTo>
                    <a:pt x="24" y="15"/>
                    <a:pt x="22" y="7"/>
                    <a:pt x="20" y="4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0" name="iṩḻîďé"/>
            <p:cNvSpPr/>
            <p:nvPr/>
          </p:nvSpPr>
          <p:spPr bwMode="auto">
            <a:xfrm>
              <a:off x="7902141" y="1678279"/>
              <a:ext cx="9864" cy="10960"/>
            </a:xfrm>
            <a:custGeom>
              <a:avLst/>
              <a:gdLst>
                <a:gd name="T0" fmla="*/ 9 w 20"/>
                <a:gd name="T1" fmla="*/ 20 h 22"/>
                <a:gd name="T2" fmla="*/ 17 w 20"/>
                <a:gd name="T3" fmla="*/ 13 h 22"/>
                <a:gd name="T4" fmla="*/ 13 w 20"/>
                <a:gd name="T5" fmla="*/ 3 h 22"/>
                <a:gd name="T6" fmla="*/ 3 w 20"/>
                <a:gd name="T7" fmla="*/ 16 h 22"/>
                <a:gd name="T8" fmla="*/ 9 w 20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2">
                  <a:moveTo>
                    <a:pt x="9" y="20"/>
                  </a:moveTo>
                  <a:cubicBezTo>
                    <a:pt x="15" y="18"/>
                    <a:pt x="15" y="17"/>
                    <a:pt x="17" y="13"/>
                  </a:cubicBezTo>
                  <a:cubicBezTo>
                    <a:pt x="20" y="10"/>
                    <a:pt x="17" y="6"/>
                    <a:pt x="13" y="3"/>
                  </a:cubicBezTo>
                  <a:cubicBezTo>
                    <a:pt x="9" y="0"/>
                    <a:pt x="0" y="11"/>
                    <a:pt x="3" y="16"/>
                  </a:cubicBezTo>
                  <a:cubicBezTo>
                    <a:pt x="3" y="16"/>
                    <a:pt x="3" y="22"/>
                    <a:pt x="9" y="2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1" name="íṩ1ïḑè"/>
            <p:cNvSpPr/>
            <p:nvPr/>
          </p:nvSpPr>
          <p:spPr bwMode="auto">
            <a:xfrm>
              <a:off x="7950363" y="1676087"/>
              <a:ext cx="6577" cy="6577"/>
            </a:xfrm>
            <a:custGeom>
              <a:avLst/>
              <a:gdLst>
                <a:gd name="T0" fmla="*/ 9 w 13"/>
                <a:gd name="T1" fmla="*/ 2 h 12"/>
                <a:gd name="T2" fmla="*/ 2 w 13"/>
                <a:gd name="T3" fmla="*/ 12 h 12"/>
                <a:gd name="T4" fmla="*/ 9 w 13"/>
                <a:gd name="T5" fmla="*/ 9 h 12"/>
                <a:gd name="T6" fmla="*/ 9 w 13"/>
                <a:gd name="T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2">
                  <a:moveTo>
                    <a:pt x="9" y="2"/>
                  </a:moveTo>
                  <a:cubicBezTo>
                    <a:pt x="7" y="0"/>
                    <a:pt x="0" y="9"/>
                    <a:pt x="2" y="12"/>
                  </a:cubicBezTo>
                  <a:cubicBezTo>
                    <a:pt x="2" y="12"/>
                    <a:pt x="6" y="11"/>
                    <a:pt x="9" y="9"/>
                  </a:cubicBezTo>
                  <a:cubicBezTo>
                    <a:pt x="13" y="7"/>
                    <a:pt x="11" y="3"/>
                    <a:pt x="9" y="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2" name="ïŝľïḑè"/>
            <p:cNvSpPr/>
            <p:nvPr/>
          </p:nvSpPr>
          <p:spPr bwMode="auto">
            <a:xfrm>
              <a:off x="8000777" y="1750612"/>
              <a:ext cx="8768" cy="6577"/>
            </a:xfrm>
            <a:custGeom>
              <a:avLst/>
              <a:gdLst>
                <a:gd name="T0" fmla="*/ 7 w 16"/>
                <a:gd name="T1" fmla="*/ 1 h 13"/>
                <a:gd name="T2" fmla="*/ 1 w 16"/>
                <a:gd name="T3" fmla="*/ 11 h 13"/>
                <a:gd name="T4" fmla="*/ 10 w 16"/>
                <a:gd name="T5" fmla="*/ 9 h 13"/>
                <a:gd name="T6" fmla="*/ 7 w 16"/>
                <a:gd name="T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3">
                  <a:moveTo>
                    <a:pt x="7" y="1"/>
                  </a:moveTo>
                  <a:cubicBezTo>
                    <a:pt x="3" y="1"/>
                    <a:pt x="0" y="8"/>
                    <a:pt x="1" y="11"/>
                  </a:cubicBezTo>
                  <a:cubicBezTo>
                    <a:pt x="1" y="11"/>
                    <a:pt x="3" y="13"/>
                    <a:pt x="10" y="9"/>
                  </a:cubicBezTo>
                  <a:cubicBezTo>
                    <a:pt x="16" y="4"/>
                    <a:pt x="12" y="0"/>
                    <a:pt x="7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3" name="ïšḷídè"/>
            <p:cNvSpPr/>
            <p:nvPr/>
          </p:nvSpPr>
          <p:spPr bwMode="auto">
            <a:xfrm>
              <a:off x="8482999" y="2098031"/>
              <a:ext cx="6577" cy="4383"/>
            </a:xfrm>
            <a:custGeom>
              <a:avLst/>
              <a:gdLst>
                <a:gd name="T0" fmla="*/ 5 w 13"/>
                <a:gd name="T1" fmla="*/ 1 h 9"/>
                <a:gd name="T2" fmla="*/ 6 w 13"/>
                <a:gd name="T3" fmla="*/ 9 h 9"/>
                <a:gd name="T4" fmla="*/ 13 w 13"/>
                <a:gd name="T5" fmla="*/ 4 h 9"/>
                <a:gd name="T6" fmla="*/ 5 w 13"/>
                <a:gd name="T7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9">
                  <a:moveTo>
                    <a:pt x="5" y="1"/>
                  </a:moveTo>
                  <a:cubicBezTo>
                    <a:pt x="0" y="0"/>
                    <a:pt x="0" y="7"/>
                    <a:pt x="6" y="9"/>
                  </a:cubicBezTo>
                  <a:cubicBezTo>
                    <a:pt x="6" y="9"/>
                    <a:pt x="12" y="7"/>
                    <a:pt x="13" y="4"/>
                  </a:cubicBezTo>
                  <a:cubicBezTo>
                    <a:pt x="13" y="0"/>
                    <a:pt x="10" y="3"/>
                    <a:pt x="5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4" name="ïṩliḋé"/>
            <p:cNvSpPr/>
            <p:nvPr/>
          </p:nvSpPr>
          <p:spPr bwMode="auto">
            <a:xfrm>
              <a:off x="8498341" y="2088167"/>
              <a:ext cx="16439" cy="13151"/>
            </a:xfrm>
            <a:custGeom>
              <a:avLst/>
              <a:gdLst>
                <a:gd name="T0" fmla="*/ 20 w 32"/>
                <a:gd name="T1" fmla="*/ 1 h 27"/>
                <a:gd name="T2" fmla="*/ 6 w 32"/>
                <a:gd name="T3" fmla="*/ 18 h 27"/>
                <a:gd name="T4" fmla="*/ 11 w 32"/>
                <a:gd name="T5" fmla="*/ 24 h 27"/>
                <a:gd name="T6" fmla="*/ 25 w 32"/>
                <a:gd name="T7" fmla="*/ 23 h 27"/>
                <a:gd name="T8" fmla="*/ 30 w 32"/>
                <a:gd name="T9" fmla="*/ 14 h 27"/>
                <a:gd name="T10" fmla="*/ 20 w 32"/>
                <a:gd name="T11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7">
                  <a:moveTo>
                    <a:pt x="20" y="1"/>
                  </a:moveTo>
                  <a:cubicBezTo>
                    <a:pt x="15" y="0"/>
                    <a:pt x="0" y="9"/>
                    <a:pt x="6" y="18"/>
                  </a:cubicBezTo>
                  <a:cubicBezTo>
                    <a:pt x="6" y="18"/>
                    <a:pt x="8" y="21"/>
                    <a:pt x="11" y="24"/>
                  </a:cubicBezTo>
                  <a:cubicBezTo>
                    <a:pt x="15" y="27"/>
                    <a:pt x="19" y="26"/>
                    <a:pt x="25" y="23"/>
                  </a:cubicBezTo>
                  <a:cubicBezTo>
                    <a:pt x="32" y="20"/>
                    <a:pt x="31" y="18"/>
                    <a:pt x="30" y="14"/>
                  </a:cubicBezTo>
                  <a:cubicBezTo>
                    <a:pt x="29" y="10"/>
                    <a:pt x="26" y="2"/>
                    <a:pt x="20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5" name="íşḷiḍè"/>
            <p:cNvSpPr/>
            <p:nvPr/>
          </p:nvSpPr>
          <p:spPr bwMode="auto">
            <a:xfrm>
              <a:off x="7616096" y="1262912"/>
              <a:ext cx="1390768" cy="1413783"/>
            </a:xfrm>
            <a:custGeom>
              <a:avLst/>
              <a:gdLst>
                <a:gd name="T0" fmla="*/ 2672 w 2749"/>
                <a:gd name="T1" fmla="*/ 1350 h 2796"/>
                <a:gd name="T2" fmla="*/ 2677 w 2749"/>
                <a:gd name="T3" fmla="*/ 1084 h 2796"/>
                <a:gd name="T4" fmla="*/ 2493 w 2749"/>
                <a:gd name="T5" fmla="*/ 613 h 2796"/>
                <a:gd name="T6" fmla="*/ 1584 w 2749"/>
                <a:gd name="T7" fmla="*/ 71 h 2796"/>
                <a:gd name="T8" fmla="*/ 1561 w 2749"/>
                <a:gd name="T9" fmla="*/ 128 h 2796"/>
                <a:gd name="T10" fmla="*/ 1619 w 2749"/>
                <a:gd name="T11" fmla="*/ 219 h 2796"/>
                <a:gd name="T12" fmla="*/ 1510 w 2749"/>
                <a:gd name="T13" fmla="*/ 191 h 2796"/>
                <a:gd name="T14" fmla="*/ 1353 w 2749"/>
                <a:gd name="T15" fmla="*/ 245 h 2796"/>
                <a:gd name="T16" fmla="*/ 1240 w 2749"/>
                <a:gd name="T17" fmla="*/ 288 h 2796"/>
                <a:gd name="T18" fmla="*/ 1186 w 2749"/>
                <a:gd name="T19" fmla="*/ 207 h 2796"/>
                <a:gd name="T20" fmla="*/ 1045 w 2749"/>
                <a:gd name="T21" fmla="*/ 218 h 2796"/>
                <a:gd name="T22" fmla="*/ 914 w 2749"/>
                <a:gd name="T23" fmla="*/ 312 h 2796"/>
                <a:gd name="T24" fmla="*/ 842 w 2749"/>
                <a:gd name="T25" fmla="*/ 416 h 2796"/>
                <a:gd name="T26" fmla="*/ 992 w 2749"/>
                <a:gd name="T27" fmla="*/ 382 h 2796"/>
                <a:gd name="T28" fmla="*/ 1074 w 2749"/>
                <a:gd name="T29" fmla="*/ 307 h 2796"/>
                <a:gd name="T30" fmla="*/ 1045 w 2749"/>
                <a:gd name="T31" fmla="*/ 416 h 2796"/>
                <a:gd name="T32" fmla="*/ 945 w 2749"/>
                <a:gd name="T33" fmla="*/ 498 h 2796"/>
                <a:gd name="T34" fmla="*/ 769 w 2749"/>
                <a:gd name="T35" fmla="*/ 508 h 2796"/>
                <a:gd name="T36" fmla="*/ 560 w 2749"/>
                <a:gd name="T37" fmla="*/ 597 h 2796"/>
                <a:gd name="T38" fmla="*/ 540 w 2749"/>
                <a:gd name="T39" fmla="*/ 684 h 2796"/>
                <a:gd name="T40" fmla="*/ 331 w 2749"/>
                <a:gd name="T41" fmla="*/ 856 h 2796"/>
                <a:gd name="T42" fmla="*/ 601 w 2749"/>
                <a:gd name="T43" fmla="*/ 758 h 2796"/>
                <a:gd name="T44" fmla="*/ 798 w 2749"/>
                <a:gd name="T45" fmla="*/ 904 h 2796"/>
                <a:gd name="T46" fmla="*/ 771 w 2749"/>
                <a:gd name="T47" fmla="*/ 725 h 2796"/>
                <a:gd name="T48" fmla="*/ 887 w 2749"/>
                <a:gd name="T49" fmla="*/ 851 h 2796"/>
                <a:gd name="T50" fmla="*/ 957 w 2749"/>
                <a:gd name="T51" fmla="*/ 923 h 2796"/>
                <a:gd name="T52" fmla="*/ 1038 w 2749"/>
                <a:gd name="T53" fmla="*/ 921 h 2796"/>
                <a:gd name="T54" fmla="*/ 1236 w 2749"/>
                <a:gd name="T55" fmla="*/ 1020 h 2796"/>
                <a:gd name="T56" fmla="*/ 879 w 2749"/>
                <a:gd name="T57" fmla="*/ 1055 h 2796"/>
                <a:gd name="T58" fmla="*/ 685 w 2749"/>
                <a:gd name="T59" fmla="*/ 927 h 2796"/>
                <a:gd name="T60" fmla="*/ 351 w 2749"/>
                <a:gd name="T61" fmla="*/ 908 h 2796"/>
                <a:gd name="T62" fmla="*/ 105 w 2749"/>
                <a:gd name="T63" fmla="*/ 1155 h 2796"/>
                <a:gd name="T64" fmla="*/ 17 w 2749"/>
                <a:gd name="T65" fmla="*/ 1514 h 2796"/>
                <a:gd name="T66" fmla="*/ 263 w 2749"/>
                <a:gd name="T67" fmla="*/ 1788 h 2796"/>
                <a:gd name="T68" fmla="*/ 515 w 2749"/>
                <a:gd name="T69" fmla="*/ 1933 h 2796"/>
                <a:gd name="T70" fmla="*/ 611 w 2749"/>
                <a:gd name="T71" fmla="*/ 2174 h 2796"/>
                <a:gd name="T72" fmla="*/ 694 w 2749"/>
                <a:gd name="T73" fmla="*/ 2513 h 2796"/>
                <a:gd name="T74" fmla="*/ 974 w 2749"/>
                <a:gd name="T75" fmla="*/ 2793 h 2796"/>
                <a:gd name="T76" fmla="*/ 1235 w 2749"/>
                <a:gd name="T77" fmla="*/ 2524 h 2796"/>
                <a:gd name="T78" fmla="*/ 1379 w 2749"/>
                <a:gd name="T79" fmla="*/ 2286 h 2796"/>
                <a:gd name="T80" fmla="*/ 1534 w 2749"/>
                <a:gd name="T81" fmla="*/ 1962 h 2796"/>
                <a:gd name="T82" fmla="*/ 1629 w 2749"/>
                <a:gd name="T83" fmla="*/ 1686 h 2796"/>
                <a:gd name="T84" fmla="*/ 1296 w 2749"/>
                <a:gd name="T85" fmla="*/ 1412 h 2796"/>
                <a:gd name="T86" fmla="*/ 1159 w 2749"/>
                <a:gd name="T87" fmla="*/ 1173 h 2796"/>
                <a:gd name="T88" fmla="*/ 1335 w 2749"/>
                <a:gd name="T89" fmla="*/ 1402 h 2796"/>
                <a:gd name="T90" fmla="*/ 1659 w 2749"/>
                <a:gd name="T91" fmla="*/ 1574 h 2796"/>
                <a:gd name="T92" fmla="*/ 1862 w 2749"/>
                <a:gd name="T93" fmla="*/ 1394 h 2796"/>
                <a:gd name="T94" fmla="*/ 1639 w 2749"/>
                <a:gd name="T95" fmla="*/ 1251 h 2796"/>
                <a:gd name="T96" fmla="*/ 1642 w 2749"/>
                <a:gd name="T97" fmla="*/ 1195 h 2796"/>
                <a:gd name="T98" fmla="*/ 2034 w 2749"/>
                <a:gd name="T99" fmla="*/ 1243 h 2796"/>
                <a:gd name="T100" fmla="*/ 2159 w 2749"/>
                <a:gd name="T101" fmla="*/ 1314 h 2796"/>
                <a:gd name="T102" fmla="*/ 2364 w 2749"/>
                <a:gd name="T103" fmla="*/ 1600 h 2796"/>
                <a:gd name="T104" fmla="*/ 2420 w 2749"/>
                <a:gd name="T105" fmla="*/ 1301 h 2796"/>
                <a:gd name="T106" fmla="*/ 2536 w 2749"/>
                <a:gd name="T107" fmla="*/ 1227 h 2796"/>
                <a:gd name="T108" fmla="*/ 2660 w 2749"/>
                <a:gd name="T109" fmla="*/ 1489 h 2796"/>
                <a:gd name="T110" fmla="*/ 1077 w 2749"/>
                <a:gd name="T111" fmla="*/ 851 h 2796"/>
                <a:gd name="T112" fmla="*/ 1076 w 2749"/>
                <a:gd name="T113" fmla="*/ 788 h 2796"/>
                <a:gd name="T114" fmla="*/ 1246 w 2749"/>
                <a:gd name="T115" fmla="*/ 722 h 2796"/>
                <a:gd name="T116" fmla="*/ 1262 w 2749"/>
                <a:gd name="T117" fmla="*/ 723 h 2796"/>
                <a:gd name="T118" fmla="*/ 1542 w 2749"/>
                <a:gd name="T119" fmla="*/ 880 h 2796"/>
                <a:gd name="T120" fmla="*/ 1489 w 2749"/>
                <a:gd name="T121" fmla="*/ 763 h 2796"/>
                <a:gd name="T122" fmla="*/ 1573 w 2749"/>
                <a:gd name="T123" fmla="*/ 706 h 2796"/>
                <a:gd name="T124" fmla="*/ 1621 w 2749"/>
                <a:gd name="T125" fmla="*/ 807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49" h="2796">
                  <a:moveTo>
                    <a:pt x="2745" y="1635"/>
                  </a:moveTo>
                  <a:cubicBezTo>
                    <a:pt x="2745" y="1630"/>
                    <a:pt x="2739" y="1608"/>
                    <a:pt x="2736" y="1599"/>
                  </a:cubicBezTo>
                  <a:cubicBezTo>
                    <a:pt x="2733" y="1591"/>
                    <a:pt x="2736" y="1571"/>
                    <a:pt x="2738" y="1563"/>
                  </a:cubicBezTo>
                  <a:cubicBezTo>
                    <a:pt x="2739" y="1555"/>
                    <a:pt x="2734" y="1552"/>
                    <a:pt x="2729" y="1545"/>
                  </a:cubicBezTo>
                  <a:cubicBezTo>
                    <a:pt x="2723" y="1538"/>
                    <a:pt x="2722" y="1534"/>
                    <a:pt x="2718" y="1524"/>
                  </a:cubicBezTo>
                  <a:cubicBezTo>
                    <a:pt x="2714" y="1514"/>
                    <a:pt x="2711" y="1522"/>
                    <a:pt x="2706" y="1519"/>
                  </a:cubicBezTo>
                  <a:cubicBezTo>
                    <a:pt x="2700" y="1517"/>
                    <a:pt x="2698" y="1500"/>
                    <a:pt x="2697" y="1493"/>
                  </a:cubicBezTo>
                  <a:cubicBezTo>
                    <a:pt x="2696" y="1487"/>
                    <a:pt x="2690" y="1475"/>
                    <a:pt x="2686" y="1466"/>
                  </a:cubicBezTo>
                  <a:cubicBezTo>
                    <a:pt x="2682" y="1456"/>
                    <a:pt x="2682" y="1466"/>
                    <a:pt x="2677" y="1469"/>
                  </a:cubicBezTo>
                  <a:cubicBezTo>
                    <a:pt x="2672" y="1472"/>
                    <a:pt x="2674" y="1459"/>
                    <a:pt x="2674" y="1449"/>
                  </a:cubicBezTo>
                  <a:cubicBezTo>
                    <a:pt x="2673" y="1439"/>
                    <a:pt x="2677" y="1429"/>
                    <a:pt x="2679" y="1422"/>
                  </a:cubicBezTo>
                  <a:cubicBezTo>
                    <a:pt x="2680" y="1414"/>
                    <a:pt x="2680" y="1408"/>
                    <a:pt x="2676" y="1402"/>
                  </a:cubicBezTo>
                  <a:cubicBezTo>
                    <a:pt x="2673" y="1396"/>
                    <a:pt x="2674" y="1384"/>
                    <a:pt x="2674" y="1375"/>
                  </a:cubicBezTo>
                  <a:cubicBezTo>
                    <a:pt x="2673" y="1367"/>
                    <a:pt x="2667" y="1354"/>
                    <a:pt x="2672" y="1350"/>
                  </a:cubicBezTo>
                  <a:cubicBezTo>
                    <a:pt x="2676" y="1347"/>
                    <a:pt x="2676" y="1359"/>
                    <a:pt x="2681" y="1362"/>
                  </a:cubicBezTo>
                  <a:cubicBezTo>
                    <a:pt x="2685" y="1364"/>
                    <a:pt x="2689" y="1356"/>
                    <a:pt x="2690" y="1359"/>
                  </a:cubicBezTo>
                  <a:cubicBezTo>
                    <a:pt x="2690" y="1362"/>
                    <a:pt x="2699" y="1395"/>
                    <a:pt x="2710" y="1400"/>
                  </a:cubicBezTo>
                  <a:cubicBezTo>
                    <a:pt x="2721" y="1405"/>
                    <a:pt x="2722" y="1402"/>
                    <a:pt x="2726" y="1410"/>
                  </a:cubicBezTo>
                  <a:cubicBezTo>
                    <a:pt x="2730" y="1417"/>
                    <a:pt x="2726" y="1445"/>
                    <a:pt x="2729" y="1452"/>
                  </a:cubicBezTo>
                  <a:cubicBezTo>
                    <a:pt x="2731" y="1460"/>
                    <a:pt x="2734" y="1447"/>
                    <a:pt x="2736" y="1429"/>
                  </a:cubicBezTo>
                  <a:cubicBezTo>
                    <a:pt x="2739" y="1411"/>
                    <a:pt x="2741" y="1406"/>
                    <a:pt x="2737" y="1393"/>
                  </a:cubicBezTo>
                  <a:cubicBezTo>
                    <a:pt x="2734" y="1379"/>
                    <a:pt x="2741" y="1376"/>
                    <a:pt x="2745" y="1364"/>
                  </a:cubicBezTo>
                  <a:cubicBezTo>
                    <a:pt x="2749" y="1352"/>
                    <a:pt x="2745" y="1318"/>
                    <a:pt x="2741" y="1297"/>
                  </a:cubicBezTo>
                  <a:cubicBezTo>
                    <a:pt x="2737" y="1275"/>
                    <a:pt x="2722" y="1241"/>
                    <a:pt x="2706" y="1214"/>
                  </a:cubicBezTo>
                  <a:cubicBezTo>
                    <a:pt x="2689" y="1186"/>
                    <a:pt x="2686" y="1180"/>
                    <a:pt x="2680" y="1168"/>
                  </a:cubicBezTo>
                  <a:cubicBezTo>
                    <a:pt x="2673" y="1155"/>
                    <a:pt x="2670" y="1142"/>
                    <a:pt x="2667" y="1129"/>
                  </a:cubicBezTo>
                  <a:cubicBezTo>
                    <a:pt x="2663" y="1116"/>
                    <a:pt x="2666" y="1095"/>
                    <a:pt x="2666" y="1085"/>
                  </a:cubicBezTo>
                  <a:cubicBezTo>
                    <a:pt x="2666" y="1075"/>
                    <a:pt x="2673" y="1074"/>
                    <a:pt x="2677" y="1084"/>
                  </a:cubicBezTo>
                  <a:cubicBezTo>
                    <a:pt x="2682" y="1093"/>
                    <a:pt x="2685" y="1116"/>
                    <a:pt x="2685" y="1131"/>
                  </a:cubicBezTo>
                  <a:cubicBezTo>
                    <a:pt x="2684" y="1145"/>
                    <a:pt x="2694" y="1155"/>
                    <a:pt x="2702" y="1155"/>
                  </a:cubicBezTo>
                  <a:cubicBezTo>
                    <a:pt x="2710" y="1156"/>
                    <a:pt x="2703" y="1139"/>
                    <a:pt x="2701" y="1125"/>
                  </a:cubicBezTo>
                  <a:cubicBezTo>
                    <a:pt x="2699" y="1111"/>
                    <a:pt x="2686" y="1082"/>
                    <a:pt x="2681" y="1073"/>
                  </a:cubicBezTo>
                  <a:cubicBezTo>
                    <a:pt x="2676" y="1064"/>
                    <a:pt x="2686" y="1066"/>
                    <a:pt x="2686" y="1053"/>
                  </a:cubicBezTo>
                  <a:cubicBezTo>
                    <a:pt x="2686" y="1039"/>
                    <a:pt x="2684" y="1030"/>
                    <a:pt x="2681" y="1020"/>
                  </a:cubicBezTo>
                  <a:cubicBezTo>
                    <a:pt x="2677" y="1010"/>
                    <a:pt x="2685" y="1017"/>
                    <a:pt x="2686" y="1009"/>
                  </a:cubicBezTo>
                  <a:cubicBezTo>
                    <a:pt x="2688" y="1002"/>
                    <a:pt x="2682" y="961"/>
                    <a:pt x="2680" y="950"/>
                  </a:cubicBezTo>
                  <a:cubicBezTo>
                    <a:pt x="2679" y="938"/>
                    <a:pt x="2660" y="894"/>
                    <a:pt x="2650" y="874"/>
                  </a:cubicBezTo>
                  <a:cubicBezTo>
                    <a:pt x="2639" y="854"/>
                    <a:pt x="2613" y="791"/>
                    <a:pt x="2607" y="775"/>
                  </a:cubicBezTo>
                  <a:cubicBezTo>
                    <a:pt x="2601" y="758"/>
                    <a:pt x="2590" y="733"/>
                    <a:pt x="2586" y="728"/>
                  </a:cubicBezTo>
                  <a:cubicBezTo>
                    <a:pt x="2583" y="724"/>
                    <a:pt x="2555" y="701"/>
                    <a:pt x="2547" y="692"/>
                  </a:cubicBezTo>
                  <a:cubicBezTo>
                    <a:pt x="2539" y="683"/>
                    <a:pt x="2524" y="656"/>
                    <a:pt x="2517" y="630"/>
                  </a:cubicBezTo>
                  <a:cubicBezTo>
                    <a:pt x="2510" y="604"/>
                    <a:pt x="2509" y="617"/>
                    <a:pt x="2493" y="613"/>
                  </a:cubicBezTo>
                  <a:cubicBezTo>
                    <a:pt x="2478" y="609"/>
                    <a:pt x="2488" y="619"/>
                    <a:pt x="2479" y="609"/>
                  </a:cubicBezTo>
                  <a:cubicBezTo>
                    <a:pt x="2470" y="599"/>
                    <a:pt x="2480" y="586"/>
                    <a:pt x="2487" y="582"/>
                  </a:cubicBezTo>
                  <a:cubicBezTo>
                    <a:pt x="2494" y="578"/>
                    <a:pt x="2493" y="576"/>
                    <a:pt x="2496" y="561"/>
                  </a:cubicBezTo>
                  <a:cubicBezTo>
                    <a:pt x="2497" y="557"/>
                    <a:pt x="2498" y="552"/>
                    <a:pt x="2500" y="546"/>
                  </a:cubicBezTo>
                  <a:cubicBezTo>
                    <a:pt x="2291" y="277"/>
                    <a:pt x="2002" y="92"/>
                    <a:pt x="1685" y="7"/>
                  </a:cubicBezTo>
                  <a:cubicBezTo>
                    <a:pt x="1675" y="8"/>
                    <a:pt x="1649" y="5"/>
                    <a:pt x="1632" y="3"/>
                  </a:cubicBezTo>
                  <a:cubicBezTo>
                    <a:pt x="1613" y="0"/>
                    <a:pt x="1629" y="10"/>
                    <a:pt x="1640" y="19"/>
                  </a:cubicBezTo>
                  <a:cubicBezTo>
                    <a:pt x="1652" y="28"/>
                    <a:pt x="1705" y="26"/>
                    <a:pt x="1722" y="35"/>
                  </a:cubicBezTo>
                  <a:cubicBezTo>
                    <a:pt x="1738" y="44"/>
                    <a:pt x="1731" y="50"/>
                    <a:pt x="1719" y="48"/>
                  </a:cubicBezTo>
                  <a:cubicBezTo>
                    <a:pt x="1706" y="46"/>
                    <a:pt x="1693" y="49"/>
                    <a:pt x="1688" y="58"/>
                  </a:cubicBezTo>
                  <a:cubicBezTo>
                    <a:pt x="1684" y="67"/>
                    <a:pt x="1683" y="74"/>
                    <a:pt x="1675" y="78"/>
                  </a:cubicBezTo>
                  <a:cubicBezTo>
                    <a:pt x="1666" y="82"/>
                    <a:pt x="1631" y="52"/>
                    <a:pt x="1623" y="47"/>
                  </a:cubicBezTo>
                  <a:cubicBezTo>
                    <a:pt x="1615" y="42"/>
                    <a:pt x="1598" y="54"/>
                    <a:pt x="1583" y="54"/>
                  </a:cubicBezTo>
                  <a:cubicBezTo>
                    <a:pt x="1569" y="54"/>
                    <a:pt x="1594" y="65"/>
                    <a:pt x="1584" y="71"/>
                  </a:cubicBezTo>
                  <a:cubicBezTo>
                    <a:pt x="1574" y="76"/>
                    <a:pt x="1581" y="66"/>
                    <a:pt x="1574" y="64"/>
                  </a:cubicBezTo>
                  <a:cubicBezTo>
                    <a:pt x="1568" y="62"/>
                    <a:pt x="1561" y="66"/>
                    <a:pt x="1554" y="65"/>
                  </a:cubicBezTo>
                  <a:cubicBezTo>
                    <a:pt x="1547" y="63"/>
                    <a:pt x="1547" y="70"/>
                    <a:pt x="1545" y="75"/>
                  </a:cubicBezTo>
                  <a:cubicBezTo>
                    <a:pt x="1543" y="80"/>
                    <a:pt x="1549" y="77"/>
                    <a:pt x="1557" y="80"/>
                  </a:cubicBezTo>
                  <a:cubicBezTo>
                    <a:pt x="1564" y="83"/>
                    <a:pt x="1556" y="90"/>
                    <a:pt x="1550" y="95"/>
                  </a:cubicBezTo>
                  <a:cubicBezTo>
                    <a:pt x="1543" y="99"/>
                    <a:pt x="1552" y="103"/>
                    <a:pt x="1561" y="106"/>
                  </a:cubicBezTo>
                  <a:cubicBezTo>
                    <a:pt x="1570" y="110"/>
                    <a:pt x="1581" y="106"/>
                    <a:pt x="1585" y="108"/>
                  </a:cubicBezTo>
                  <a:cubicBezTo>
                    <a:pt x="1590" y="110"/>
                    <a:pt x="1576" y="114"/>
                    <a:pt x="1569" y="117"/>
                  </a:cubicBezTo>
                  <a:cubicBezTo>
                    <a:pt x="1563" y="121"/>
                    <a:pt x="1578" y="123"/>
                    <a:pt x="1582" y="128"/>
                  </a:cubicBezTo>
                  <a:cubicBezTo>
                    <a:pt x="1587" y="133"/>
                    <a:pt x="1593" y="131"/>
                    <a:pt x="1604" y="133"/>
                  </a:cubicBezTo>
                  <a:cubicBezTo>
                    <a:pt x="1616" y="136"/>
                    <a:pt x="1632" y="148"/>
                    <a:pt x="1633" y="153"/>
                  </a:cubicBezTo>
                  <a:cubicBezTo>
                    <a:pt x="1634" y="158"/>
                    <a:pt x="1605" y="139"/>
                    <a:pt x="1597" y="136"/>
                  </a:cubicBezTo>
                  <a:cubicBezTo>
                    <a:pt x="1589" y="134"/>
                    <a:pt x="1580" y="138"/>
                    <a:pt x="1576" y="136"/>
                  </a:cubicBezTo>
                  <a:cubicBezTo>
                    <a:pt x="1571" y="134"/>
                    <a:pt x="1572" y="127"/>
                    <a:pt x="1561" y="128"/>
                  </a:cubicBezTo>
                  <a:cubicBezTo>
                    <a:pt x="1549" y="129"/>
                    <a:pt x="1559" y="134"/>
                    <a:pt x="1563" y="140"/>
                  </a:cubicBezTo>
                  <a:cubicBezTo>
                    <a:pt x="1567" y="145"/>
                    <a:pt x="1581" y="148"/>
                    <a:pt x="1582" y="155"/>
                  </a:cubicBezTo>
                  <a:cubicBezTo>
                    <a:pt x="1584" y="161"/>
                    <a:pt x="1570" y="153"/>
                    <a:pt x="1565" y="150"/>
                  </a:cubicBezTo>
                  <a:cubicBezTo>
                    <a:pt x="1559" y="146"/>
                    <a:pt x="1551" y="139"/>
                    <a:pt x="1546" y="134"/>
                  </a:cubicBezTo>
                  <a:cubicBezTo>
                    <a:pt x="1542" y="128"/>
                    <a:pt x="1537" y="131"/>
                    <a:pt x="1536" y="135"/>
                  </a:cubicBezTo>
                  <a:cubicBezTo>
                    <a:pt x="1536" y="139"/>
                    <a:pt x="1547" y="145"/>
                    <a:pt x="1549" y="149"/>
                  </a:cubicBezTo>
                  <a:cubicBezTo>
                    <a:pt x="1551" y="154"/>
                    <a:pt x="1560" y="159"/>
                    <a:pt x="1568" y="166"/>
                  </a:cubicBezTo>
                  <a:cubicBezTo>
                    <a:pt x="1575" y="173"/>
                    <a:pt x="1586" y="181"/>
                    <a:pt x="1596" y="184"/>
                  </a:cubicBezTo>
                  <a:cubicBezTo>
                    <a:pt x="1605" y="188"/>
                    <a:pt x="1612" y="184"/>
                    <a:pt x="1623" y="186"/>
                  </a:cubicBezTo>
                  <a:cubicBezTo>
                    <a:pt x="1635" y="187"/>
                    <a:pt x="1642" y="194"/>
                    <a:pt x="1649" y="197"/>
                  </a:cubicBezTo>
                  <a:cubicBezTo>
                    <a:pt x="1656" y="200"/>
                    <a:pt x="1662" y="200"/>
                    <a:pt x="1659" y="208"/>
                  </a:cubicBezTo>
                  <a:cubicBezTo>
                    <a:pt x="1657" y="215"/>
                    <a:pt x="1637" y="198"/>
                    <a:pt x="1631" y="194"/>
                  </a:cubicBezTo>
                  <a:cubicBezTo>
                    <a:pt x="1626" y="190"/>
                    <a:pt x="1614" y="189"/>
                    <a:pt x="1606" y="191"/>
                  </a:cubicBezTo>
                  <a:cubicBezTo>
                    <a:pt x="1597" y="193"/>
                    <a:pt x="1619" y="206"/>
                    <a:pt x="1619" y="219"/>
                  </a:cubicBezTo>
                  <a:cubicBezTo>
                    <a:pt x="1620" y="232"/>
                    <a:pt x="1609" y="224"/>
                    <a:pt x="1608" y="213"/>
                  </a:cubicBezTo>
                  <a:cubicBezTo>
                    <a:pt x="1606" y="202"/>
                    <a:pt x="1592" y="191"/>
                    <a:pt x="1584" y="186"/>
                  </a:cubicBezTo>
                  <a:cubicBezTo>
                    <a:pt x="1575" y="180"/>
                    <a:pt x="1569" y="179"/>
                    <a:pt x="1566" y="173"/>
                  </a:cubicBezTo>
                  <a:cubicBezTo>
                    <a:pt x="1563" y="166"/>
                    <a:pt x="1554" y="161"/>
                    <a:pt x="1543" y="155"/>
                  </a:cubicBezTo>
                  <a:cubicBezTo>
                    <a:pt x="1531" y="148"/>
                    <a:pt x="1529" y="141"/>
                    <a:pt x="1525" y="139"/>
                  </a:cubicBezTo>
                  <a:cubicBezTo>
                    <a:pt x="1521" y="137"/>
                    <a:pt x="1518" y="140"/>
                    <a:pt x="1515" y="135"/>
                  </a:cubicBezTo>
                  <a:cubicBezTo>
                    <a:pt x="1512" y="131"/>
                    <a:pt x="1502" y="126"/>
                    <a:pt x="1495" y="130"/>
                  </a:cubicBezTo>
                  <a:cubicBezTo>
                    <a:pt x="1488" y="133"/>
                    <a:pt x="1504" y="135"/>
                    <a:pt x="1503" y="143"/>
                  </a:cubicBezTo>
                  <a:cubicBezTo>
                    <a:pt x="1502" y="151"/>
                    <a:pt x="1504" y="153"/>
                    <a:pt x="1502" y="158"/>
                  </a:cubicBezTo>
                  <a:cubicBezTo>
                    <a:pt x="1500" y="163"/>
                    <a:pt x="1502" y="164"/>
                    <a:pt x="1508" y="169"/>
                  </a:cubicBezTo>
                  <a:cubicBezTo>
                    <a:pt x="1514" y="174"/>
                    <a:pt x="1520" y="175"/>
                    <a:pt x="1529" y="180"/>
                  </a:cubicBezTo>
                  <a:cubicBezTo>
                    <a:pt x="1537" y="184"/>
                    <a:pt x="1548" y="185"/>
                    <a:pt x="1547" y="191"/>
                  </a:cubicBezTo>
                  <a:cubicBezTo>
                    <a:pt x="1547" y="197"/>
                    <a:pt x="1546" y="196"/>
                    <a:pt x="1533" y="193"/>
                  </a:cubicBezTo>
                  <a:cubicBezTo>
                    <a:pt x="1519" y="190"/>
                    <a:pt x="1522" y="192"/>
                    <a:pt x="1510" y="191"/>
                  </a:cubicBezTo>
                  <a:cubicBezTo>
                    <a:pt x="1498" y="190"/>
                    <a:pt x="1481" y="192"/>
                    <a:pt x="1470" y="193"/>
                  </a:cubicBezTo>
                  <a:cubicBezTo>
                    <a:pt x="1457" y="194"/>
                    <a:pt x="1460" y="198"/>
                    <a:pt x="1466" y="200"/>
                  </a:cubicBezTo>
                  <a:cubicBezTo>
                    <a:pt x="1472" y="202"/>
                    <a:pt x="1473" y="206"/>
                    <a:pt x="1471" y="214"/>
                  </a:cubicBezTo>
                  <a:cubicBezTo>
                    <a:pt x="1470" y="221"/>
                    <a:pt x="1459" y="210"/>
                    <a:pt x="1453" y="209"/>
                  </a:cubicBezTo>
                  <a:cubicBezTo>
                    <a:pt x="1447" y="208"/>
                    <a:pt x="1438" y="212"/>
                    <a:pt x="1430" y="214"/>
                  </a:cubicBezTo>
                  <a:cubicBezTo>
                    <a:pt x="1422" y="216"/>
                    <a:pt x="1421" y="211"/>
                    <a:pt x="1419" y="208"/>
                  </a:cubicBezTo>
                  <a:cubicBezTo>
                    <a:pt x="1416" y="204"/>
                    <a:pt x="1405" y="211"/>
                    <a:pt x="1400" y="216"/>
                  </a:cubicBezTo>
                  <a:cubicBezTo>
                    <a:pt x="1394" y="221"/>
                    <a:pt x="1386" y="220"/>
                    <a:pt x="1378" y="224"/>
                  </a:cubicBezTo>
                  <a:cubicBezTo>
                    <a:pt x="1370" y="227"/>
                    <a:pt x="1375" y="214"/>
                    <a:pt x="1373" y="210"/>
                  </a:cubicBezTo>
                  <a:cubicBezTo>
                    <a:pt x="1372" y="207"/>
                    <a:pt x="1370" y="213"/>
                    <a:pt x="1361" y="211"/>
                  </a:cubicBezTo>
                  <a:cubicBezTo>
                    <a:pt x="1353" y="209"/>
                    <a:pt x="1352" y="207"/>
                    <a:pt x="1351" y="212"/>
                  </a:cubicBezTo>
                  <a:cubicBezTo>
                    <a:pt x="1351" y="217"/>
                    <a:pt x="1360" y="215"/>
                    <a:pt x="1359" y="220"/>
                  </a:cubicBezTo>
                  <a:cubicBezTo>
                    <a:pt x="1358" y="227"/>
                    <a:pt x="1362" y="226"/>
                    <a:pt x="1366" y="235"/>
                  </a:cubicBezTo>
                  <a:cubicBezTo>
                    <a:pt x="1371" y="244"/>
                    <a:pt x="1362" y="243"/>
                    <a:pt x="1353" y="245"/>
                  </a:cubicBezTo>
                  <a:cubicBezTo>
                    <a:pt x="1343" y="246"/>
                    <a:pt x="1348" y="242"/>
                    <a:pt x="1348" y="231"/>
                  </a:cubicBezTo>
                  <a:cubicBezTo>
                    <a:pt x="1347" y="219"/>
                    <a:pt x="1340" y="218"/>
                    <a:pt x="1331" y="218"/>
                  </a:cubicBezTo>
                  <a:cubicBezTo>
                    <a:pt x="1322" y="218"/>
                    <a:pt x="1323" y="219"/>
                    <a:pt x="1317" y="218"/>
                  </a:cubicBezTo>
                  <a:cubicBezTo>
                    <a:pt x="1312" y="217"/>
                    <a:pt x="1305" y="214"/>
                    <a:pt x="1304" y="219"/>
                  </a:cubicBezTo>
                  <a:cubicBezTo>
                    <a:pt x="1303" y="223"/>
                    <a:pt x="1313" y="223"/>
                    <a:pt x="1316" y="228"/>
                  </a:cubicBezTo>
                  <a:cubicBezTo>
                    <a:pt x="1318" y="233"/>
                    <a:pt x="1317" y="237"/>
                    <a:pt x="1321" y="241"/>
                  </a:cubicBezTo>
                  <a:cubicBezTo>
                    <a:pt x="1326" y="245"/>
                    <a:pt x="1330" y="251"/>
                    <a:pt x="1331" y="257"/>
                  </a:cubicBezTo>
                  <a:cubicBezTo>
                    <a:pt x="1332" y="262"/>
                    <a:pt x="1317" y="260"/>
                    <a:pt x="1314" y="257"/>
                  </a:cubicBezTo>
                  <a:cubicBezTo>
                    <a:pt x="1311" y="253"/>
                    <a:pt x="1307" y="255"/>
                    <a:pt x="1303" y="257"/>
                  </a:cubicBezTo>
                  <a:cubicBezTo>
                    <a:pt x="1300" y="259"/>
                    <a:pt x="1295" y="255"/>
                    <a:pt x="1287" y="256"/>
                  </a:cubicBezTo>
                  <a:cubicBezTo>
                    <a:pt x="1279" y="256"/>
                    <a:pt x="1287" y="261"/>
                    <a:pt x="1277" y="266"/>
                  </a:cubicBezTo>
                  <a:cubicBezTo>
                    <a:pt x="1267" y="271"/>
                    <a:pt x="1267" y="272"/>
                    <a:pt x="1261" y="273"/>
                  </a:cubicBezTo>
                  <a:cubicBezTo>
                    <a:pt x="1254" y="274"/>
                    <a:pt x="1255" y="271"/>
                    <a:pt x="1244" y="274"/>
                  </a:cubicBezTo>
                  <a:cubicBezTo>
                    <a:pt x="1233" y="277"/>
                    <a:pt x="1237" y="280"/>
                    <a:pt x="1240" y="288"/>
                  </a:cubicBezTo>
                  <a:cubicBezTo>
                    <a:pt x="1242" y="296"/>
                    <a:pt x="1250" y="298"/>
                    <a:pt x="1250" y="303"/>
                  </a:cubicBezTo>
                  <a:cubicBezTo>
                    <a:pt x="1251" y="308"/>
                    <a:pt x="1232" y="302"/>
                    <a:pt x="1227" y="296"/>
                  </a:cubicBezTo>
                  <a:cubicBezTo>
                    <a:pt x="1221" y="289"/>
                    <a:pt x="1227" y="279"/>
                    <a:pt x="1228" y="269"/>
                  </a:cubicBezTo>
                  <a:cubicBezTo>
                    <a:pt x="1229" y="258"/>
                    <a:pt x="1220" y="255"/>
                    <a:pt x="1216" y="249"/>
                  </a:cubicBezTo>
                  <a:cubicBezTo>
                    <a:pt x="1213" y="243"/>
                    <a:pt x="1228" y="250"/>
                    <a:pt x="1235" y="256"/>
                  </a:cubicBezTo>
                  <a:cubicBezTo>
                    <a:pt x="1241" y="262"/>
                    <a:pt x="1246" y="258"/>
                    <a:pt x="1259" y="261"/>
                  </a:cubicBezTo>
                  <a:cubicBezTo>
                    <a:pt x="1272" y="263"/>
                    <a:pt x="1278" y="257"/>
                    <a:pt x="1280" y="251"/>
                  </a:cubicBezTo>
                  <a:cubicBezTo>
                    <a:pt x="1283" y="245"/>
                    <a:pt x="1277" y="240"/>
                    <a:pt x="1268" y="236"/>
                  </a:cubicBezTo>
                  <a:cubicBezTo>
                    <a:pt x="1259" y="232"/>
                    <a:pt x="1264" y="233"/>
                    <a:pt x="1261" y="227"/>
                  </a:cubicBezTo>
                  <a:cubicBezTo>
                    <a:pt x="1257" y="220"/>
                    <a:pt x="1254" y="218"/>
                    <a:pt x="1246" y="216"/>
                  </a:cubicBezTo>
                  <a:cubicBezTo>
                    <a:pt x="1238" y="214"/>
                    <a:pt x="1227" y="214"/>
                    <a:pt x="1219" y="213"/>
                  </a:cubicBezTo>
                  <a:cubicBezTo>
                    <a:pt x="1211" y="213"/>
                    <a:pt x="1209" y="216"/>
                    <a:pt x="1206" y="213"/>
                  </a:cubicBezTo>
                  <a:cubicBezTo>
                    <a:pt x="1202" y="209"/>
                    <a:pt x="1206" y="205"/>
                    <a:pt x="1203" y="203"/>
                  </a:cubicBezTo>
                  <a:cubicBezTo>
                    <a:pt x="1200" y="201"/>
                    <a:pt x="1192" y="204"/>
                    <a:pt x="1186" y="207"/>
                  </a:cubicBezTo>
                  <a:cubicBezTo>
                    <a:pt x="1181" y="210"/>
                    <a:pt x="1177" y="208"/>
                    <a:pt x="1179" y="206"/>
                  </a:cubicBezTo>
                  <a:cubicBezTo>
                    <a:pt x="1182" y="203"/>
                    <a:pt x="1190" y="201"/>
                    <a:pt x="1190" y="195"/>
                  </a:cubicBezTo>
                  <a:cubicBezTo>
                    <a:pt x="1189" y="189"/>
                    <a:pt x="1181" y="190"/>
                    <a:pt x="1173" y="191"/>
                  </a:cubicBezTo>
                  <a:cubicBezTo>
                    <a:pt x="1165" y="192"/>
                    <a:pt x="1167" y="189"/>
                    <a:pt x="1162" y="187"/>
                  </a:cubicBezTo>
                  <a:cubicBezTo>
                    <a:pt x="1158" y="186"/>
                    <a:pt x="1158" y="190"/>
                    <a:pt x="1151" y="194"/>
                  </a:cubicBezTo>
                  <a:cubicBezTo>
                    <a:pt x="1145" y="197"/>
                    <a:pt x="1140" y="194"/>
                    <a:pt x="1137" y="193"/>
                  </a:cubicBezTo>
                  <a:cubicBezTo>
                    <a:pt x="1134" y="192"/>
                    <a:pt x="1133" y="187"/>
                    <a:pt x="1126" y="187"/>
                  </a:cubicBezTo>
                  <a:cubicBezTo>
                    <a:pt x="1119" y="188"/>
                    <a:pt x="1110" y="187"/>
                    <a:pt x="1105" y="190"/>
                  </a:cubicBezTo>
                  <a:cubicBezTo>
                    <a:pt x="1101" y="194"/>
                    <a:pt x="1115" y="194"/>
                    <a:pt x="1111" y="197"/>
                  </a:cubicBezTo>
                  <a:cubicBezTo>
                    <a:pt x="1108" y="200"/>
                    <a:pt x="1105" y="198"/>
                    <a:pt x="1102" y="198"/>
                  </a:cubicBezTo>
                  <a:cubicBezTo>
                    <a:pt x="1100" y="197"/>
                    <a:pt x="1091" y="198"/>
                    <a:pt x="1086" y="200"/>
                  </a:cubicBezTo>
                  <a:cubicBezTo>
                    <a:pt x="1081" y="203"/>
                    <a:pt x="1066" y="203"/>
                    <a:pt x="1060" y="206"/>
                  </a:cubicBezTo>
                  <a:cubicBezTo>
                    <a:pt x="1054" y="208"/>
                    <a:pt x="1045" y="207"/>
                    <a:pt x="1042" y="209"/>
                  </a:cubicBezTo>
                  <a:cubicBezTo>
                    <a:pt x="1039" y="211"/>
                    <a:pt x="1049" y="215"/>
                    <a:pt x="1045" y="218"/>
                  </a:cubicBezTo>
                  <a:cubicBezTo>
                    <a:pt x="1041" y="221"/>
                    <a:pt x="1034" y="225"/>
                    <a:pt x="1029" y="226"/>
                  </a:cubicBezTo>
                  <a:cubicBezTo>
                    <a:pt x="1023" y="227"/>
                    <a:pt x="1031" y="215"/>
                    <a:pt x="1032" y="213"/>
                  </a:cubicBezTo>
                  <a:cubicBezTo>
                    <a:pt x="1033" y="211"/>
                    <a:pt x="1027" y="213"/>
                    <a:pt x="1023" y="216"/>
                  </a:cubicBezTo>
                  <a:cubicBezTo>
                    <a:pt x="1019" y="218"/>
                    <a:pt x="1011" y="223"/>
                    <a:pt x="1006" y="226"/>
                  </a:cubicBezTo>
                  <a:cubicBezTo>
                    <a:pt x="1001" y="228"/>
                    <a:pt x="1008" y="237"/>
                    <a:pt x="1003" y="243"/>
                  </a:cubicBezTo>
                  <a:cubicBezTo>
                    <a:pt x="998" y="249"/>
                    <a:pt x="997" y="235"/>
                    <a:pt x="991" y="239"/>
                  </a:cubicBezTo>
                  <a:cubicBezTo>
                    <a:pt x="985" y="242"/>
                    <a:pt x="983" y="251"/>
                    <a:pt x="978" y="251"/>
                  </a:cubicBezTo>
                  <a:cubicBezTo>
                    <a:pt x="974" y="252"/>
                    <a:pt x="971" y="253"/>
                    <a:pt x="963" y="257"/>
                  </a:cubicBezTo>
                  <a:cubicBezTo>
                    <a:pt x="955" y="262"/>
                    <a:pt x="972" y="262"/>
                    <a:pt x="971" y="265"/>
                  </a:cubicBezTo>
                  <a:cubicBezTo>
                    <a:pt x="971" y="268"/>
                    <a:pt x="965" y="268"/>
                    <a:pt x="960" y="270"/>
                  </a:cubicBezTo>
                  <a:cubicBezTo>
                    <a:pt x="955" y="273"/>
                    <a:pt x="952" y="274"/>
                    <a:pt x="947" y="277"/>
                  </a:cubicBezTo>
                  <a:cubicBezTo>
                    <a:pt x="942" y="280"/>
                    <a:pt x="942" y="283"/>
                    <a:pt x="934" y="287"/>
                  </a:cubicBezTo>
                  <a:cubicBezTo>
                    <a:pt x="927" y="292"/>
                    <a:pt x="928" y="295"/>
                    <a:pt x="925" y="303"/>
                  </a:cubicBezTo>
                  <a:cubicBezTo>
                    <a:pt x="922" y="310"/>
                    <a:pt x="917" y="307"/>
                    <a:pt x="914" y="312"/>
                  </a:cubicBezTo>
                  <a:cubicBezTo>
                    <a:pt x="911" y="318"/>
                    <a:pt x="902" y="318"/>
                    <a:pt x="898" y="320"/>
                  </a:cubicBezTo>
                  <a:cubicBezTo>
                    <a:pt x="895" y="321"/>
                    <a:pt x="892" y="317"/>
                    <a:pt x="883" y="319"/>
                  </a:cubicBezTo>
                  <a:cubicBezTo>
                    <a:pt x="874" y="322"/>
                    <a:pt x="866" y="324"/>
                    <a:pt x="856" y="332"/>
                  </a:cubicBezTo>
                  <a:cubicBezTo>
                    <a:pt x="846" y="340"/>
                    <a:pt x="854" y="344"/>
                    <a:pt x="859" y="343"/>
                  </a:cubicBezTo>
                  <a:cubicBezTo>
                    <a:pt x="864" y="342"/>
                    <a:pt x="865" y="347"/>
                    <a:pt x="863" y="351"/>
                  </a:cubicBezTo>
                  <a:cubicBezTo>
                    <a:pt x="861" y="355"/>
                    <a:pt x="852" y="348"/>
                    <a:pt x="847" y="348"/>
                  </a:cubicBezTo>
                  <a:cubicBezTo>
                    <a:pt x="843" y="348"/>
                    <a:pt x="841" y="352"/>
                    <a:pt x="838" y="357"/>
                  </a:cubicBezTo>
                  <a:cubicBezTo>
                    <a:pt x="834" y="362"/>
                    <a:pt x="841" y="369"/>
                    <a:pt x="839" y="375"/>
                  </a:cubicBezTo>
                  <a:cubicBezTo>
                    <a:pt x="838" y="381"/>
                    <a:pt x="834" y="378"/>
                    <a:pt x="831" y="377"/>
                  </a:cubicBezTo>
                  <a:cubicBezTo>
                    <a:pt x="828" y="376"/>
                    <a:pt x="819" y="384"/>
                    <a:pt x="812" y="389"/>
                  </a:cubicBezTo>
                  <a:cubicBezTo>
                    <a:pt x="806" y="394"/>
                    <a:pt x="814" y="393"/>
                    <a:pt x="815" y="404"/>
                  </a:cubicBezTo>
                  <a:cubicBezTo>
                    <a:pt x="816" y="415"/>
                    <a:pt x="802" y="415"/>
                    <a:pt x="804" y="419"/>
                  </a:cubicBezTo>
                  <a:cubicBezTo>
                    <a:pt x="807" y="423"/>
                    <a:pt x="822" y="424"/>
                    <a:pt x="828" y="423"/>
                  </a:cubicBezTo>
                  <a:cubicBezTo>
                    <a:pt x="834" y="421"/>
                    <a:pt x="835" y="420"/>
                    <a:pt x="842" y="416"/>
                  </a:cubicBezTo>
                  <a:cubicBezTo>
                    <a:pt x="850" y="413"/>
                    <a:pt x="851" y="414"/>
                    <a:pt x="853" y="410"/>
                  </a:cubicBezTo>
                  <a:cubicBezTo>
                    <a:pt x="855" y="406"/>
                    <a:pt x="859" y="400"/>
                    <a:pt x="863" y="397"/>
                  </a:cubicBezTo>
                  <a:cubicBezTo>
                    <a:pt x="868" y="395"/>
                    <a:pt x="876" y="392"/>
                    <a:pt x="881" y="388"/>
                  </a:cubicBezTo>
                  <a:cubicBezTo>
                    <a:pt x="885" y="385"/>
                    <a:pt x="887" y="382"/>
                    <a:pt x="888" y="388"/>
                  </a:cubicBezTo>
                  <a:cubicBezTo>
                    <a:pt x="889" y="395"/>
                    <a:pt x="884" y="406"/>
                    <a:pt x="879" y="418"/>
                  </a:cubicBezTo>
                  <a:cubicBezTo>
                    <a:pt x="873" y="429"/>
                    <a:pt x="880" y="429"/>
                    <a:pt x="880" y="440"/>
                  </a:cubicBezTo>
                  <a:cubicBezTo>
                    <a:pt x="880" y="452"/>
                    <a:pt x="876" y="463"/>
                    <a:pt x="878" y="473"/>
                  </a:cubicBezTo>
                  <a:cubicBezTo>
                    <a:pt x="880" y="482"/>
                    <a:pt x="890" y="474"/>
                    <a:pt x="899" y="469"/>
                  </a:cubicBezTo>
                  <a:cubicBezTo>
                    <a:pt x="908" y="464"/>
                    <a:pt x="919" y="456"/>
                    <a:pt x="927" y="450"/>
                  </a:cubicBezTo>
                  <a:cubicBezTo>
                    <a:pt x="934" y="444"/>
                    <a:pt x="940" y="446"/>
                    <a:pt x="941" y="439"/>
                  </a:cubicBezTo>
                  <a:cubicBezTo>
                    <a:pt x="941" y="431"/>
                    <a:pt x="946" y="430"/>
                    <a:pt x="952" y="424"/>
                  </a:cubicBezTo>
                  <a:cubicBezTo>
                    <a:pt x="958" y="419"/>
                    <a:pt x="955" y="419"/>
                    <a:pt x="957" y="411"/>
                  </a:cubicBezTo>
                  <a:cubicBezTo>
                    <a:pt x="960" y="403"/>
                    <a:pt x="970" y="396"/>
                    <a:pt x="973" y="394"/>
                  </a:cubicBezTo>
                  <a:cubicBezTo>
                    <a:pt x="976" y="392"/>
                    <a:pt x="988" y="387"/>
                    <a:pt x="992" y="382"/>
                  </a:cubicBezTo>
                  <a:cubicBezTo>
                    <a:pt x="995" y="378"/>
                    <a:pt x="993" y="375"/>
                    <a:pt x="989" y="369"/>
                  </a:cubicBezTo>
                  <a:cubicBezTo>
                    <a:pt x="986" y="364"/>
                    <a:pt x="989" y="360"/>
                    <a:pt x="991" y="354"/>
                  </a:cubicBezTo>
                  <a:cubicBezTo>
                    <a:pt x="993" y="349"/>
                    <a:pt x="998" y="331"/>
                    <a:pt x="999" y="329"/>
                  </a:cubicBezTo>
                  <a:cubicBezTo>
                    <a:pt x="1000" y="327"/>
                    <a:pt x="1015" y="320"/>
                    <a:pt x="1020" y="317"/>
                  </a:cubicBezTo>
                  <a:cubicBezTo>
                    <a:pt x="1026" y="314"/>
                    <a:pt x="1036" y="315"/>
                    <a:pt x="1040" y="312"/>
                  </a:cubicBezTo>
                  <a:cubicBezTo>
                    <a:pt x="1043" y="309"/>
                    <a:pt x="1040" y="309"/>
                    <a:pt x="1053" y="304"/>
                  </a:cubicBezTo>
                  <a:cubicBezTo>
                    <a:pt x="1067" y="299"/>
                    <a:pt x="1062" y="298"/>
                    <a:pt x="1063" y="294"/>
                  </a:cubicBezTo>
                  <a:cubicBezTo>
                    <a:pt x="1064" y="290"/>
                    <a:pt x="1065" y="287"/>
                    <a:pt x="1070" y="284"/>
                  </a:cubicBezTo>
                  <a:cubicBezTo>
                    <a:pt x="1075" y="282"/>
                    <a:pt x="1077" y="279"/>
                    <a:pt x="1080" y="275"/>
                  </a:cubicBezTo>
                  <a:cubicBezTo>
                    <a:pt x="1082" y="271"/>
                    <a:pt x="1084" y="277"/>
                    <a:pt x="1089" y="277"/>
                  </a:cubicBezTo>
                  <a:cubicBezTo>
                    <a:pt x="1094" y="277"/>
                    <a:pt x="1108" y="281"/>
                    <a:pt x="1109" y="286"/>
                  </a:cubicBezTo>
                  <a:cubicBezTo>
                    <a:pt x="1111" y="290"/>
                    <a:pt x="1100" y="291"/>
                    <a:pt x="1098" y="295"/>
                  </a:cubicBezTo>
                  <a:cubicBezTo>
                    <a:pt x="1096" y="300"/>
                    <a:pt x="1094" y="297"/>
                    <a:pt x="1087" y="299"/>
                  </a:cubicBezTo>
                  <a:cubicBezTo>
                    <a:pt x="1080" y="301"/>
                    <a:pt x="1077" y="302"/>
                    <a:pt x="1074" y="307"/>
                  </a:cubicBezTo>
                  <a:cubicBezTo>
                    <a:pt x="1070" y="312"/>
                    <a:pt x="1058" y="319"/>
                    <a:pt x="1050" y="325"/>
                  </a:cubicBezTo>
                  <a:cubicBezTo>
                    <a:pt x="1042" y="332"/>
                    <a:pt x="1044" y="332"/>
                    <a:pt x="1045" y="335"/>
                  </a:cubicBezTo>
                  <a:cubicBezTo>
                    <a:pt x="1046" y="339"/>
                    <a:pt x="1045" y="343"/>
                    <a:pt x="1043" y="350"/>
                  </a:cubicBezTo>
                  <a:cubicBezTo>
                    <a:pt x="1042" y="358"/>
                    <a:pt x="1036" y="361"/>
                    <a:pt x="1033" y="367"/>
                  </a:cubicBezTo>
                  <a:cubicBezTo>
                    <a:pt x="1029" y="372"/>
                    <a:pt x="1034" y="380"/>
                    <a:pt x="1037" y="386"/>
                  </a:cubicBezTo>
                  <a:cubicBezTo>
                    <a:pt x="1040" y="391"/>
                    <a:pt x="1048" y="391"/>
                    <a:pt x="1058" y="388"/>
                  </a:cubicBezTo>
                  <a:cubicBezTo>
                    <a:pt x="1068" y="385"/>
                    <a:pt x="1080" y="380"/>
                    <a:pt x="1090" y="375"/>
                  </a:cubicBezTo>
                  <a:cubicBezTo>
                    <a:pt x="1101" y="370"/>
                    <a:pt x="1128" y="376"/>
                    <a:pt x="1133" y="377"/>
                  </a:cubicBezTo>
                  <a:cubicBezTo>
                    <a:pt x="1139" y="378"/>
                    <a:pt x="1136" y="382"/>
                    <a:pt x="1134" y="386"/>
                  </a:cubicBezTo>
                  <a:cubicBezTo>
                    <a:pt x="1132" y="391"/>
                    <a:pt x="1111" y="393"/>
                    <a:pt x="1104" y="394"/>
                  </a:cubicBezTo>
                  <a:cubicBezTo>
                    <a:pt x="1098" y="396"/>
                    <a:pt x="1078" y="390"/>
                    <a:pt x="1072" y="392"/>
                  </a:cubicBezTo>
                  <a:cubicBezTo>
                    <a:pt x="1067" y="395"/>
                    <a:pt x="1058" y="394"/>
                    <a:pt x="1052" y="396"/>
                  </a:cubicBezTo>
                  <a:cubicBezTo>
                    <a:pt x="1045" y="398"/>
                    <a:pt x="1042" y="405"/>
                    <a:pt x="1041" y="409"/>
                  </a:cubicBezTo>
                  <a:cubicBezTo>
                    <a:pt x="1041" y="414"/>
                    <a:pt x="1043" y="417"/>
                    <a:pt x="1045" y="416"/>
                  </a:cubicBezTo>
                  <a:cubicBezTo>
                    <a:pt x="1047" y="415"/>
                    <a:pt x="1053" y="418"/>
                    <a:pt x="1059" y="417"/>
                  </a:cubicBezTo>
                  <a:cubicBezTo>
                    <a:pt x="1065" y="416"/>
                    <a:pt x="1062" y="418"/>
                    <a:pt x="1061" y="422"/>
                  </a:cubicBezTo>
                  <a:cubicBezTo>
                    <a:pt x="1059" y="427"/>
                    <a:pt x="1056" y="434"/>
                    <a:pt x="1049" y="441"/>
                  </a:cubicBezTo>
                  <a:cubicBezTo>
                    <a:pt x="1042" y="447"/>
                    <a:pt x="1041" y="440"/>
                    <a:pt x="1038" y="438"/>
                  </a:cubicBezTo>
                  <a:cubicBezTo>
                    <a:pt x="1035" y="437"/>
                    <a:pt x="1030" y="434"/>
                    <a:pt x="1028" y="430"/>
                  </a:cubicBezTo>
                  <a:cubicBezTo>
                    <a:pt x="1026" y="426"/>
                    <a:pt x="1023" y="432"/>
                    <a:pt x="1020" y="435"/>
                  </a:cubicBezTo>
                  <a:cubicBezTo>
                    <a:pt x="1017" y="439"/>
                    <a:pt x="1010" y="443"/>
                    <a:pt x="1007" y="448"/>
                  </a:cubicBezTo>
                  <a:cubicBezTo>
                    <a:pt x="1005" y="452"/>
                    <a:pt x="1005" y="458"/>
                    <a:pt x="997" y="462"/>
                  </a:cubicBezTo>
                  <a:cubicBezTo>
                    <a:pt x="989" y="466"/>
                    <a:pt x="994" y="471"/>
                    <a:pt x="991" y="477"/>
                  </a:cubicBezTo>
                  <a:cubicBezTo>
                    <a:pt x="987" y="483"/>
                    <a:pt x="980" y="487"/>
                    <a:pt x="974" y="491"/>
                  </a:cubicBezTo>
                  <a:cubicBezTo>
                    <a:pt x="968" y="494"/>
                    <a:pt x="968" y="500"/>
                    <a:pt x="967" y="502"/>
                  </a:cubicBezTo>
                  <a:cubicBezTo>
                    <a:pt x="966" y="505"/>
                    <a:pt x="955" y="508"/>
                    <a:pt x="951" y="508"/>
                  </a:cubicBezTo>
                  <a:cubicBezTo>
                    <a:pt x="946" y="506"/>
                    <a:pt x="953" y="503"/>
                    <a:pt x="956" y="499"/>
                  </a:cubicBezTo>
                  <a:cubicBezTo>
                    <a:pt x="959" y="496"/>
                    <a:pt x="950" y="497"/>
                    <a:pt x="945" y="498"/>
                  </a:cubicBezTo>
                  <a:cubicBezTo>
                    <a:pt x="939" y="499"/>
                    <a:pt x="927" y="501"/>
                    <a:pt x="922" y="502"/>
                  </a:cubicBezTo>
                  <a:cubicBezTo>
                    <a:pt x="917" y="504"/>
                    <a:pt x="898" y="504"/>
                    <a:pt x="894" y="505"/>
                  </a:cubicBezTo>
                  <a:cubicBezTo>
                    <a:pt x="890" y="505"/>
                    <a:pt x="885" y="509"/>
                    <a:pt x="880" y="513"/>
                  </a:cubicBezTo>
                  <a:cubicBezTo>
                    <a:pt x="876" y="516"/>
                    <a:pt x="880" y="505"/>
                    <a:pt x="880" y="502"/>
                  </a:cubicBezTo>
                  <a:cubicBezTo>
                    <a:pt x="880" y="500"/>
                    <a:pt x="872" y="499"/>
                    <a:pt x="870" y="499"/>
                  </a:cubicBezTo>
                  <a:cubicBezTo>
                    <a:pt x="867" y="499"/>
                    <a:pt x="857" y="498"/>
                    <a:pt x="852" y="498"/>
                  </a:cubicBezTo>
                  <a:cubicBezTo>
                    <a:pt x="847" y="499"/>
                    <a:pt x="842" y="503"/>
                    <a:pt x="837" y="501"/>
                  </a:cubicBezTo>
                  <a:cubicBezTo>
                    <a:pt x="832" y="499"/>
                    <a:pt x="826" y="496"/>
                    <a:pt x="823" y="492"/>
                  </a:cubicBezTo>
                  <a:cubicBezTo>
                    <a:pt x="820" y="488"/>
                    <a:pt x="820" y="477"/>
                    <a:pt x="820" y="474"/>
                  </a:cubicBezTo>
                  <a:cubicBezTo>
                    <a:pt x="820" y="470"/>
                    <a:pt x="815" y="476"/>
                    <a:pt x="813" y="478"/>
                  </a:cubicBezTo>
                  <a:cubicBezTo>
                    <a:pt x="810" y="481"/>
                    <a:pt x="800" y="485"/>
                    <a:pt x="798" y="490"/>
                  </a:cubicBezTo>
                  <a:cubicBezTo>
                    <a:pt x="795" y="496"/>
                    <a:pt x="804" y="506"/>
                    <a:pt x="802" y="510"/>
                  </a:cubicBezTo>
                  <a:cubicBezTo>
                    <a:pt x="800" y="515"/>
                    <a:pt x="796" y="514"/>
                    <a:pt x="789" y="514"/>
                  </a:cubicBezTo>
                  <a:cubicBezTo>
                    <a:pt x="782" y="514"/>
                    <a:pt x="775" y="511"/>
                    <a:pt x="769" y="508"/>
                  </a:cubicBezTo>
                  <a:cubicBezTo>
                    <a:pt x="764" y="506"/>
                    <a:pt x="759" y="515"/>
                    <a:pt x="754" y="518"/>
                  </a:cubicBezTo>
                  <a:cubicBezTo>
                    <a:pt x="749" y="521"/>
                    <a:pt x="738" y="524"/>
                    <a:pt x="735" y="526"/>
                  </a:cubicBezTo>
                  <a:cubicBezTo>
                    <a:pt x="731" y="527"/>
                    <a:pt x="726" y="525"/>
                    <a:pt x="723" y="527"/>
                  </a:cubicBezTo>
                  <a:cubicBezTo>
                    <a:pt x="719" y="528"/>
                    <a:pt x="720" y="531"/>
                    <a:pt x="717" y="539"/>
                  </a:cubicBezTo>
                  <a:cubicBezTo>
                    <a:pt x="713" y="548"/>
                    <a:pt x="712" y="550"/>
                    <a:pt x="708" y="554"/>
                  </a:cubicBezTo>
                  <a:cubicBezTo>
                    <a:pt x="704" y="557"/>
                    <a:pt x="705" y="559"/>
                    <a:pt x="699" y="556"/>
                  </a:cubicBezTo>
                  <a:cubicBezTo>
                    <a:pt x="693" y="553"/>
                    <a:pt x="679" y="559"/>
                    <a:pt x="669" y="564"/>
                  </a:cubicBezTo>
                  <a:cubicBezTo>
                    <a:pt x="659" y="568"/>
                    <a:pt x="650" y="576"/>
                    <a:pt x="644" y="578"/>
                  </a:cubicBezTo>
                  <a:cubicBezTo>
                    <a:pt x="639" y="581"/>
                    <a:pt x="639" y="582"/>
                    <a:pt x="635" y="589"/>
                  </a:cubicBezTo>
                  <a:cubicBezTo>
                    <a:pt x="630" y="595"/>
                    <a:pt x="627" y="594"/>
                    <a:pt x="615" y="592"/>
                  </a:cubicBezTo>
                  <a:cubicBezTo>
                    <a:pt x="604" y="591"/>
                    <a:pt x="592" y="585"/>
                    <a:pt x="587" y="584"/>
                  </a:cubicBezTo>
                  <a:cubicBezTo>
                    <a:pt x="582" y="583"/>
                    <a:pt x="580" y="595"/>
                    <a:pt x="577" y="599"/>
                  </a:cubicBezTo>
                  <a:cubicBezTo>
                    <a:pt x="573" y="604"/>
                    <a:pt x="573" y="598"/>
                    <a:pt x="568" y="598"/>
                  </a:cubicBezTo>
                  <a:cubicBezTo>
                    <a:pt x="564" y="599"/>
                    <a:pt x="564" y="601"/>
                    <a:pt x="560" y="597"/>
                  </a:cubicBezTo>
                  <a:cubicBezTo>
                    <a:pt x="555" y="593"/>
                    <a:pt x="554" y="593"/>
                    <a:pt x="552" y="595"/>
                  </a:cubicBezTo>
                  <a:cubicBezTo>
                    <a:pt x="549" y="596"/>
                    <a:pt x="540" y="598"/>
                    <a:pt x="539" y="602"/>
                  </a:cubicBezTo>
                  <a:cubicBezTo>
                    <a:pt x="538" y="606"/>
                    <a:pt x="530" y="609"/>
                    <a:pt x="527" y="614"/>
                  </a:cubicBezTo>
                  <a:cubicBezTo>
                    <a:pt x="523" y="618"/>
                    <a:pt x="525" y="618"/>
                    <a:pt x="532" y="620"/>
                  </a:cubicBezTo>
                  <a:cubicBezTo>
                    <a:pt x="540" y="623"/>
                    <a:pt x="537" y="622"/>
                    <a:pt x="541" y="628"/>
                  </a:cubicBezTo>
                  <a:cubicBezTo>
                    <a:pt x="545" y="633"/>
                    <a:pt x="546" y="627"/>
                    <a:pt x="548" y="626"/>
                  </a:cubicBezTo>
                  <a:cubicBezTo>
                    <a:pt x="551" y="625"/>
                    <a:pt x="551" y="627"/>
                    <a:pt x="554" y="633"/>
                  </a:cubicBezTo>
                  <a:cubicBezTo>
                    <a:pt x="556" y="639"/>
                    <a:pt x="557" y="635"/>
                    <a:pt x="557" y="639"/>
                  </a:cubicBezTo>
                  <a:cubicBezTo>
                    <a:pt x="557" y="643"/>
                    <a:pt x="552" y="645"/>
                    <a:pt x="553" y="653"/>
                  </a:cubicBezTo>
                  <a:cubicBezTo>
                    <a:pt x="554" y="661"/>
                    <a:pt x="553" y="665"/>
                    <a:pt x="551" y="671"/>
                  </a:cubicBezTo>
                  <a:cubicBezTo>
                    <a:pt x="549" y="677"/>
                    <a:pt x="546" y="677"/>
                    <a:pt x="548" y="682"/>
                  </a:cubicBezTo>
                  <a:cubicBezTo>
                    <a:pt x="551" y="687"/>
                    <a:pt x="552" y="689"/>
                    <a:pt x="550" y="692"/>
                  </a:cubicBezTo>
                  <a:cubicBezTo>
                    <a:pt x="548" y="696"/>
                    <a:pt x="546" y="691"/>
                    <a:pt x="545" y="687"/>
                  </a:cubicBezTo>
                  <a:cubicBezTo>
                    <a:pt x="544" y="684"/>
                    <a:pt x="543" y="682"/>
                    <a:pt x="540" y="684"/>
                  </a:cubicBezTo>
                  <a:cubicBezTo>
                    <a:pt x="538" y="687"/>
                    <a:pt x="534" y="689"/>
                    <a:pt x="532" y="692"/>
                  </a:cubicBezTo>
                  <a:cubicBezTo>
                    <a:pt x="529" y="695"/>
                    <a:pt x="532" y="701"/>
                    <a:pt x="532" y="701"/>
                  </a:cubicBezTo>
                  <a:cubicBezTo>
                    <a:pt x="531" y="706"/>
                    <a:pt x="524" y="705"/>
                    <a:pt x="519" y="710"/>
                  </a:cubicBezTo>
                  <a:cubicBezTo>
                    <a:pt x="513" y="714"/>
                    <a:pt x="515" y="726"/>
                    <a:pt x="496" y="723"/>
                  </a:cubicBezTo>
                  <a:cubicBezTo>
                    <a:pt x="477" y="720"/>
                    <a:pt x="484" y="715"/>
                    <a:pt x="477" y="714"/>
                  </a:cubicBezTo>
                  <a:cubicBezTo>
                    <a:pt x="471" y="712"/>
                    <a:pt x="464" y="712"/>
                    <a:pt x="461" y="705"/>
                  </a:cubicBezTo>
                  <a:cubicBezTo>
                    <a:pt x="457" y="698"/>
                    <a:pt x="455" y="699"/>
                    <a:pt x="449" y="697"/>
                  </a:cubicBezTo>
                  <a:cubicBezTo>
                    <a:pt x="443" y="696"/>
                    <a:pt x="433" y="691"/>
                    <a:pt x="426" y="695"/>
                  </a:cubicBezTo>
                  <a:cubicBezTo>
                    <a:pt x="419" y="699"/>
                    <a:pt x="417" y="699"/>
                    <a:pt x="414" y="695"/>
                  </a:cubicBezTo>
                  <a:cubicBezTo>
                    <a:pt x="411" y="691"/>
                    <a:pt x="406" y="693"/>
                    <a:pt x="402" y="701"/>
                  </a:cubicBezTo>
                  <a:cubicBezTo>
                    <a:pt x="399" y="709"/>
                    <a:pt x="395" y="720"/>
                    <a:pt x="393" y="731"/>
                  </a:cubicBezTo>
                  <a:cubicBezTo>
                    <a:pt x="391" y="742"/>
                    <a:pt x="377" y="767"/>
                    <a:pt x="363" y="787"/>
                  </a:cubicBezTo>
                  <a:cubicBezTo>
                    <a:pt x="349" y="806"/>
                    <a:pt x="339" y="819"/>
                    <a:pt x="338" y="831"/>
                  </a:cubicBezTo>
                  <a:cubicBezTo>
                    <a:pt x="337" y="843"/>
                    <a:pt x="335" y="848"/>
                    <a:pt x="331" y="856"/>
                  </a:cubicBezTo>
                  <a:cubicBezTo>
                    <a:pt x="328" y="864"/>
                    <a:pt x="336" y="862"/>
                    <a:pt x="343" y="863"/>
                  </a:cubicBezTo>
                  <a:cubicBezTo>
                    <a:pt x="350" y="863"/>
                    <a:pt x="356" y="863"/>
                    <a:pt x="358" y="865"/>
                  </a:cubicBezTo>
                  <a:cubicBezTo>
                    <a:pt x="360" y="867"/>
                    <a:pt x="359" y="889"/>
                    <a:pt x="363" y="895"/>
                  </a:cubicBezTo>
                  <a:cubicBezTo>
                    <a:pt x="367" y="901"/>
                    <a:pt x="372" y="891"/>
                    <a:pt x="377" y="888"/>
                  </a:cubicBezTo>
                  <a:cubicBezTo>
                    <a:pt x="382" y="886"/>
                    <a:pt x="386" y="885"/>
                    <a:pt x="394" y="886"/>
                  </a:cubicBezTo>
                  <a:cubicBezTo>
                    <a:pt x="402" y="887"/>
                    <a:pt x="407" y="895"/>
                    <a:pt x="420" y="895"/>
                  </a:cubicBezTo>
                  <a:cubicBezTo>
                    <a:pt x="432" y="896"/>
                    <a:pt x="446" y="894"/>
                    <a:pt x="452" y="892"/>
                  </a:cubicBezTo>
                  <a:cubicBezTo>
                    <a:pt x="459" y="890"/>
                    <a:pt x="464" y="878"/>
                    <a:pt x="468" y="876"/>
                  </a:cubicBezTo>
                  <a:cubicBezTo>
                    <a:pt x="472" y="874"/>
                    <a:pt x="493" y="861"/>
                    <a:pt x="498" y="858"/>
                  </a:cubicBezTo>
                  <a:cubicBezTo>
                    <a:pt x="503" y="856"/>
                    <a:pt x="506" y="832"/>
                    <a:pt x="509" y="822"/>
                  </a:cubicBezTo>
                  <a:cubicBezTo>
                    <a:pt x="512" y="812"/>
                    <a:pt x="521" y="810"/>
                    <a:pt x="529" y="806"/>
                  </a:cubicBezTo>
                  <a:cubicBezTo>
                    <a:pt x="537" y="802"/>
                    <a:pt x="554" y="798"/>
                    <a:pt x="560" y="797"/>
                  </a:cubicBezTo>
                  <a:cubicBezTo>
                    <a:pt x="567" y="796"/>
                    <a:pt x="584" y="780"/>
                    <a:pt x="585" y="774"/>
                  </a:cubicBezTo>
                  <a:cubicBezTo>
                    <a:pt x="585" y="768"/>
                    <a:pt x="588" y="763"/>
                    <a:pt x="601" y="758"/>
                  </a:cubicBezTo>
                  <a:cubicBezTo>
                    <a:pt x="614" y="753"/>
                    <a:pt x="617" y="756"/>
                    <a:pt x="630" y="758"/>
                  </a:cubicBezTo>
                  <a:cubicBezTo>
                    <a:pt x="644" y="759"/>
                    <a:pt x="647" y="762"/>
                    <a:pt x="653" y="758"/>
                  </a:cubicBezTo>
                  <a:cubicBezTo>
                    <a:pt x="659" y="755"/>
                    <a:pt x="665" y="754"/>
                    <a:pt x="673" y="754"/>
                  </a:cubicBezTo>
                  <a:cubicBezTo>
                    <a:pt x="680" y="754"/>
                    <a:pt x="693" y="748"/>
                    <a:pt x="696" y="746"/>
                  </a:cubicBezTo>
                  <a:cubicBezTo>
                    <a:pt x="699" y="745"/>
                    <a:pt x="705" y="749"/>
                    <a:pt x="709" y="748"/>
                  </a:cubicBezTo>
                  <a:cubicBezTo>
                    <a:pt x="714" y="748"/>
                    <a:pt x="708" y="741"/>
                    <a:pt x="712" y="737"/>
                  </a:cubicBezTo>
                  <a:cubicBezTo>
                    <a:pt x="717" y="732"/>
                    <a:pt x="716" y="739"/>
                    <a:pt x="721" y="748"/>
                  </a:cubicBezTo>
                  <a:cubicBezTo>
                    <a:pt x="727" y="757"/>
                    <a:pt x="728" y="762"/>
                    <a:pt x="732" y="769"/>
                  </a:cubicBezTo>
                  <a:cubicBezTo>
                    <a:pt x="736" y="776"/>
                    <a:pt x="745" y="782"/>
                    <a:pt x="750" y="793"/>
                  </a:cubicBezTo>
                  <a:cubicBezTo>
                    <a:pt x="755" y="805"/>
                    <a:pt x="752" y="807"/>
                    <a:pt x="760" y="809"/>
                  </a:cubicBezTo>
                  <a:cubicBezTo>
                    <a:pt x="768" y="811"/>
                    <a:pt x="771" y="812"/>
                    <a:pt x="780" y="824"/>
                  </a:cubicBezTo>
                  <a:cubicBezTo>
                    <a:pt x="789" y="835"/>
                    <a:pt x="801" y="851"/>
                    <a:pt x="803" y="863"/>
                  </a:cubicBezTo>
                  <a:cubicBezTo>
                    <a:pt x="804" y="874"/>
                    <a:pt x="791" y="895"/>
                    <a:pt x="786" y="900"/>
                  </a:cubicBezTo>
                  <a:cubicBezTo>
                    <a:pt x="780" y="905"/>
                    <a:pt x="789" y="907"/>
                    <a:pt x="798" y="904"/>
                  </a:cubicBezTo>
                  <a:cubicBezTo>
                    <a:pt x="807" y="901"/>
                    <a:pt x="812" y="901"/>
                    <a:pt x="816" y="893"/>
                  </a:cubicBezTo>
                  <a:cubicBezTo>
                    <a:pt x="821" y="885"/>
                    <a:pt x="819" y="878"/>
                    <a:pt x="822" y="876"/>
                  </a:cubicBezTo>
                  <a:cubicBezTo>
                    <a:pt x="825" y="874"/>
                    <a:pt x="835" y="868"/>
                    <a:pt x="835" y="862"/>
                  </a:cubicBezTo>
                  <a:cubicBezTo>
                    <a:pt x="836" y="856"/>
                    <a:pt x="828" y="856"/>
                    <a:pt x="826" y="852"/>
                  </a:cubicBezTo>
                  <a:cubicBezTo>
                    <a:pt x="824" y="848"/>
                    <a:pt x="833" y="837"/>
                    <a:pt x="838" y="835"/>
                  </a:cubicBezTo>
                  <a:cubicBezTo>
                    <a:pt x="843" y="833"/>
                    <a:pt x="851" y="845"/>
                    <a:pt x="854" y="851"/>
                  </a:cubicBezTo>
                  <a:cubicBezTo>
                    <a:pt x="857" y="857"/>
                    <a:pt x="869" y="847"/>
                    <a:pt x="867" y="842"/>
                  </a:cubicBezTo>
                  <a:cubicBezTo>
                    <a:pt x="865" y="837"/>
                    <a:pt x="858" y="826"/>
                    <a:pt x="850" y="822"/>
                  </a:cubicBezTo>
                  <a:cubicBezTo>
                    <a:pt x="842" y="819"/>
                    <a:pt x="836" y="819"/>
                    <a:pt x="832" y="812"/>
                  </a:cubicBezTo>
                  <a:cubicBezTo>
                    <a:pt x="829" y="805"/>
                    <a:pt x="825" y="796"/>
                    <a:pt x="821" y="791"/>
                  </a:cubicBezTo>
                  <a:cubicBezTo>
                    <a:pt x="816" y="786"/>
                    <a:pt x="797" y="781"/>
                    <a:pt x="792" y="777"/>
                  </a:cubicBezTo>
                  <a:cubicBezTo>
                    <a:pt x="788" y="772"/>
                    <a:pt x="791" y="748"/>
                    <a:pt x="791" y="742"/>
                  </a:cubicBezTo>
                  <a:cubicBezTo>
                    <a:pt x="792" y="736"/>
                    <a:pt x="781" y="738"/>
                    <a:pt x="773" y="736"/>
                  </a:cubicBezTo>
                  <a:cubicBezTo>
                    <a:pt x="765" y="733"/>
                    <a:pt x="769" y="727"/>
                    <a:pt x="771" y="725"/>
                  </a:cubicBezTo>
                  <a:cubicBezTo>
                    <a:pt x="774" y="724"/>
                    <a:pt x="777" y="712"/>
                    <a:pt x="775" y="708"/>
                  </a:cubicBezTo>
                  <a:cubicBezTo>
                    <a:pt x="773" y="704"/>
                    <a:pt x="778" y="703"/>
                    <a:pt x="787" y="706"/>
                  </a:cubicBezTo>
                  <a:cubicBezTo>
                    <a:pt x="796" y="709"/>
                    <a:pt x="790" y="712"/>
                    <a:pt x="788" y="717"/>
                  </a:cubicBezTo>
                  <a:cubicBezTo>
                    <a:pt x="786" y="723"/>
                    <a:pt x="793" y="729"/>
                    <a:pt x="797" y="729"/>
                  </a:cubicBezTo>
                  <a:cubicBezTo>
                    <a:pt x="801" y="730"/>
                    <a:pt x="805" y="722"/>
                    <a:pt x="806" y="717"/>
                  </a:cubicBezTo>
                  <a:cubicBezTo>
                    <a:pt x="806" y="711"/>
                    <a:pt x="809" y="717"/>
                    <a:pt x="815" y="724"/>
                  </a:cubicBezTo>
                  <a:cubicBezTo>
                    <a:pt x="822" y="731"/>
                    <a:pt x="820" y="733"/>
                    <a:pt x="825" y="741"/>
                  </a:cubicBezTo>
                  <a:cubicBezTo>
                    <a:pt x="828" y="749"/>
                    <a:pt x="819" y="752"/>
                    <a:pt x="816" y="759"/>
                  </a:cubicBezTo>
                  <a:cubicBezTo>
                    <a:pt x="813" y="766"/>
                    <a:pt x="818" y="762"/>
                    <a:pt x="828" y="765"/>
                  </a:cubicBezTo>
                  <a:cubicBezTo>
                    <a:pt x="837" y="769"/>
                    <a:pt x="830" y="769"/>
                    <a:pt x="841" y="774"/>
                  </a:cubicBezTo>
                  <a:cubicBezTo>
                    <a:pt x="852" y="779"/>
                    <a:pt x="856" y="781"/>
                    <a:pt x="861" y="783"/>
                  </a:cubicBezTo>
                  <a:cubicBezTo>
                    <a:pt x="867" y="785"/>
                    <a:pt x="878" y="789"/>
                    <a:pt x="887" y="796"/>
                  </a:cubicBezTo>
                  <a:cubicBezTo>
                    <a:pt x="895" y="804"/>
                    <a:pt x="891" y="809"/>
                    <a:pt x="888" y="818"/>
                  </a:cubicBezTo>
                  <a:cubicBezTo>
                    <a:pt x="886" y="827"/>
                    <a:pt x="887" y="836"/>
                    <a:pt x="887" y="851"/>
                  </a:cubicBezTo>
                  <a:cubicBezTo>
                    <a:pt x="886" y="866"/>
                    <a:pt x="892" y="856"/>
                    <a:pt x="898" y="867"/>
                  </a:cubicBezTo>
                  <a:cubicBezTo>
                    <a:pt x="904" y="877"/>
                    <a:pt x="905" y="881"/>
                    <a:pt x="908" y="888"/>
                  </a:cubicBezTo>
                  <a:cubicBezTo>
                    <a:pt x="911" y="894"/>
                    <a:pt x="913" y="896"/>
                    <a:pt x="918" y="898"/>
                  </a:cubicBezTo>
                  <a:cubicBezTo>
                    <a:pt x="922" y="899"/>
                    <a:pt x="935" y="898"/>
                    <a:pt x="935" y="903"/>
                  </a:cubicBezTo>
                  <a:cubicBezTo>
                    <a:pt x="935" y="909"/>
                    <a:pt x="924" y="902"/>
                    <a:pt x="914" y="906"/>
                  </a:cubicBezTo>
                  <a:cubicBezTo>
                    <a:pt x="904" y="909"/>
                    <a:pt x="906" y="911"/>
                    <a:pt x="905" y="920"/>
                  </a:cubicBezTo>
                  <a:cubicBezTo>
                    <a:pt x="903" y="929"/>
                    <a:pt x="907" y="924"/>
                    <a:pt x="913" y="936"/>
                  </a:cubicBezTo>
                  <a:cubicBezTo>
                    <a:pt x="919" y="949"/>
                    <a:pt x="914" y="948"/>
                    <a:pt x="917" y="948"/>
                  </a:cubicBezTo>
                  <a:cubicBezTo>
                    <a:pt x="921" y="949"/>
                    <a:pt x="923" y="946"/>
                    <a:pt x="926" y="953"/>
                  </a:cubicBezTo>
                  <a:cubicBezTo>
                    <a:pt x="930" y="959"/>
                    <a:pt x="929" y="958"/>
                    <a:pt x="936" y="954"/>
                  </a:cubicBezTo>
                  <a:cubicBezTo>
                    <a:pt x="944" y="951"/>
                    <a:pt x="946" y="952"/>
                    <a:pt x="947" y="949"/>
                  </a:cubicBezTo>
                  <a:cubicBezTo>
                    <a:pt x="948" y="945"/>
                    <a:pt x="948" y="940"/>
                    <a:pt x="953" y="943"/>
                  </a:cubicBezTo>
                  <a:cubicBezTo>
                    <a:pt x="959" y="946"/>
                    <a:pt x="962" y="939"/>
                    <a:pt x="960" y="931"/>
                  </a:cubicBezTo>
                  <a:cubicBezTo>
                    <a:pt x="959" y="924"/>
                    <a:pt x="960" y="922"/>
                    <a:pt x="957" y="923"/>
                  </a:cubicBezTo>
                  <a:cubicBezTo>
                    <a:pt x="955" y="924"/>
                    <a:pt x="949" y="935"/>
                    <a:pt x="942" y="931"/>
                  </a:cubicBezTo>
                  <a:cubicBezTo>
                    <a:pt x="935" y="926"/>
                    <a:pt x="955" y="922"/>
                    <a:pt x="960" y="919"/>
                  </a:cubicBezTo>
                  <a:cubicBezTo>
                    <a:pt x="965" y="917"/>
                    <a:pt x="964" y="913"/>
                    <a:pt x="970" y="915"/>
                  </a:cubicBezTo>
                  <a:cubicBezTo>
                    <a:pt x="976" y="916"/>
                    <a:pt x="982" y="913"/>
                    <a:pt x="979" y="904"/>
                  </a:cubicBezTo>
                  <a:cubicBezTo>
                    <a:pt x="976" y="895"/>
                    <a:pt x="968" y="891"/>
                    <a:pt x="952" y="873"/>
                  </a:cubicBezTo>
                  <a:cubicBezTo>
                    <a:pt x="935" y="855"/>
                    <a:pt x="954" y="853"/>
                    <a:pt x="970" y="846"/>
                  </a:cubicBezTo>
                  <a:cubicBezTo>
                    <a:pt x="986" y="840"/>
                    <a:pt x="1015" y="836"/>
                    <a:pt x="1020" y="837"/>
                  </a:cubicBezTo>
                  <a:cubicBezTo>
                    <a:pt x="1024" y="839"/>
                    <a:pt x="1022" y="847"/>
                    <a:pt x="1017" y="852"/>
                  </a:cubicBezTo>
                  <a:cubicBezTo>
                    <a:pt x="1012" y="856"/>
                    <a:pt x="1010" y="863"/>
                    <a:pt x="1011" y="867"/>
                  </a:cubicBezTo>
                  <a:cubicBezTo>
                    <a:pt x="1013" y="871"/>
                    <a:pt x="1021" y="872"/>
                    <a:pt x="1023" y="872"/>
                  </a:cubicBezTo>
                  <a:cubicBezTo>
                    <a:pt x="1025" y="872"/>
                    <a:pt x="1031" y="873"/>
                    <a:pt x="1034" y="884"/>
                  </a:cubicBezTo>
                  <a:cubicBezTo>
                    <a:pt x="1036" y="895"/>
                    <a:pt x="1027" y="900"/>
                    <a:pt x="1022" y="901"/>
                  </a:cubicBezTo>
                  <a:cubicBezTo>
                    <a:pt x="1017" y="902"/>
                    <a:pt x="1016" y="915"/>
                    <a:pt x="1015" y="921"/>
                  </a:cubicBezTo>
                  <a:cubicBezTo>
                    <a:pt x="1013" y="926"/>
                    <a:pt x="1033" y="920"/>
                    <a:pt x="1038" y="921"/>
                  </a:cubicBezTo>
                  <a:cubicBezTo>
                    <a:pt x="1043" y="923"/>
                    <a:pt x="1042" y="930"/>
                    <a:pt x="1047" y="938"/>
                  </a:cubicBezTo>
                  <a:cubicBezTo>
                    <a:pt x="1051" y="947"/>
                    <a:pt x="1052" y="946"/>
                    <a:pt x="1055" y="955"/>
                  </a:cubicBezTo>
                  <a:cubicBezTo>
                    <a:pt x="1057" y="964"/>
                    <a:pt x="1047" y="960"/>
                    <a:pt x="1057" y="964"/>
                  </a:cubicBezTo>
                  <a:cubicBezTo>
                    <a:pt x="1068" y="968"/>
                    <a:pt x="1070" y="963"/>
                    <a:pt x="1080" y="964"/>
                  </a:cubicBezTo>
                  <a:cubicBezTo>
                    <a:pt x="1089" y="964"/>
                    <a:pt x="1113" y="971"/>
                    <a:pt x="1120" y="969"/>
                  </a:cubicBezTo>
                  <a:cubicBezTo>
                    <a:pt x="1128" y="966"/>
                    <a:pt x="1133" y="957"/>
                    <a:pt x="1142" y="955"/>
                  </a:cubicBezTo>
                  <a:cubicBezTo>
                    <a:pt x="1150" y="954"/>
                    <a:pt x="1158" y="969"/>
                    <a:pt x="1168" y="974"/>
                  </a:cubicBezTo>
                  <a:cubicBezTo>
                    <a:pt x="1178" y="978"/>
                    <a:pt x="1193" y="970"/>
                    <a:pt x="1197" y="966"/>
                  </a:cubicBezTo>
                  <a:cubicBezTo>
                    <a:pt x="1201" y="963"/>
                    <a:pt x="1204" y="964"/>
                    <a:pt x="1216" y="963"/>
                  </a:cubicBezTo>
                  <a:cubicBezTo>
                    <a:pt x="1227" y="962"/>
                    <a:pt x="1231" y="963"/>
                    <a:pt x="1232" y="957"/>
                  </a:cubicBezTo>
                  <a:cubicBezTo>
                    <a:pt x="1233" y="952"/>
                    <a:pt x="1240" y="948"/>
                    <a:pt x="1242" y="958"/>
                  </a:cubicBezTo>
                  <a:cubicBezTo>
                    <a:pt x="1243" y="968"/>
                    <a:pt x="1238" y="966"/>
                    <a:pt x="1233" y="972"/>
                  </a:cubicBezTo>
                  <a:cubicBezTo>
                    <a:pt x="1229" y="978"/>
                    <a:pt x="1232" y="983"/>
                    <a:pt x="1235" y="993"/>
                  </a:cubicBezTo>
                  <a:cubicBezTo>
                    <a:pt x="1238" y="1003"/>
                    <a:pt x="1235" y="1013"/>
                    <a:pt x="1236" y="1020"/>
                  </a:cubicBezTo>
                  <a:cubicBezTo>
                    <a:pt x="1237" y="1027"/>
                    <a:pt x="1233" y="1030"/>
                    <a:pt x="1231" y="1036"/>
                  </a:cubicBezTo>
                  <a:cubicBezTo>
                    <a:pt x="1229" y="1043"/>
                    <a:pt x="1227" y="1039"/>
                    <a:pt x="1223" y="1047"/>
                  </a:cubicBezTo>
                  <a:cubicBezTo>
                    <a:pt x="1218" y="1055"/>
                    <a:pt x="1217" y="1062"/>
                    <a:pt x="1220" y="1072"/>
                  </a:cubicBezTo>
                  <a:cubicBezTo>
                    <a:pt x="1223" y="1082"/>
                    <a:pt x="1212" y="1090"/>
                    <a:pt x="1205" y="1099"/>
                  </a:cubicBezTo>
                  <a:cubicBezTo>
                    <a:pt x="1198" y="1108"/>
                    <a:pt x="1192" y="1118"/>
                    <a:pt x="1186" y="1117"/>
                  </a:cubicBezTo>
                  <a:cubicBezTo>
                    <a:pt x="1180" y="1116"/>
                    <a:pt x="1163" y="1114"/>
                    <a:pt x="1158" y="1111"/>
                  </a:cubicBezTo>
                  <a:cubicBezTo>
                    <a:pt x="1153" y="1107"/>
                    <a:pt x="1142" y="1093"/>
                    <a:pt x="1133" y="1095"/>
                  </a:cubicBezTo>
                  <a:cubicBezTo>
                    <a:pt x="1124" y="1096"/>
                    <a:pt x="1087" y="1106"/>
                    <a:pt x="1073" y="1112"/>
                  </a:cubicBezTo>
                  <a:cubicBezTo>
                    <a:pt x="1058" y="1117"/>
                    <a:pt x="1034" y="1105"/>
                    <a:pt x="1025" y="1099"/>
                  </a:cubicBezTo>
                  <a:cubicBezTo>
                    <a:pt x="1016" y="1093"/>
                    <a:pt x="1003" y="1097"/>
                    <a:pt x="994" y="1099"/>
                  </a:cubicBezTo>
                  <a:cubicBezTo>
                    <a:pt x="984" y="1101"/>
                    <a:pt x="981" y="1089"/>
                    <a:pt x="970" y="1082"/>
                  </a:cubicBezTo>
                  <a:cubicBezTo>
                    <a:pt x="959" y="1075"/>
                    <a:pt x="950" y="1081"/>
                    <a:pt x="939" y="1080"/>
                  </a:cubicBezTo>
                  <a:cubicBezTo>
                    <a:pt x="927" y="1078"/>
                    <a:pt x="929" y="1066"/>
                    <a:pt x="925" y="1061"/>
                  </a:cubicBezTo>
                  <a:cubicBezTo>
                    <a:pt x="921" y="1055"/>
                    <a:pt x="893" y="1054"/>
                    <a:pt x="879" y="1055"/>
                  </a:cubicBezTo>
                  <a:cubicBezTo>
                    <a:pt x="865" y="1055"/>
                    <a:pt x="864" y="1056"/>
                    <a:pt x="864" y="1064"/>
                  </a:cubicBezTo>
                  <a:cubicBezTo>
                    <a:pt x="865" y="1071"/>
                    <a:pt x="860" y="1092"/>
                    <a:pt x="857" y="1102"/>
                  </a:cubicBezTo>
                  <a:cubicBezTo>
                    <a:pt x="855" y="1112"/>
                    <a:pt x="834" y="1115"/>
                    <a:pt x="828" y="1116"/>
                  </a:cubicBezTo>
                  <a:cubicBezTo>
                    <a:pt x="823" y="1117"/>
                    <a:pt x="806" y="1106"/>
                    <a:pt x="800" y="1106"/>
                  </a:cubicBezTo>
                  <a:cubicBezTo>
                    <a:pt x="795" y="1106"/>
                    <a:pt x="785" y="1106"/>
                    <a:pt x="782" y="1101"/>
                  </a:cubicBezTo>
                  <a:cubicBezTo>
                    <a:pt x="780" y="1096"/>
                    <a:pt x="774" y="1096"/>
                    <a:pt x="764" y="1092"/>
                  </a:cubicBezTo>
                  <a:cubicBezTo>
                    <a:pt x="754" y="1088"/>
                    <a:pt x="754" y="1076"/>
                    <a:pt x="752" y="1066"/>
                  </a:cubicBezTo>
                  <a:cubicBezTo>
                    <a:pt x="750" y="1055"/>
                    <a:pt x="739" y="1050"/>
                    <a:pt x="724" y="1041"/>
                  </a:cubicBezTo>
                  <a:cubicBezTo>
                    <a:pt x="709" y="1033"/>
                    <a:pt x="693" y="1042"/>
                    <a:pt x="688" y="1045"/>
                  </a:cubicBezTo>
                  <a:cubicBezTo>
                    <a:pt x="683" y="1047"/>
                    <a:pt x="667" y="1041"/>
                    <a:pt x="654" y="1023"/>
                  </a:cubicBezTo>
                  <a:cubicBezTo>
                    <a:pt x="641" y="1005"/>
                    <a:pt x="663" y="1001"/>
                    <a:pt x="662" y="994"/>
                  </a:cubicBezTo>
                  <a:cubicBezTo>
                    <a:pt x="660" y="989"/>
                    <a:pt x="671" y="982"/>
                    <a:pt x="679" y="975"/>
                  </a:cubicBezTo>
                  <a:cubicBezTo>
                    <a:pt x="688" y="969"/>
                    <a:pt x="678" y="962"/>
                    <a:pt x="672" y="953"/>
                  </a:cubicBezTo>
                  <a:cubicBezTo>
                    <a:pt x="666" y="945"/>
                    <a:pt x="676" y="937"/>
                    <a:pt x="685" y="927"/>
                  </a:cubicBezTo>
                  <a:cubicBezTo>
                    <a:pt x="694" y="917"/>
                    <a:pt x="676" y="919"/>
                    <a:pt x="673" y="917"/>
                  </a:cubicBezTo>
                  <a:cubicBezTo>
                    <a:pt x="670" y="916"/>
                    <a:pt x="675" y="908"/>
                    <a:pt x="672" y="904"/>
                  </a:cubicBezTo>
                  <a:cubicBezTo>
                    <a:pt x="668" y="900"/>
                    <a:pt x="660" y="904"/>
                    <a:pt x="660" y="910"/>
                  </a:cubicBezTo>
                  <a:cubicBezTo>
                    <a:pt x="661" y="916"/>
                    <a:pt x="649" y="917"/>
                    <a:pt x="642" y="920"/>
                  </a:cubicBezTo>
                  <a:cubicBezTo>
                    <a:pt x="634" y="924"/>
                    <a:pt x="628" y="931"/>
                    <a:pt x="622" y="926"/>
                  </a:cubicBezTo>
                  <a:cubicBezTo>
                    <a:pt x="617" y="921"/>
                    <a:pt x="618" y="918"/>
                    <a:pt x="607" y="915"/>
                  </a:cubicBezTo>
                  <a:cubicBezTo>
                    <a:pt x="596" y="912"/>
                    <a:pt x="583" y="918"/>
                    <a:pt x="576" y="922"/>
                  </a:cubicBezTo>
                  <a:cubicBezTo>
                    <a:pt x="569" y="926"/>
                    <a:pt x="567" y="924"/>
                    <a:pt x="564" y="918"/>
                  </a:cubicBezTo>
                  <a:cubicBezTo>
                    <a:pt x="562" y="913"/>
                    <a:pt x="558" y="911"/>
                    <a:pt x="541" y="909"/>
                  </a:cubicBezTo>
                  <a:cubicBezTo>
                    <a:pt x="524" y="908"/>
                    <a:pt x="505" y="908"/>
                    <a:pt x="489" y="912"/>
                  </a:cubicBezTo>
                  <a:cubicBezTo>
                    <a:pt x="474" y="915"/>
                    <a:pt x="443" y="925"/>
                    <a:pt x="431" y="930"/>
                  </a:cubicBezTo>
                  <a:cubicBezTo>
                    <a:pt x="419" y="936"/>
                    <a:pt x="401" y="932"/>
                    <a:pt x="385" y="926"/>
                  </a:cubicBezTo>
                  <a:cubicBezTo>
                    <a:pt x="369" y="921"/>
                    <a:pt x="365" y="913"/>
                    <a:pt x="361" y="904"/>
                  </a:cubicBezTo>
                  <a:cubicBezTo>
                    <a:pt x="357" y="895"/>
                    <a:pt x="357" y="899"/>
                    <a:pt x="351" y="908"/>
                  </a:cubicBezTo>
                  <a:cubicBezTo>
                    <a:pt x="345" y="916"/>
                    <a:pt x="343" y="916"/>
                    <a:pt x="337" y="926"/>
                  </a:cubicBezTo>
                  <a:cubicBezTo>
                    <a:pt x="330" y="935"/>
                    <a:pt x="326" y="937"/>
                    <a:pt x="318" y="942"/>
                  </a:cubicBezTo>
                  <a:cubicBezTo>
                    <a:pt x="309" y="947"/>
                    <a:pt x="304" y="949"/>
                    <a:pt x="300" y="953"/>
                  </a:cubicBezTo>
                  <a:cubicBezTo>
                    <a:pt x="296" y="958"/>
                    <a:pt x="283" y="961"/>
                    <a:pt x="276" y="965"/>
                  </a:cubicBezTo>
                  <a:cubicBezTo>
                    <a:pt x="270" y="968"/>
                    <a:pt x="272" y="982"/>
                    <a:pt x="265" y="988"/>
                  </a:cubicBezTo>
                  <a:cubicBezTo>
                    <a:pt x="258" y="995"/>
                    <a:pt x="251" y="1005"/>
                    <a:pt x="247" y="1017"/>
                  </a:cubicBezTo>
                  <a:cubicBezTo>
                    <a:pt x="243" y="1028"/>
                    <a:pt x="242" y="1029"/>
                    <a:pt x="245" y="1036"/>
                  </a:cubicBezTo>
                  <a:cubicBezTo>
                    <a:pt x="249" y="1044"/>
                    <a:pt x="243" y="1044"/>
                    <a:pt x="239" y="1042"/>
                  </a:cubicBezTo>
                  <a:cubicBezTo>
                    <a:pt x="236" y="1041"/>
                    <a:pt x="233" y="1044"/>
                    <a:pt x="225" y="1053"/>
                  </a:cubicBezTo>
                  <a:cubicBezTo>
                    <a:pt x="218" y="1062"/>
                    <a:pt x="212" y="1063"/>
                    <a:pt x="204" y="1063"/>
                  </a:cubicBezTo>
                  <a:cubicBezTo>
                    <a:pt x="196" y="1064"/>
                    <a:pt x="200" y="1069"/>
                    <a:pt x="190" y="1074"/>
                  </a:cubicBezTo>
                  <a:cubicBezTo>
                    <a:pt x="180" y="1080"/>
                    <a:pt x="173" y="1076"/>
                    <a:pt x="166" y="1084"/>
                  </a:cubicBezTo>
                  <a:cubicBezTo>
                    <a:pt x="166" y="1084"/>
                    <a:pt x="149" y="1098"/>
                    <a:pt x="139" y="1110"/>
                  </a:cubicBezTo>
                  <a:cubicBezTo>
                    <a:pt x="128" y="1121"/>
                    <a:pt x="112" y="1144"/>
                    <a:pt x="105" y="1155"/>
                  </a:cubicBezTo>
                  <a:cubicBezTo>
                    <a:pt x="98" y="1165"/>
                    <a:pt x="87" y="1182"/>
                    <a:pt x="85" y="1186"/>
                  </a:cubicBezTo>
                  <a:cubicBezTo>
                    <a:pt x="82" y="1191"/>
                    <a:pt x="72" y="1207"/>
                    <a:pt x="62" y="1218"/>
                  </a:cubicBezTo>
                  <a:cubicBezTo>
                    <a:pt x="52" y="1229"/>
                    <a:pt x="48" y="1232"/>
                    <a:pt x="47" y="1238"/>
                  </a:cubicBezTo>
                  <a:cubicBezTo>
                    <a:pt x="46" y="1245"/>
                    <a:pt x="56" y="1268"/>
                    <a:pt x="54" y="1272"/>
                  </a:cubicBezTo>
                  <a:cubicBezTo>
                    <a:pt x="53" y="1275"/>
                    <a:pt x="49" y="1292"/>
                    <a:pt x="48" y="1300"/>
                  </a:cubicBezTo>
                  <a:cubicBezTo>
                    <a:pt x="48" y="1309"/>
                    <a:pt x="46" y="1317"/>
                    <a:pt x="41" y="1327"/>
                  </a:cubicBezTo>
                  <a:cubicBezTo>
                    <a:pt x="36" y="1337"/>
                    <a:pt x="34" y="1343"/>
                    <a:pt x="35" y="1351"/>
                  </a:cubicBezTo>
                  <a:cubicBezTo>
                    <a:pt x="35" y="1359"/>
                    <a:pt x="32" y="1367"/>
                    <a:pt x="25" y="1370"/>
                  </a:cubicBezTo>
                  <a:cubicBezTo>
                    <a:pt x="19" y="1374"/>
                    <a:pt x="22" y="1389"/>
                    <a:pt x="17" y="1396"/>
                  </a:cubicBezTo>
                  <a:cubicBezTo>
                    <a:pt x="12" y="1402"/>
                    <a:pt x="5" y="1397"/>
                    <a:pt x="3" y="1403"/>
                  </a:cubicBezTo>
                  <a:cubicBezTo>
                    <a:pt x="0" y="1409"/>
                    <a:pt x="3" y="1420"/>
                    <a:pt x="4" y="1429"/>
                  </a:cubicBezTo>
                  <a:cubicBezTo>
                    <a:pt x="5" y="1439"/>
                    <a:pt x="0" y="1453"/>
                    <a:pt x="1" y="1458"/>
                  </a:cubicBezTo>
                  <a:cubicBezTo>
                    <a:pt x="2" y="1462"/>
                    <a:pt x="5" y="1475"/>
                    <a:pt x="6" y="1489"/>
                  </a:cubicBezTo>
                  <a:cubicBezTo>
                    <a:pt x="7" y="1503"/>
                    <a:pt x="12" y="1508"/>
                    <a:pt x="17" y="1514"/>
                  </a:cubicBezTo>
                  <a:cubicBezTo>
                    <a:pt x="22" y="1519"/>
                    <a:pt x="21" y="1528"/>
                    <a:pt x="23" y="1537"/>
                  </a:cubicBezTo>
                  <a:cubicBezTo>
                    <a:pt x="25" y="1545"/>
                    <a:pt x="28" y="1553"/>
                    <a:pt x="28" y="1563"/>
                  </a:cubicBezTo>
                  <a:cubicBezTo>
                    <a:pt x="28" y="1573"/>
                    <a:pt x="40" y="1573"/>
                    <a:pt x="45" y="1583"/>
                  </a:cubicBezTo>
                  <a:cubicBezTo>
                    <a:pt x="51" y="1594"/>
                    <a:pt x="43" y="1610"/>
                    <a:pt x="44" y="1618"/>
                  </a:cubicBezTo>
                  <a:cubicBezTo>
                    <a:pt x="44" y="1627"/>
                    <a:pt x="46" y="1645"/>
                    <a:pt x="47" y="1657"/>
                  </a:cubicBezTo>
                  <a:cubicBezTo>
                    <a:pt x="47" y="1669"/>
                    <a:pt x="63" y="1676"/>
                    <a:pt x="74" y="1691"/>
                  </a:cubicBezTo>
                  <a:cubicBezTo>
                    <a:pt x="85" y="1706"/>
                    <a:pt x="96" y="1721"/>
                    <a:pt x="110" y="1744"/>
                  </a:cubicBezTo>
                  <a:cubicBezTo>
                    <a:pt x="125" y="1767"/>
                    <a:pt x="136" y="1766"/>
                    <a:pt x="147" y="1769"/>
                  </a:cubicBezTo>
                  <a:cubicBezTo>
                    <a:pt x="159" y="1771"/>
                    <a:pt x="161" y="1762"/>
                    <a:pt x="170" y="1757"/>
                  </a:cubicBezTo>
                  <a:cubicBezTo>
                    <a:pt x="179" y="1751"/>
                    <a:pt x="176" y="1761"/>
                    <a:pt x="185" y="1764"/>
                  </a:cubicBezTo>
                  <a:cubicBezTo>
                    <a:pt x="195" y="1768"/>
                    <a:pt x="203" y="1768"/>
                    <a:pt x="209" y="1767"/>
                  </a:cubicBezTo>
                  <a:cubicBezTo>
                    <a:pt x="215" y="1765"/>
                    <a:pt x="216" y="1762"/>
                    <a:pt x="223" y="1763"/>
                  </a:cubicBezTo>
                  <a:cubicBezTo>
                    <a:pt x="230" y="1764"/>
                    <a:pt x="230" y="1771"/>
                    <a:pt x="235" y="1781"/>
                  </a:cubicBezTo>
                  <a:cubicBezTo>
                    <a:pt x="241" y="1790"/>
                    <a:pt x="247" y="1785"/>
                    <a:pt x="263" y="1788"/>
                  </a:cubicBezTo>
                  <a:cubicBezTo>
                    <a:pt x="279" y="1791"/>
                    <a:pt x="285" y="1788"/>
                    <a:pt x="294" y="1784"/>
                  </a:cubicBezTo>
                  <a:cubicBezTo>
                    <a:pt x="303" y="1779"/>
                    <a:pt x="332" y="1768"/>
                    <a:pt x="335" y="1767"/>
                  </a:cubicBezTo>
                  <a:cubicBezTo>
                    <a:pt x="338" y="1765"/>
                    <a:pt x="347" y="1764"/>
                    <a:pt x="356" y="1763"/>
                  </a:cubicBezTo>
                  <a:cubicBezTo>
                    <a:pt x="366" y="1762"/>
                    <a:pt x="363" y="1767"/>
                    <a:pt x="365" y="1775"/>
                  </a:cubicBezTo>
                  <a:cubicBezTo>
                    <a:pt x="367" y="1782"/>
                    <a:pt x="372" y="1774"/>
                    <a:pt x="381" y="1775"/>
                  </a:cubicBezTo>
                  <a:cubicBezTo>
                    <a:pt x="390" y="1777"/>
                    <a:pt x="390" y="1775"/>
                    <a:pt x="398" y="1784"/>
                  </a:cubicBezTo>
                  <a:cubicBezTo>
                    <a:pt x="406" y="1793"/>
                    <a:pt x="413" y="1809"/>
                    <a:pt x="416" y="1821"/>
                  </a:cubicBezTo>
                  <a:cubicBezTo>
                    <a:pt x="419" y="1833"/>
                    <a:pt x="424" y="1838"/>
                    <a:pt x="432" y="1842"/>
                  </a:cubicBezTo>
                  <a:cubicBezTo>
                    <a:pt x="439" y="1845"/>
                    <a:pt x="453" y="1838"/>
                    <a:pt x="465" y="1838"/>
                  </a:cubicBezTo>
                  <a:cubicBezTo>
                    <a:pt x="478" y="1839"/>
                    <a:pt x="488" y="1835"/>
                    <a:pt x="496" y="1841"/>
                  </a:cubicBezTo>
                  <a:cubicBezTo>
                    <a:pt x="504" y="1847"/>
                    <a:pt x="506" y="1868"/>
                    <a:pt x="508" y="1872"/>
                  </a:cubicBezTo>
                  <a:cubicBezTo>
                    <a:pt x="510" y="1876"/>
                    <a:pt x="523" y="1872"/>
                    <a:pt x="525" y="1879"/>
                  </a:cubicBezTo>
                  <a:cubicBezTo>
                    <a:pt x="528" y="1885"/>
                    <a:pt x="520" y="1898"/>
                    <a:pt x="517" y="1905"/>
                  </a:cubicBezTo>
                  <a:cubicBezTo>
                    <a:pt x="514" y="1913"/>
                    <a:pt x="516" y="1925"/>
                    <a:pt x="515" y="1933"/>
                  </a:cubicBezTo>
                  <a:cubicBezTo>
                    <a:pt x="515" y="1942"/>
                    <a:pt x="514" y="1953"/>
                    <a:pt x="514" y="1962"/>
                  </a:cubicBezTo>
                  <a:cubicBezTo>
                    <a:pt x="513" y="1972"/>
                    <a:pt x="513" y="1973"/>
                    <a:pt x="503" y="1978"/>
                  </a:cubicBezTo>
                  <a:cubicBezTo>
                    <a:pt x="493" y="1983"/>
                    <a:pt x="495" y="1985"/>
                    <a:pt x="499" y="1991"/>
                  </a:cubicBezTo>
                  <a:cubicBezTo>
                    <a:pt x="503" y="1998"/>
                    <a:pt x="509" y="2003"/>
                    <a:pt x="512" y="2014"/>
                  </a:cubicBezTo>
                  <a:cubicBezTo>
                    <a:pt x="514" y="2024"/>
                    <a:pt x="506" y="2022"/>
                    <a:pt x="509" y="2028"/>
                  </a:cubicBezTo>
                  <a:cubicBezTo>
                    <a:pt x="512" y="2033"/>
                    <a:pt x="515" y="2033"/>
                    <a:pt x="521" y="2032"/>
                  </a:cubicBezTo>
                  <a:cubicBezTo>
                    <a:pt x="527" y="2031"/>
                    <a:pt x="532" y="2039"/>
                    <a:pt x="530" y="2047"/>
                  </a:cubicBezTo>
                  <a:cubicBezTo>
                    <a:pt x="528" y="2056"/>
                    <a:pt x="537" y="2061"/>
                    <a:pt x="541" y="2069"/>
                  </a:cubicBezTo>
                  <a:cubicBezTo>
                    <a:pt x="546" y="2077"/>
                    <a:pt x="552" y="2076"/>
                    <a:pt x="564" y="2079"/>
                  </a:cubicBezTo>
                  <a:cubicBezTo>
                    <a:pt x="576" y="2082"/>
                    <a:pt x="584" y="2090"/>
                    <a:pt x="588" y="2102"/>
                  </a:cubicBezTo>
                  <a:cubicBezTo>
                    <a:pt x="593" y="2114"/>
                    <a:pt x="589" y="2113"/>
                    <a:pt x="593" y="2122"/>
                  </a:cubicBezTo>
                  <a:cubicBezTo>
                    <a:pt x="598" y="2131"/>
                    <a:pt x="593" y="2137"/>
                    <a:pt x="594" y="2142"/>
                  </a:cubicBezTo>
                  <a:cubicBezTo>
                    <a:pt x="594" y="2147"/>
                    <a:pt x="600" y="2152"/>
                    <a:pt x="606" y="2158"/>
                  </a:cubicBezTo>
                  <a:cubicBezTo>
                    <a:pt x="612" y="2165"/>
                    <a:pt x="611" y="2166"/>
                    <a:pt x="611" y="2174"/>
                  </a:cubicBezTo>
                  <a:cubicBezTo>
                    <a:pt x="611" y="2181"/>
                    <a:pt x="616" y="2179"/>
                    <a:pt x="618" y="2184"/>
                  </a:cubicBezTo>
                  <a:cubicBezTo>
                    <a:pt x="621" y="2189"/>
                    <a:pt x="625" y="2201"/>
                    <a:pt x="621" y="2206"/>
                  </a:cubicBezTo>
                  <a:cubicBezTo>
                    <a:pt x="617" y="2211"/>
                    <a:pt x="618" y="2221"/>
                    <a:pt x="622" y="2226"/>
                  </a:cubicBezTo>
                  <a:cubicBezTo>
                    <a:pt x="625" y="2230"/>
                    <a:pt x="631" y="2232"/>
                    <a:pt x="633" y="2238"/>
                  </a:cubicBezTo>
                  <a:cubicBezTo>
                    <a:pt x="636" y="2245"/>
                    <a:pt x="647" y="2279"/>
                    <a:pt x="650" y="2285"/>
                  </a:cubicBezTo>
                  <a:cubicBezTo>
                    <a:pt x="653" y="2291"/>
                    <a:pt x="652" y="2300"/>
                    <a:pt x="647" y="2305"/>
                  </a:cubicBezTo>
                  <a:cubicBezTo>
                    <a:pt x="643" y="2309"/>
                    <a:pt x="629" y="2318"/>
                    <a:pt x="626" y="2328"/>
                  </a:cubicBezTo>
                  <a:cubicBezTo>
                    <a:pt x="622" y="2339"/>
                    <a:pt x="624" y="2343"/>
                    <a:pt x="629" y="2353"/>
                  </a:cubicBezTo>
                  <a:cubicBezTo>
                    <a:pt x="634" y="2362"/>
                    <a:pt x="626" y="2360"/>
                    <a:pt x="623" y="2370"/>
                  </a:cubicBezTo>
                  <a:cubicBezTo>
                    <a:pt x="619" y="2381"/>
                    <a:pt x="618" y="2381"/>
                    <a:pt x="619" y="2391"/>
                  </a:cubicBezTo>
                  <a:cubicBezTo>
                    <a:pt x="620" y="2402"/>
                    <a:pt x="618" y="2403"/>
                    <a:pt x="625" y="2424"/>
                  </a:cubicBezTo>
                  <a:cubicBezTo>
                    <a:pt x="632" y="2445"/>
                    <a:pt x="641" y="2442"/>
                    <a:pt x="650" y="2451"/>
                  </a:cubicBezTo>
                  <a:cubicBezTo>
                    <a:pt x="659" y="2460"/>
                    <a:pt x="654" y="2465"/>
                    <a:pt x="657" y="2471"/>
                  </a:cubicBezTo>
                  <a:cubicBezTo>
                    <a:pt x="660" y="2477"/>
                    <a:pt x="676" y="2492"/>
                    <a:pt x="694" y="2513"/>
                  </a:cubicBezTo>
                  <a:cubicBezTo>
                    <a:pt x="711" y="2534"/>
                    <a:pt x="705" y="2532"/>
                    <a:pt x="704" y="2538"/>
                  </a:cubicBezTo>
                  <a:cubicBezTo>
                    <a:pt x="703" y="2544"/>
                    <a:pt x="705" y="2546"/>
                    <a:pt x="713" y="2560"/>
                  </a:cubicBezTo>
                  <a:cubicBezTo>
                    <a:pt x="721" y="2575"/>
                    <a:pt x="735" y="2586"/>
                    <a:pt x="733" y="2601"/>
                  </a:cubicBezTo>
                  <a:cubicBezTo>
                    <a:pt x="731" y="2617"/>
                    <a:pt x="738" y="2613"/>
                    <a:pt x="743" y="2626"/>
                  </a:cubicBezTo>
                  <a:cubicBezTo>
                    <a:pt x="748" y="2639"/>
                    <a:pt x="772" y="2653"/>
                    <a:pt x="786" y="2666"/>
                  </a:cubicBezTo>
                  <a:cubicBezTo>
                    <a:pt x="800" y="2679"/>
                    <a:pt x="806" y="2684"/>
                    <a:pt x="821" y="2707"/>
                  </a:cubicBezTo>
                  <a:cubicBezTo>
                    <a:pt x="835" y="2729"/>
                    <a:pt x="848" y="2734"/>
                    <a:pt x="853" y="2738"/>
                  </a:cubicBezTo>
                  <a:cubicBezTo>
                    <a:pt x="858" y="2743"/>
                    <a:pt x="855" y="2745"/>
                    <a:pt x="849" y="2746"/>
                  </a:cubicBezTo>
                  <a:cubicBezTo>
                    <a:pt x="843" y="2747"/>
                    <a:pt x="842" y="2750"/>
                    <a:pt x="844" y="2755"/>
                  </a:cubicBezTo>
                  <a:cubicBezTo>
                    <a:pt x="847" y="2760"/>
                    <a:pt x="850" y="2765"/>
                    <a:pt x="855" y="2774"/>
                  </a:cubicBezTo>
                  <a:cubicBezTo>
                    <a:pt x="859" y="2783"/>
                    <a:pt x="865" y="2779"/>
                    <a:pt x="873" y="2782"/>
                  </a:cubicBezTo>
                  <a:cubicBezTo>
                    <a:pt x="882" y="2786"/>
                    <a:pt x="890" y="2791"/>
                    <a:pt x="899" y="2791"/>
                  </a:cubicBezTo>
                  <a:cubicBezTo>
                    <a:pt x="907" y="2791"/>
                    <a:pt x="926" y="2786"/>
                    <a:pt x="939" y="2786"/>
                  </a:cubicBezTo>
                  <a:cubicBezTo>
                    <a:pt x="952" y="2787"/>
                    <a:pt x="958" y="2794"/>
                    <a:pt x="974" y="2793"/>
                  </a:cubicBezTo>
                  <a:cubicBezTo>
                    <a:pt x="991" y="2791"/>
                    <a:pt x="988" y="2791"/>
                    <a:pt x="1008" y="2793"/>
                  </a:cubicBezTo>
                  <a:cubicBezTo>
                    <a:pt x="1027" y="2796"/>
                    <a:pt x="1074" y="2786"/>
                    <a:pt x="1082" y="2777"/>
                  </a:cubicBezTo>
                  <a:cubicBezTo>
                    <a:pt x="1090" y="2769"/>
                    <a:pt x="1106" y="2755"/>
                    <a:pt x="1122" y="2748"/>
                  </a:cubicBezTo>
                  <a:cubicBezTo>
                    <a:pt x="1137" y="2740"/>
                    <a:pt x="1162" y="2727"/>
                    <a:pt x="1168" y="2723"/>
                  </a:cubicBezTo>
                  <a:cubicBezTo>
                    <a:pt x="1174" y="2718"/>
                    <a:pt x="1171" y="2713"/>
                    <a:pt x="1171" y="2704"/>
                  </a:cubicBezTo>
                  <a:cubicBezTo>
                    <a:pt x="1171" y="2695"/>
                    <a:pt x="1179" y="2691"/>
                    <a:pt x="1183" y="2681"/>
                  </a:cubicBezTo>
                  <a:cubicBezTo>
                    <a:pt x="1186" y="2671"/>
                    <a:pt x="1189" y="2668"/>
                    <a:pt x="1186" y="2657"/>
                  </a:cubicBezTo>
                  <a:cubicBezTo>
                    <a:pt x="1182" y="2646"/>
                    <a:pt x="1194" y="2649"/>
                    <a:pt x="1204" y="2642"/>
                  </a:cubicBezTo>
                  <a:cubicBezTo>
                    <a:pt x="1214" y="2635"/>
                    <a:pt x="1244" y="2628"/>
                    <a:pt x="1252" y="2624"/>
                  </a:cubicBezTo>
                  <a:cubicBezTo>
                    <a:pt x="1260" y="2620"/>
                    <a:pt x="1259" y="2620"/>
                    <a:pt x="1255" y="2613"/>
                  </a:cubicBezTo>
                  <a:cubicBezTo>
                    <a:pt x="1251" y="2605"/>
                    <a:pt x="1257" y="2587"/>
                    <a:pt x="1258" y="2576"/>
                  </a:cubicBezTo>
                  <a:cubicBezTo>
                    <a:pt x="1258" y="2565"/>
                    <a:pt x="1257" y="2562"/>
                    <a:pt x="1254" y="2564"/>
                  </a:cubicBezTo>
                  <a:cubicBezTo>
                    <a:pt x="1250" y="2566"/>
                    <a:pt x="1247" y="2564"/>
                    <a:pt x="1242" y="2550"/>
                  </a:cubicBezTo>
                  <a:cubicBezTo>
                    <a:pt x="1237" y="2536"/>
                    <a:pt x="1233" y="2531"/>
                    <a:pt x="1235" y="2524"/>
                  </a:cubicBezTo>
                  <a:cubicBezTo>
                    <a:pt x="1237" y="2517"/>
                    <a:pt x="1265" y="2512"/>
                    <a:pt x="1275" y="2506"/>
                  </a:cubicBezTo>
                  <a:cubicBezTo>
                    <a:pt x="1284" y="2501"/>
                    <a:pt x="1285" y="2498"/>
                    <a:pt x="1294" y="2490"/>
                  </a:cubicBezTo>
                  <a:cubicBezTo>
                    <a:pt x="1303" y="2481"/>
                    <a:pt x="1311" y="2474"/>
                    <a:pt x="1316" y="2472"/>
                  </a:cubicBezTo>
                  <a:cubicBezTo>
                    <a:pt x="1320" y="2469"/>
                    <a:pt x="1328" y="2466"/>
                    <a:pt x="1339" y="2460"/>
                  </a:cubicBezTo>
                  <a:cubicBezTo>
                    <a:pt x="1350" y="2454"/>
                    <a:pt x="1356" y="2450"/>
                    <a:pt x="1361" y="2446"/>
                  </a:cubicBezTo>
                  <a:cubicBezTo>
                    <a:pt x="1366" y="2443"/>
                    <a:pt x="1366" y="2450"/>
                    <a:pt x="1374" y="2446"/>
                  </a:cubicBezTo>
                  <a:cubicBezTo>
                    <a:pt x="1381" y="2443"/>
                    <a:pt x="1396" y="2432"/>
                    <a:pt x="1409" y="2424"/>
                  </a:cubicBezTo>
                  <a:cubicBezTo>
                    <a:pt x="1422" y="2415"/>
                    <a:pt x="1419" y="2403"/>
                    <a:pt x="1410" y="2395"/>
                  </a:cubicBezTo>
                  <a:cubicBezTo>
                    <a:pt x="1402" y="2387"/>
                    <a:pt x="1402" y="2384"/>
                    <a:pt x="1403" y="2371"/>
                  </a:cubicBezTo>
                  <a:cubicBezTo>
                    <a:pt x="1405" y="2358"/>
                    <a:pt x="1403" y="2361"/>
                    <a:pt x="1400" y="2360"/>
                  </a:cubicBezTo>
                  <a:cubicBezTo>
                    <a:pt x="1398" y="2360"/>
                    <a:pt x="1396" y="2356"/>
                    <a:pt x="1398" y="2349"/>
                  </a:cubicBezTo>
                  <a:cubicBezTo>
                    <a:pt x="1401" y="2342"/>
                    <a:pt x="1400" y="2335"/>
                    <a:pt x="1397" y="2329"/>
                  </a:cubicBezTo>
                  <a:cubicBezTo>
                    <a:pt x="1394" y="2323"/>
                    <a:pt x="1392" y="2316"/>
                    <a:pt x="1392" y="2307"/>
                  </a:cubicBezTo>
                  <a:cubicBezTo>
                    <a:pt x="1393" y="2297"/>
                    <a:pt x="1385" y="2290"/>
                    <a:pt x="1379" y="2286"/>
                  </a:cubicBezTo>
                  <a:cubicBezTo>
                    <a:pt x="1373" y="2282"/>
                    <a:pt x="1370" y="2274"/>
                    <a:pt x="1368" y="2266"/>
                  </a:cubicBezTo>
                  <a:cubicBezTo>
                    <a:pt x="1366" y="2259"/>
                    <a:pt x="1355" y="2262"/>
                    <a:pt x="1352" y="2256"/>
                  </a:cubicBezTo>
                  <a:cubicBezTo>
                    <a:pt x="1348" y="2249"/>
                    <a:pt x="1351" y="2227"/>
                    <a:pt x="1356" y="2219"/>
                  </a:cubicBezTo>
                  <a:cubicBezTo>
                    <a:pt x="1361" y="2211"/>
                    <a:pt x="1353" y="2202"/>
                    <a:pt x="1347" y="2199"/>
                  </a:cubicBezTo>
                  <a:cubicBezTo>
                    <a:pt x="1340" y="2195"/>
                    <a:pt x="1342" y="2178"/>
                    <a:pt x="1349" y="2165"/>
                  </a:cubicBezTo>
                  <a:cubicBezTo>
                    <a:pt x="1356" y="2151"/>
                    <a:pt x="1366" y="2147"/>
                    <a:pt x="1375" y="2141"/>
                  </a:cubicBezTo>
                  <a:cubicBezTo>
                    <a:pt x="1384" y="2135"/>
                    <a:pt x="1395" y="2116"/>
                    <a:pt x="1402" y="2112"/>
                  </a:cubicBezTo>
                  <a:cubicBezTo>
                    <a:pt x="1409" y="2107"/>
                    <a:pt x="1415" y="2098"/>
                    <a:pt x="1414" y="2086"/>
                  </a:cubicBezTo>
                  <a:cubicBezTo>
                    <a:pt x="1413" y="2075"/>
                    <a:pt x="1423" y="2077"/>
                    <a:pt x="1429" y="2074"/>
                  </a:cubicBezTo>
                  <a:cubicBezTo>
                    <a:pt x="1435" y="2070"/>
                    <a:pt x="1436" y="2064"/>
                    <a:pt x="1435" y="2055"/>
                  </a:cubicBezTo>
                  <a:cubicBezTo>
                    <a:pt x="1435" y="2047"/>
                    <a:pt x="1438" y="2049"/>
                    <a:pt x="1448" y="2043"/>
                  </a:cubicBezTo>
                  <a:cubicBezTo>
                    <a:pt x="1457" y="2038"/>
                    <a:pt x="1470" y="2026"/>
                    <a:pt x="1475" y="2016"/>
                  </a:cubicBezTo>
                  <a:cubicBezTo>
                    <a:pt x="1480" y="2007"/>
                    <a:pt x="1497" y="1998"/>
                    <a:pt x="1512" y="1988"/>
                  </a:cubicBezTo>
                  <a:cubicBezTo>
                    <a:pt x="1528" y="1979"/>
                    <a:pt x="1534" y="1968"/>
                    <a:pt x="1534" y="1962"/>
                  </a:cubicBezTo>
                  <a:cubicBezTo>
                    <a:pt x="1535" y="1956"/>
                    <a:pt x="1542" y="1947"/>
                    <a:pt x="1557" y="1944"/>
                  </a:cubicBezTo>
                  <a:cubicBezTo>
                    <a:pt x="1572" y="1940"/>
                    <a:pt x="1589" y="1928"/>
                    <a:pt x="1596" y="1918"/>
                  </a:cubicBezTo>
                  <a:cubicBezTo>
                    <a:pt x="1603" y="1907"/>
                    <a:pt x="1612" y="1888"/>
                    <a:pt x="1621" y="1872"/>
                  </a:cubicBezTo>
                  <a:cubicBezTo>
                    <a:pt x="1629" y="1856"/>
                    <a:pt x="1646" y="1838"/>
                    <a:pt x="1642" y="1824"/>
                  </a:cubicBezTo>
                  <a:cubicBezTo>
                    <a:pt x="1638" y="1809"/>
                    <a:pt x="1648" y="1797"/>
                    <a:pt x="1660" y="1788"/>
                  </a:cubicBezTo>
                  <a:cubicBezTo>
                    <a:pt x="1671" y="1779"/>
                    <a:pt x="1663" y="1772"/>
                    <a:pt x="1666" y="1759"/>
                  </a:cubicBezTo>
                  <a:cubicBezTo>
                    <a:pt x="1670" y="1745"/>
                    <a:pt x="1681" y="1750"/>
                    <a:pt x="1684" y="1743"/>
                  </a:cubicBezTo>
                  <a:cubicBezTo>
                    <a:pt x="1687" y="1735"/>
                    <a:pt x="1682" y="1723"/>
                    <a:pt x="1682" y="1718"/>
                  </a:cubicBezTo>
                  <a:cubicBezTo>
                    <a:pt x="1682" y="1713"/>
                    <a:pt x="1697" y="1706"/>
                    <a:pt x="1701" y="1703"/>
                  </a:cubicBezTo>
                  <a:cubicBezTo>
                    <a:pt x="1705" y="1701"/>
                    <a:pt x="1700" y="1693"/>
                    <a:pt x="1694" y="1691"/>
                  </a:cubicBezTo>
                  <a:cubicBezTo>
                    <a:pt x="1689" y="1689"/>
                    <a:pt x="1690" y="1680"/>
                    <a:pt x="1687" y="1670"/>
                  </a:cubicBezTo>
                  <a:cubicBezTo>
                    <a:pt x="1683" y="1660"/>
                    <a:pt x="1675" y="1660"/>
                    <a:pt x="1668" y="1665"/>
                  </a:cubicBezTo>
                  <a:cubicBezTo>
                    <a:pt x="1661" y="1670"/>
                    <a:pt x="1653" y="1674"/>
                    <a:pt x="1646" y="1677"/>
                  </a:cubicBezTo>
                  <a:cubicBezTo>
                    <a:pt x="1639" y="1681"/>
                    <a:pt x="1635" y="1682"/>
                    <a:pt x="1629" y="1686"/>
                  </a:cubicBezTo>
                  <a:cubicBezTo>
                    <a:pt x="1624" y="1690"/>
                    <a:pt x="1607" y="1691"/>
                    <a:pt x="1581" y="1694"/>
                  </a:cubicBezTo>
                  <a:cubicBezTo>
                    <a:pt x="1554" y="1697"/>
                    <a:pt x="1516" y="1699"/>
                    <a:pt x="1496" y="1702"/>
                  </a:cubicBezTo>
                  <a:cubicBezTo>
                    <a:pt x="1476" y="1706"/>
                    <a:pt x="1470" y="1698"/>
                    <a:pt x="1463" y="1690"/>
                  </a:cubicBezTo>
                  <a:cubicBezTo>
                    <a:pt x="1457" y="1682"/>
                    <a:pt x="1459" y="1671"/>
                    <a:pt x="1458" y="1658"/>
                  </a:cubicBezTo>
                  <a:cubicBezTo>
                    <a:pt x="1456" y="1644"/>
                    <a:pt x="1452" y="1641"/>
                    <a:pt x="1443" y="1642"/>
                  </a:cubicBezTo>
                  <a:cubicBezTo>
                    <a:pt x="1434" y="1643"/>
                    <a:pt x="1431" y="1634"/>
                    <a:pt x="1423" y="1619"/>
                  </a:cubicBezTo>
                  <a:cubicBezTo>
                    <a:pt x="1415" y="1604"/>
                    <a:pt x="1406" y="1599"/>
                    <a:pt x="1395" y="1593"/>
                  </a:cubicBezTo>
                  <a:cubicBezTo>
                    <a:pt x="1385" y="1587"/>
                    <a:pt x="1361" y="1588"/>
                    <a:pt x="1354" y="1586"/>
                  </a:cubicBezTo>
                  <a:cubicBezTo>
                    <a:pt x="1346" y="1584"/>
                    <a:pt x="1350" y="1576"/>
                    <a:pt x="1347" y="1568"/>
                  </a:cubicBezTo>
                  <a:cubicBezTo>
                    <a:pt x="1344" y="1560"/>
                    <a:pt x="1339" y="1537"/>
                    <a:pt x="1336" y="1524"/>
                  </a:cubicBezTo>
                  <a:cubicBezTo>
                    <a:pt x="1332" y="1510"/>
                    <a:pt x="1319" y="1498"/>
                    <a:pt x="1307" y="1495"/>
                  </a:cubicBezTo>
                  <a:cubicBezTo>
                    <a:pt x="1295" y="1493"/>
                    <a:pt x="1295" y="1474"/>
                    <a:pt x="1296" y="1459"/>
                  </a:cubicBezTo>
                  <a:cubicBezTo>
                    <a:pt x="1297" y="1445"/>
                    <a:pt x="1298" y="1432"/>
                    <a:pt x="1297" y="1428"/>
                  </a:cubicBezTo>
                  <a:cubicBezTo>
                    <a:pt x="1296" y="1423"/>
                    <a:pt x="1292" y="1415"/>
                    <a:pt x="1296" y="1412"/>
                  </a:cubicBezTo>
                  <a:cubicBezTo>
                    <a:pt x="1299" y="1408"/>
                    <a:pt x="1291" y="1402"/>
                    <a:pt x="1285" y="1400"/>
                  </a:cubicBezTo>
                  <a:cubicBezTo>
                    <a:pt x="1279" y="1399"/>
                    <a:pt x="1283" y="1383"/>
                    <a:pt x="1279" y="1376"/>
                  </a:cubicBezTo>
                  <a:cubicBezTo>
                    <a:pt x="1276" y="1369"/>
                    <a:pt x="1268" y="1363"/>
                    <a:pt x="1260" y="1360"/>
                  </a:cubicBezTo>
                  <a:cubicBezTo>
                    <a:pt x="1252" y="1357"/>
                    <a:pt x="1242" y="1355"/>
                    <a:pt x="1238" y="1349"/>
                  </a:cubicBezTo>
                  <a:cubicBezTo>
                    <a:pt x="1234" y="1343"/>
                    <a:pt x="1246" y="1338"/>
                    <a:pt x="1248" y="1337"/>
                  </a:cubicBezTo>
                  <a:cubicBezTo>
                    <a:pt x="1251" y="1336"/>
                    <a:pt x="1237" y="1328"/>
                    <a:pt x="1232" y="1320"/>
                  </a:cubicBezTo>
                  <a:cubicBezTo>
                    <a:pt x="1226" y="1313"/>
                    <a:pt x="1224" y="1312"/>
                    <a:pt x="1220" y="1307"/>
                  </a:cubicBezTo>
                  <a:cubicBezTo>
                    <a:pt x="1216" y="1302"/>
                    <a:pt x="1216" y="1301"/>
                    <a:pt x="1215" y="1294"/>
                  </a:cubicBezTo>
                  <a:cubicBezTo>
                    <a:pt x="1213" y="1286"/>
                    <a:pt x="1215" y="1286"/>
                    <a:pt x="1211" y="1278"/>
                  </a:cubicBezTo>
                  <a:cubicBezTo>
                    <a:pt x="1207" y="1270"/>
                    <a:pt x="1209" y="1267"/>
                    <a:pt x="1205" y="1257"/>
                  </a:cubicBezTo>
                  <a:cubicBezTo>
                    <a:pt x="1202" y="1247"/>
                    <a:pt x="1198" y="1243"/>
                    <a:pt x="1196" y="1239"/>
                  </a:cubicBezTo>
                  <a:cubicBezTo>
                    <a:pt x="1193" y="1236"/>
                    <a:pt x="1191" y="1228"/>
                    <a:pt x="1188" y="1217"/>
                  </a:cubicBezTo>
                  <a:cubicBezTo>
                    <a:pt x="1185" y="1206"/>
                    <a:pt x="1179" y="1203"/>
                    <a:pt x="1175" y="1200"/>
                  </a:cubicBezTo>
                  <a:cubicBezTo>
                    <a:pt x="1170" y="1197"/>
                    <a:pt x="1164" y="1180"/>
                    <a:pt x="1159" y="1173"/>
                  </a:cubicBezTo>
                  <a:cubicBezTo>
                    <a:pt x="1154" y="1166"/>
                    <a:pt x="1157" y="1162"/>
                    <a:pt x="1161" y="1167"/>
                  </a:cubicBezTo>
                  <a:cubicBezTo>
                    <a:pt x="1166" y="1172"/>
                    <a:pt x="1168" y="1172"/>
                    <a:pt x="1179" y="1177"/>
                  </a:cubicBezTo>
                  <a:cubicBezTo>
                    <a:pt x="1190" y="1182"/>
                    <a:pt x="1184" y="1186"/>
                    <a:pt x="1189" y="1198"/>
                  </a:cubicBezTo>
                  <a:cubicBezTo>
                    <a:pt x="1195" y="1210"/>
                    <a:pt x="1200" y="1205"/>
                    <a:pt x="1206" y="1202"/>
                  </a:cubicBezTo>
                  <a:cubicBezTo>
                    <a:pt x="1211" y="1199"/>
                    <a:pt x="1206" y="1178"/>
                    <a:pt x="1210" y="1170"/>
                  </a:cubicBezTo>
                  <a:cubicBezTo>
                    <a:pt x="1213" y="1162"/>
                    <a:pt x="1221" y="1163"/>
                    <a:pt x="1220" y="1170"/>
                  </a:cubicBezTo>
                  <a:cubicBezTo>
                    <a:pt x="1218" y="1177"/>
                    <a:pt x="1211" y="1183"/>
                    <a:pt x="1216" y="1195"/>
                  </a:cubicBezTo>
                  <a:cubicBezTo>
                    <a:pt x="1220" y="1206"/>
                    <a:pt x="1231" y="1213"/>
                    <a:pt x="1243" y="1227"/>
                  </a:cubicBezTo>
                  <a:cubicBezTo>
                    <a:pt x="1255" y="1241"/>
                    <a:pt x="1274" y="1252"/>
                    <a:pt x="1281" y="1273"/>
                  </a:cubicBezTo>
                  <a:cubicBezTo>
                    <a:pt x="1288" y="1294"/>
                    <a:pt x="1280" y="1302"/>
                    <a:pt x="1285" y="1311"/>
                  </a:cubicBezTo>
                  <a:cubicBezTo>
                    <a:pt x="1289" y="1321"/>
                    <a:pt x="1303" y="1315"/>
                    <a:pt x="1315" y="1321"/>
                  </a:cubicBezTo>
                  <a:cubicBezTo>
                    <a:pt x="1327" y="1327"/>
                    <a:pt x="1321" y="1331"/>
                    <a:pt x="1324" y="1338"/>
                  </a:cubicBezTo>
                  <a:cubicBezTo>
                    <a:pt x="1326" y="1345"/>
                    <a:pt x="1334" y="1347"/>
                    <a:pt x="1338" y="1356"/>
                  </a:cubicBezTo>
                  <a:cubicBezTo>
                    <a:pt x="1342" y="1364"/>
                    <a:pt x="1331" y="1387"/>
                    <a:pt x="1335" y="1402"/>
                  </a:cubicBezTo>
                  <a:cubicBezTo>
                    <a:pt x="1340" y="1418"/>
                    <a:pt x="1352" y="1429"/>
                    <a:pt x="1367" y="1439"/>
                  </a:cubicBezTo>
                  <a:cubicBezTo>
                    <a:pt x="1381" y="1449"/>
                    <a:pt x="1401" y="1477"/>
                    <a:pt x="1405" y="1484"/>
                  </a:cubicBezTo>
                  <a:cubicBezTo>
                    <a:pt x="1409" y="1491"/>
                    <a:pt x="1419" y="1503"/>
                    <a:pt x="1424" y="1518"/>
                  </a:cubicBezTo>
                  <a:cubicBezTo>
                    <a:pt x="1428" y="1532"/>
                    <a:pt x="1447" y="1553"/>
                    <a:pt x="1451" y="1561"/>
                  </a:cubicBezTo>
                  <a:cubicBezTo>
                    <a:pt x="1454" y="1570"/>
                    <a:pt x="1443" y="1564"/>
                    <a:pt x="1440" y="1564"/>
                  </a:cubicBezTo>
                  <a:cubicBezTo>
                    <a:pt x="1438" y="1564"/>
                    <a:pt x="1433" y="1581"/>
                    <a:pt x="1437" y="1589"/>
                  </a:cubicBezTo>
                  <a:cubicBezTo>
                    <a:pt x="1440" y="1597"/>
                    <a:pt x="1449" y="1604"/>
                    <a:pt x="1456" y="1615"/>
                  </a:cubicBezTo>
                  <a:cubicBezTo>
                    <a:pt x="1464" y="1627"/>
                    <a:pt x="1458" y="1639"/>
                    <a:pt x="1466" y="1650"/>
                  </a:cubicBezTo>
                  <a:cubicBezTo>
                    <a:pt x="1474" y="1660"/>
                    <a:pt x="1483" y="1656"/>
                    <a:pt x="1497" y="1649"/>
                  </a:cubicBezTo>
                  <a:cubicBezTo>
                    <a:pt x="1510" y="1643"/>
                    <a:pt x="1518" y="1634"/>
                    <a:pt x="1526" y="1631"/>
                  </a:cubicBezTo>
                  <a:cubicBezTo>
                    <a:pt x="1533" y="1627"/>
                    <a:pt x="1548" y="1630"/>
                    <a:pt x="1560" y="1625"/>
                  </a:cubicBezTo>
                  <a:cubicBezTo>
                    <a:pt x="1572" y="1619"/>
                    <a:pt x="1584" y="1611"/>
                    <a:pt x="1596" y="1609"/>
                  </a:cubicBezTo>
                  <a:cubicBezTo>
                    <a:pt x="1609" y="1608"/>
                    <a:pt x="1613" y="1601"/>
                    <a:pt x="1623" y="1594"/>
                  </a:cubicBezTo>
                  <a:cubicBezTo>
                    <a:pt x="1633" y="1587"/>
                    <a:pt x="1646" y="1581"/>
                    <a:pt x="1659" y="1574"/>
                  </a:cubicBezTo>
                  <a:cubicBezTo>
                    <a:pt x="1673" y="1568"/>
                    <a:pt x="1691" y="1564"/>
                    <a:pt x="1697" y="1561"/>
                  </a:cubicBezTo>
                  <a:cubicBezTo>
                    <a:pt x="1704" y="1558"/>
                    <a:pt x="1708" y="1551"/>
                    <a:pt x="1713" y="1540"/>
                  </a:cubicBezTo>
                  <a:cubicBezTo>
                    <a:pt x="1719" y="1528"/>
                    <a:pt x="1723" y="1530"/>
                    <a:pt x="1731" y="1526"/>
                  </a:cubicBezTo>
                  <a:cubicBezTo>
                    <a:pt x="1739" y="1522"/>
                    <a:pt x="1740" y="1522"/>
                    <a:pt x="1744" y="1520"/>
                  </a:cubicBezTo>
                  <a:cubicBezTo>
                    <a:pt x="1748" y="1519"/>
                    <a:pt x="1751" y="1516"/>
                    <a:pt x="1762" y="1509"/>
                  </a:cubicBezTo>
                  <a:cubicBezTo>
                    <a:pt x="1772" y="1502"/>
                    <a:pt x="1784" y="1504"/>
                    <a:pt x="1793" y="1498"/>
                  </a:cubicBezTo>
                  <a:cubicBezTo>
                    <a:pt x="1801" y="1493"/>
                    <a:pt x="1795" y="1488"/>
                    <a:pt x="1813" y="1483"/>
                  </a:cubicBezTo>
                  <a:cubicBezTo>
                    <a:pt x="1830" y="1478"/>
                    <a:pt x="1823" y="1478"/>
                    <a:pt x="1822" y="1468"/>
                  </a:cubicBezTo>
                  <a:cubicBezTo>
                    <a:pt x="1820" y="1459"/>
                    <a:pt x="1820" y="1457"/>
                    <a:pt x="1828" y="1449"/>
                  </a:cubicBezTo>
                  <a:cubicBezTo>
                    <a:pt x="1835" y="1440"/>
                    <a:pt x="1845" y="1454"/>
                    <a:pt x="1854" y="1452"/>
                  </a:cubicBezTo>
                  <a:cubicBezTo>
                    <a:pt x="1862" y="1450"/>
                    <a:pt x="1857" y="1448"/>
                    <a:pt x="1856" y="1436"/>
                  </a:cubicBezTo>
                  <a:cubicBezTo>
                    <a:pt x="1855" y="1424"/>
                    <a:pt x="1847" y="1410"/>
                    <a:pt x="1842" y="1403"/>
                  </a:cubicBezTo>
                  <a:cubicBezTo>
                    <a:pt x="1837" y="1395"/>
                    <a:pt x="1840" y="1391"/>
                    <a:pt x="1847" y="1388"/>
                  </a:cubicBezTo>
                  <a:cubicBezTo>
                    <a:pt x="1853" y="1385"/>
                    <a:pt x="1856" y="1393"/>
                    <a:pt x="1862" y="1394"/>
                  </a:cubicBezTo>
                  <a:cubicBezTo>
                    <a:pt x="1868" y="1395"/>
                    <a:pt x="1866" y="1379"/>
                    <a:pt x="1863" y="1368"/>
                  </a:cubicBezTo>
                  <a:cubicBezTo>
                    <a:pt x="1861" y="1358"/>
                    <a:pt x="1871" y="1353"/>
                    <a:pt x="1875" y="1342"/>
                  </a:cubicBezTo>
                  <a:cubicBezTo>
                    <a:pt x="1879" y="1331"/>
                    <a:pt x="1874" y="1330"/>
                    <a:pt x="1866" y="1320"/>
                  </a:cubicBezTo>
                  <a:cubicBezTo>
                    <a:pt x="1858" y="1309"/>
                    <a:pt x="1851" y="1297"/>
                    <a:pt x="1845" y="1296"/>
                  </a:cubicBezTo>
                  <a:cubicBezTo>
                    <a:pt x="1839" y="1295"/>
                    <a:pt x="1797" y="1287"/>
                    <a:pt x="1794" y="1285"/>
                  </a:cubicBezTo>
                  <a:cubicBezTo>
                    <a:pt x="1790" y="1282"/>
                    <a:pt x="1786" y="1258"/>
                    <a:pt x="1784" y="1239"/>
                  </a:cubicBezTo>
                  <a:cubicBezTo>
                    <a:pt x="1782" y="1221"/>
                    <a:pt x="1767" y="1228"/>
                    <a:pt x="1761" y="1232"/>
                  </a:cubicBezTo>
                  <a:cubicBezTo>
                    <a:pt x="1754" y="1237"/>
                    <a:pt x="1751" y="1261"/>
                    <a:pt x="1738" y="1279"/>
                  </a:cubicBezTo>
                  <a:cubicBezTo>
                    <a:pt x="1725" y="1297"/>
                    <a:pt x="1712" y="1284"/>
                    <a:pt x="1701" y="1286"/>
                  </a:cubicBezTo>
                  <a:cubicBezTo>
                    <a:pt x="1691" y="1289"/>
                    <a:pt x="1672" y="1295"/>
                    <a:pt x="1665" y="1287"/>
                  </a:cubicBezTo>
                  <a:cubicBezTo>
                    <a:pt x="1658" y="1280"/>
                    <a:pt x="1669" y="1276"/>
                    <a:pt x="1669" y="1264"/>
                  </a:cubicBezTo>
                  <a:cubicBezTo>
                    <a:pt x="1670" y="1252"/>
                    <a:pt x="1660" y="1250"/>
                    <a:pt x="1652" y="1255"/>
                  </a:cubicBezTo>
                  <a:cubicBezTo>
                    <a:pt x="1644" y="1261"/>
                    <a:pt x="1641" y="1271"/>
                    <a:pt x="1636" y="1271"/>
                  </a:cubicBezTo>
                  <a:cubicBezTo>
                    <a:pt x="1631" y="1271"/>
                    <a:pt x="1631" y="1255"/>
                    <a:pt x="1639" y="1251"/>
                  </a:cubicBezTo>
                  <a:cubicBezTo>
                    <a:pt x="1647" y="1247"/>
                    <a:pt x="1642" y="1243"/>
                    <a:pt x="1637" y="1235"/>
                  </a:cubicBezTo>
                  <a:cubicBezTo>
                    <a:pt x="1633" y="1226"/>
                    <a:pt x="1630" y="1235"/>
                    <a:pt x="1621" y="1231"/>
                  </a:cubicBezTo>
                  <a:cubicBezTo>
                    <a:pt x="1613" y="1228"/>
                    <a:pt x="1625" y="1225"/>
                    <a:pt x="1622" y="1218"/>
                  </a:cubicBezTo>
                  <a:cubicBezTo>
                    <a:pt x="1619" y="1211"/>
                    <a:pt x="1615" y="1209"/>
                    <a:pt x="1606" y="1209"/>
                  </a:cubicBezTo>
                  <a:cubicBezTo>
                    <a:pt x="1597" y="1209"/>
                    <a:pt x="1600" y="1203"/>
                    <a:pt x="1594" y="1191"/>
                  </a:cubicBezTo>
                  <a:cubicBezTo>
                    <a:pt x="1588" y="1178"/>
                    <a:pt x="1589" y="1182"/>
                    <a:pt x="1577" y="1173"/>
                  </a:cubicBezTo>
                  <a:cubicBezTo>
                    <a:pt x="1566" y="1164"/>
                    <a:pt x="1564" y="1159"/>
                    <a:pt x="1559" y="1149"/>
                  </a:cubicBezTo>
                  <a:cubicBezTo>
                    <a:pt x="1554" y="1140"/>
                    <a:pt x="1556" y="1139"/>
                    <a:pt x="1560" y="1140"/>
                  </a:cubicBezTo>
                  <a:cubicBezTo>
                    <a:pt x="1565" y="1140"/>
                    <a:pt x="1574" y="1137"/>
                    <a:pt x="1572" y="1133"/>
                  </a:cubicBezTo>
                  <a:cubicBezTo>
                    <a:pt x="1570" y="1128"/>
                    <a:pt x="1575" y="1116"/>
                    <a:pt x="1584" y="1119"/>
                  </a:cubicBezTo>
                  <a:cubicBezTo>
                    <a:pt x="1593" y="1122"/>
                    <a:pt x="1583" y="1130"/>
                    <a:pt x="1588" y="1135"/>
                  </a:cubicBezTo>
                  <a:cubicBezTo>
                    <a:pt x="1592" y="1139"/>
                    <a:pt x="1603" y="1129"/>
                    <a:pt x="1612" y="1132"/>
                  </a:cubicBezTo>
                  <a:cubicBezTo>
                    <a:pt x="1622" y="1136"/>
                    <a:pt x="1619" y="1148"/>
                    <a:pt x="1626" y="1162"/>
                  </a:cubicBezTo>
                  <a:cubicBezTo>
                    <a:pt x="1632" y="1175"/>
                    <a:pt x="1636" y="1189"/>
                    <a:pt x="1642" y="1195"/>
                  </a:cubicBezTo>
                  <a:cubicBezTo>
                    <a:pt x="1648" y="1201"/>
                    <a:pt x="1656" y="1198"/>
                    <a:pt x="1666" y="1204"/>
                  </a:cubicBezTo>
                  <a:cubicBezTo>
                    <a:pt x="1677" y="1210"/>
                    <a:pt x="1681" y="1219"/>
                    <a:pt x="1692" y="1222"/>
                  </a:cubicBezTo>
                  <a:cubicBezTo>
                    <a:pt x="1702" y="1225"/>
                    <a:pt x="1719" y="1223"/>
                    <a:pt x="1732" y="1222"/>
                  </a:cubicBezTo>
                  <a:cubicBezTo>
                    <a:pt x="1744" y="1222"/>
                    <a:pt x="1750" y="1205"/>
                    <a:pt x="1759" y="1205"/>
                  </a:cubicBezTo>
                  <a:cubicBezTo>
                    <a:pt x="1767" y="1204"/>
                    <a:pt x="1778" y="1214"/>
                    <a:pt x="1783" y="1227"/>
                  </a:cubicBezTo>
                  <a:cubicBezTo>
                    <a:pt x="1789" y="1239"/>
                    <a:pt x="1804" y="1239"/>
                    <a:pt x="1815" y="1243"/>
                  </a:cubicBezTo>
                  <a:cubicBezTo>
                    <a:pt x="1825" y="1246"/>
                    <a:pt x="1829" y="1244"/>
                    <a:pt x="1842" y="1248"/>
                  </a:cubicBezTo>
                  <a:cubicBezTo>
                    <a:pt x="1854" y="1253"/>
                    <a:pt x="1877" y="1254"/>
                    <a:pt x="1892" y="1253"/>
                  </a:cubicBezTo>
                  <a:cubicBezTo>
                    <a:pt x="1907" y="1253"/>
                    <a:pt x="1905" y="1245"/>
                    <a:pt x="1915" y="1241"/>
                  </a:cubicBezTo>
                  <a:cubicBezTo>
                    <a:pt x="1924" y="1236"/>
                    <a:pt x="1936" y="1234"/>
                    <a:pt x="1948" y="1235"/>
                  </a:cubicBezTo>
                  <a:cubicBezTo>
                    <a:pt x="1959" y="1236"/>
                    <a:pt x="1963" y="1234"/>
                    <a:pt x="1975" y="1232"/>
                  </a:cubicBezTo>
                  <a:cubicBezTo>
                    <a:pt x="1987" y="1229"/>
                    <a:pt x="2005" y="1221"/>
                    <a:pt x="2011" y="1222"/>
                  </a:cubicBezTo>
                  <a:cubicBezTo>
                    <a:pt x="2017" y="1224"/>
                    <a:pt x="2021" y="1234"/>
                    <a:pt x="2025" y="1238"/>
                  </a:cubicBezTo>
                  <a:cubicBezTo>
                    <a:pt x="2029" y="1241"/>
                    <a:pt x="2032" y="1240"/>
                    <a:pt x="2034" y="1243"/>
                  </a:cubicBezTo>
                  <a:cubicBezTo>
                    <a:pt x="2035" y="1246"/>
                    <a:pt x="2045" y="1258"/>
                    <a:pt x="2054" y="1262"/>
                  </a:cubicBezTo>
                  <a:cubicBezTo>
                    <a:pt x="2062" y="1267"/>
                    <a:pt x="2067" y="1268"/>
                    <a:pt x="2076" y="1273"/>
                  </a:cubicBezTo>
                  <a:cubicBezTo>
                    <a:pt x="2084" y="1277"/>
                    <a:pt x="2080" y="1276"/>
                    <a:pt x="2087" y="1280"/>
                  </a:cubicBezTo>
                  <a:cubicBezTo>
                    <a:pt x="2093" y="1285"/>
                    <a:pt x="2105" y="1273"/>
                    <a:pt x="2110" y="1275"/>
                  </a:cubicBezTo>
                  <a:cubicBezTo>
                    <a:pt x="2115" y="1277"/>
                    <a:pt x="2107" y="1283"/>
                    <a:pt x="2100" y="1293"/>
                  </a:cubicBezTo>
                  <a:cubicBezTo>
                    <a:pt x="2093" y="1303"/>
                    <a:pt x="2097" y="1306"/>
                    <a:pt x="2099" y="1309"/>
                  </a:cubicBezTo>
                  <a:cubicBezTo>
                    <a:pt x="2101" y="1312"/>
                    <a:pt x="2112" y="1312"/>
                    <a:pt x="2118" y="1317"/>
                  </a:cubicBezTo>
                  <a:cubicBezTo>
                    <a:pt x="2123" y="1322"/>
                    <a:pt x="2124" y="1327"/>
                    <a:pt x="2131" y="1329"/>
                  </a:cubicBezTo>
                  <a:cubicBezTo>
                    <a:pt x="2138" y="1331"/>
                    <a:pt x="2139" y="1322"/>
                    <a:pt x="2142" y="1315"/>
                  </a:cubicBezTo>
                  <a:cubicBezTo>
                    <a:pt x="2144" y="1308"/>
                    <a:pt x="2150" y="1311"/>
                    <a:pt x="2153" y="1304"/>
                  </a:cubicBezTo>
                  <a:cubicBezTo>
                    <a:pt x="2157" y="1297"/>
                    <a:pt x="2150" y="1287"/>
                    <a:pt x="2146" y="1282"/>
                  </a:cubicBezTo>
                  <a:cubicBezTo>
                    <a:pt x="2142" y="1276"/>
                    <a:pt x="2152" y="1277"/>
                    <a:pt x="2156" y="1278"/>
                  </a:cubicBezTo>
                  <a:cubicBezTo>
                    <a:pt x="2160" y="1279"/>
                    <a:pt x="2159" y="1292"/>
                    <a:pt x="2161" y="1297"/>
                  </a:cubicBezTo>
                  <a:cubicBezTo>
                    <a:pt x="2164" y="1302"/>
                    <a:pt x="2159" y="1309"/>
                    <a:pt x="2159" y="1314"/>
                  </a:cubicBezTo>
                  <a:cubicBezTo>
                    <a:pt x="2160" y="1320"/>
                    <a:pt x="2165" y="1326"/>
                    <a:pt x="2168" y="1336"/>
                  </a:cubicBezTo>
                  <a:cubicBezTo>
                    <a:pt x="2171" y="1346"/>
                    <a:pt x="2177" y="1369"/>
                    <a:pt x="2181" y="1391"/>
                  </a:cubicBezTo>
                  <a:cubicBezTo>
                    <a:pt x="2185" y="1413"/>
                    <a:pt x="2194" y="1420"/>
                    <a:pt x="2197" y="1427"/>
                  </a:cubicBezTo>
                  <a:cubicBezTo>
                    <a:pt x="2201" y="1434"/>
                    <a:pt x="2202" y="1444"/>
                    <a:pt x="2206" y="1452"/>
                  </a:cubicBezTo>
                  <a:cubicBezTo>
                    <a:pt x="2210" y="1460"/>
                    <a:pt x="2218" y="1464"/>
                    <a:pt x="2223" y="1476"/>
                  </a:cubicBezTo>
                  <a:cubicBezTo>
                    <a:pt x="2227" y="1488"/>
                    <a:pt x="2239" y="1496"/>
                    <a:pt x="2245" y="1509"/>
                  </a:cubicBezTo>
                  <a:cubicBezTo>
                    <a:pt x="2250" y="1522"/>
                    <a:pt x="2253" y="1530"/>
                    <a:pt x="2258" y="1540"/>
                  </a:cubicBezTo>
                  <a:cubicBezTo>
                    <a:pt x="2263" y="1551"/>
                    <a:pt x="2273" y="1569"/>
                    <a:pt x="2282" y="1580"/>
                  </a:cubicBezTo>
                  <a:cubicBezTo>
                    <a:pt x="2292" y="1592"/>
                    <a:pt x="2303" y="1608"/>
                    <a:pt x="2305" y="1617"/>
                  </a:cubicBezTo>
                  <a:cubicBezTo>
                    <a:pt x="2306" y="1625"/>
                    <a:pt x="2316" y="1634"/>
                    <a:pt x="2322" y="1646"/>
                  </a:cubicBezTo>
                  <a:cubicBezTo>
                    <a:pt x="2328" y="1658"/>
                    <a:pt x="2336" y="1650"/>
                    <a:pt x="2342" y="1647"/>
                  </a:cubicBezTo>
                  <a:cubicBezTo>
                    <a:pt x="2348" y="1644"/>
                    <a:pt x="2344" y="1636"/>
                    <a:pt x="2348" y="1626"/>
                  </a:cubicBezTo>
                  <a:cubicBezTo>
                    <a:pt x="2353" y="1615"/>
                    <a:pt x="2354" y="1623"/>
                    <a:pt x="2358" y="1617"/>
                  </a:cubicBezTo>
                  <a:cubicBezTo>
                    <a:pt x="2361" y="1611"/>
                    <a:pt x="2368" y="1606"/>
                    <a:pt x="2364" y="1600"/>
                  </a:cubicBezTo>
                  <a:cubicBezTo>
                    <a:pt x="2361" y="1594"/>
                    <a:pt x="2362" y="1585"/>
                    <a:pt x="2368" y="1577"/>
                  </a:cubicBezTo>
                  <a:cubicBezTo>
                    <a:pt x="2374" y="1570"/>
                    <a:pt x="2376" y="1574"/>
                    <a:pt x="2377" y="1567"/>
                  </a:cubicBezTo>
                  <a:cubicBezTo>
                    <a:pt x="2378" y="1560"/>
                    <a:pt x="2372" y="1552"/>
                    <a:pt x="2369" y="1544"/>
                  </a:cubicBezTo>
                  <a:cubicBezTo>
                    <a:pt x="2365" y="1536"/>
                    <a:pt x="2376" y="1518"/>
                    <a:pt x="2375" y="1513"/>
                  </a:cubicBezTo>
                  <a:cubicBezTo>
                    <a:pt x="2374" y="1507"/>
                    <a:pt x="2373" y="1496"/>
                    <a:pt x="2373" y="1488"/>
                  </a:cubicBezTo>
                  <a:cubicBezTo>
                    <a:pt x="2372" y="1480"/>
                    <a:pt x="2374" y="1475"/>
                    <a:pt x="2370" y="1468"/>
                  </a:cubicBezTo>
                  <a:cubicBezTo>
                    <a:pt x="2367" y="1462"/>
                    <a:pt x="2367" y="1462"/>
                    <a:pt x="2368" y="1451"/>
                  </a:cubicBezTo>
                  <a:cubicBezTo>
                    <a:pt x="2368" y="1440"/>
                    <a:pt x="2365" y="1432"/>
                    <a:pt x="2366" y="1426"/>
                  </a:cubicBezTo>
                  <a:cubicBezTo>
                    <a:pt x="2366" y="1421"/>
                    <a:pt x="2374" y="1412"/>
                    <a:pt x="2380" y="1402"/>
                  </a:cubicBezTo>
                  <a:cubicBezTo>
                    <a:pt x="2386" y="1391"/>
                    <a:pt x="2386" y="1380"/>
                    <a:pt x="2386" y="1374"/>
                  </a:cubicBezTo>
                  <a:cubicBezTo>
                    <a:pt x="2386" y="1368"/>
                    <a:pt x="2394" y="1368"/>
                    <a:pt x="2397" y="1365"/>
                  </a:cubicBezTo>
                  <a:cubicBezTo>
                    <a:pt x="2400" y="1363"/>
                    <a:pt x="2402" y="1355"/>
                    <a:pt x="2403" y="1349"/>
                  </a:cubicBezTo>
                  <a:cubicBezTo>
                    <a:pt x="2404" y="1342"/>
                    <a:pt x="2413" y="1329"/>
                    <a:pt x="2415" y="1322"/>
                  </a:cubicBezTo>
                  <a:cubicBezTo>
                    <a:pt x="2416" y="1315"/>
                    <a:pt x="2418" y="1308"/>
                    <a:pt x="2420" y="1301"/>
                  </a:cubicBezTo>
                  <a:cubicBezTo>
                    <a:pt x="2423" y="1295"/>
                    <a:pt x="2428" y="1291"/>
                    <a:pt x="2425" y="1286"/>
                  </a:cubicBezTo>
                  <a:cubicBezTo>
                    <a:pt x="2422" y="1282"/>
                    <a:pt x="2420" y="1277"/>
                    <a:pt x="2424" y="1277"/>
                  </a:cubicBezTo>
                  <a:cubicBezTo>
                    <a:pt x="2429" y="1276"/>
                    <a:pt x="2433" y="1279"/>
                    <a:pt x="2432" y="1272"/>
                  </a:cubicBezTo>
                  <a:cubicBezTo>
                    <a:pt x="2432" y="1265"/>
                    <a:pt x="2438" y="1263"/>
                    <a:pt x="2436" y="1254"/>
                  </a:cubicBezTo>
                  <a:cubicBezTo>
                    <a:pt x="2435" y="1245"/>
                    <a:pt x="2436" y="1238"/>
                    <a:pt x="2435" y="1227"/>
                  </a:cubicBezTo>
                  <a:cubicBezTo>
                    <a:pt x="2434" y="1216"/>
                    <a:pt x="2441" y="1213"/>
                    <a:pt x="2445" y="1213"/>
                  </a:cubicBezTo>
                  <a:cubicBezTo>
                    <a:pt x="2449" y="1212"/>
                    <a:pt x="2447" y="1208"/>
                    <a:pt x="2451" y="1201"/>
                  </a:cubicBezTo>
                  <a:cubicBezTo>
                    <a:pt x="2456" y="1194"/>
                    <a:pt x="2459" y="1196"/>
                    <a:pt x="2461" y="1191"/>
                  </a:cubicBezTo>
                  <a:cubicBezTo>
                    <a:pt x="2463" y="1187"/>
                    <a:pt x="2474" y="1179"/>
                    <a:pt x="2480" y="1174"/>
                  </a:cubicBezTo>
                  <a:cubicBezTo>
                    <a:pt x="2486" y="1169"/>
                    <a:pt x="2486" y="1179"/>
                    <a:pt x="2489" y="1186"/>
                  </a:cubicBezTo>
                  <a:cubicBezTo>
                    <a:pt x="2492" y="1193"/>
                    <a:pt x="2495" y="1183"/>
                    <a:pt x="2502" y="1185"/>
                  </a:cubicBezTo>
                  <a:cubicBezTo>
                    <a:pt x="2509" y="1187"/>
                    <a:pt x="2515" y="1205"/>
                    <a:pt x="2520" y="1211"/>
                  </a:cubicBezTo>
                  <a:cubicBezTo>
                    <a:pt x="2525" y="1217"/>
                    <a:pt x="2525" y="1206"/>
                    <a:pt x="2530" y="1209"/>
                  </a:cubicBezTo>
                  <a:cubicBezTo>
                    <a:pt x="2535" y="1211"/>
                    <a:pt x="2533" y="1221"/>
                    <a:pt x="2536" y="1227"/>
                  </a:cubicBezTo>
                  <a:cubicBezTo>
                    <a:pt x="2540" y="1233"/>
                    <a:pt x="2543" y="1234"/>
                    <a:pt x="2548" y="1243"/>
                  </a:cubicBezTo>
                  <a:cubicBezTo>
                    <a:pt x="2552" y="1252"/>
                    <a:pt x="2553" y="1248"/>
                    <a:pt x="2556" y="1248"/>
                  </a:cubicBezTo>
                  <a:cubicBezTo>
                    <a:pt x="2560" y="1248"/>
                    <a:pt x="2565" y="1260"/>
                    <a:pt x="2569" y="1270"/>
                  </a:cubicBezTo>
                  <a:cubicBezTo>
                    <a:pt x="2573" y="1279"/>
                    <a:pt x="2572" y="1310"/>
                    <a:pt x="2578" y="1321"/>
                  </a:cubicBezTo>
                  <a:cubicBezTo>
                    <a:pt x="2583" y="1333"/>
                    <a:pt x="2586" y="1338"/>
                    <a:pt x="2595" y="1335"/>
                  </a:cubicBezTo>
                  <a:cubicBezTo>
                    <a:pt x="2604" y="1333"/>
                    <a:pt x="2598" y="1320"/>
                    <a:pt x="2598" y="1313"/>
                  </a:cubicBezTo>
                  <a:cubicBezTo>
                    <a:pt x="2598" y="1305"/>
                    <a:pt x="2605" y="1299"/>
                    <a:pt x="2604" y="1294"/>
                  </a:cubicBezTo>
                  <a:cubicBezTo>
                    <a:pt x="2602" y="1290"/>
                    <a:pt x="2607" y="1280"/>
                    <a:pt x="2612" y="1288"/>
                  </a:cubicBezTo>
                  <a:cubicBezTo>
                    <a:pt x="2617" y="1295"/>
                    <a:pt x="2625" y="1327"/>
                    <a:pt x="2628" y="1334"/>
                  </a:cubicBezTo>
                  <a:cubicBezTo>
                    <a:pt x="2631" y="1341"/>
                    <a:pt x="2645" y="1352"/>
                    <a:pt x="2645" y="1366"/>
                  </a:cubicBezTo>
                  <a:cubicBezTo>
                    <a:pt x="2644" y="1379"/>
                    <a:pt x="2647" y="1393"/>
                    <a:pt x="2655" y="1400"/>
                  </a:cubicBezTo>
                  <a:cubicBezTo>
                    <a:pt x="2663" y="1406"/>
                    <a:pt x="2664" y="1417"/>
                    <a:pt x="2667" y="1435"/>
                  </a:cubicBezTo>
                  <a:cubicBezTo>
                    <a:pt x="2669" y="1454"/>
                    <a:pt x="2668" y="1467"/>
                    <a:pt x="2663" y="1470"/>
                  </a:cubicBezTo>
                  <a:cubicBezTo>
                    <a:pt x="2659" y="1473"/>
                    <a:pt x="2656" y="1482"/>
                    <a:pt x="2660" y="1489"/>
                  </a:cubicBezTo>
                  <a:cubicBezTo>
                    <a:pt x="2663" y="1496"/>
                    <a:pt x="2675" y="1511"/>
                    <a:pt x="2680" y="1523"/>
                  </a:cubicBezTo>
                  <a:cubicBezTo>
                    <a:pt x="2685" y="1536"/>
                    <a:pt x="2692" y="1535"/>
                    <a:pt x="2698" y="1548"/>
                  </a:cubicBezTo>
                  <a:cubicBezTo>
                    <a:pt x="2704" y="1560"/>
                    <a:pt x="2703" y="1582"/>
                    <a:pt x="2706" y="1591"/>
                  </a:cubicBezTo>
                  <a:cubicBezTo>
                    <a:pt x="2709" y="1601"/>
                    <a:pt x="2722" y="1637"/>
                    <a:pt x="2735" y="1650"/>
                  </a:cubicBezTo>
                  <a:cubicBezTo>
                    <a:pt x="2747" y="1663"/>
                    <a:pt x="2745" y="1641"/>
                    <a:pt x="2745" y="1635"/>
                  </a:cubicBezTo>
                  <a:close/>
                  <a:moveTo>
                    <a:pt x="1077" y="851"/>
                  </a:moveTo>
                  <a:cubicBezTo>
                    <a:pt x="1068" y="854"/>
                    <a:pt x="1056" y="855"/>
                    <a:pt x="1046" y="856"/>
                  </a:cubicBezTo>
                  <a:cubicBezTo>
                    <a:pt x="1036" y="857"/>
                    <a:pt x="1030" y="857"/>
                    <a:pt x="1030" y="857"/>
                  </a:cubicBezTo>
                  <a:cubicBezTo>
                    <a:pt x="1026" y="857"/>
                    <a:pt x="1031" y="851"/>
                    <a:pt x="1041" y="851"/>
                  </a:cubicBezTo>
                  <a:cubicBezTo>
                    <a:pt x="1050" y="850"/>
                    <a:pt x="1052" y="849"/>
                    <a:pt x="1060" y="842"/>
                  </a:cubicBezTo>
                  <a:cubicBezTo>
                    <a:pt x="1067" y="834"/>
                    <a:pt x="1073" y="838"/>
                    <a:pt x="1076" y="836"/>
                  </a:cubicBezTo>
                  <a:cubicBezTo>
                    <a:pt x="1080" y="833"/>
                    <a:pt x="1083" y="831"/>
                    <a:pt x="1081" y="834"/>
                  </a:cubicBezTo>
                  <a:cubicBezTo>
                    <a:pt x="1079" y="837"/>
                    <a:pt x="1078" y="840"/>
                    <a:pt x="1082" y="843"/>
                  </a:cubicBezTo>
                  <a:cubicBezTo>
                    <a:pt x="1086" y="846"/>
                    <a:pt x="1087" y="849"/>
                    <a:pt x="1077" y="851"/>
                  </a:cubicBezTo>
                  <a:close/>
                  <a:moveTo>
                    <a:pt x="1359" y="822"/>
                  </a:moveTo>
                  <a:cubicBezTo>
                    <a:pt x="1356" y="829"/>
                    <a:pt x="1344" y="837"/>
                    <a:pt x="1334" y="835"/>
                  </a:cubicBezTo>
                  <a:cubicBezTo>
                    <a:pt x="1324" y="834"/>
                    <a:pt x="1326" y="829"/>
                    <a:pt x="1316" y="833"/>
                  </a:cubicBezTo>
                  <a:cubicBezTo>
                    <a:pt x="1306" y="837"/>
                    <a:pt x="1297" y="839"/>
                    <a:pt x="1285" y="837"/>
                  </a:cubicBezTo>
                  <a:cubicBezTo>
                    <a:pt x="1272" y="835"/>
                    <a:pt x="1265" y="828"/>
                    <a:pt x="1253" y="823"/>
                  </a:cubicBezTo>
                  <a:cubicBezTo>
                    <a:pt x="1241" y="818"/>
                    <a:pt x="1215" y="814"/>
                    <a:pt x="1206" y="813"/>
                  </a:cubicBezTo>
                  <a:cubicBezTo>
                    <a:pt x="1196" y="812"/>
                    <a:pt x="1177" y="809"/>
                    <a:pt x="1169" y="811"/>
                  </a:cubicBezTo>
                  <a:cubicBezTo>
                    <a:pt x="1160" y="812"/>
                    <a:pt x="1156" y="811"/>
                    <a:pt x="1151" y="818"/>
                  </a:cubicBezTo>
                  <a:cubicBezTo>
                    <a:pt x="1145" y="824"/>
                    <a:pt x="1135" y="826"/>
                    <a:pt x="1121" y="828"/>
                  </a:cubicBezTo>
                  <a:cubicBezTo>
                    <a:pt x="1107" y="829"/>
                    <a:pt x="1095" y="830"/>
                    <a:pt x="1089" y="830"/>
                  </a:cubicBezTo>
                  <a:cubicBezTo>
                    <a:pt x="1084" y="830"/>
                    <a:pt x="1082" y="831"/>
                    <a:pt x="1081" y="824"/>
                  </a:cubicBezTo>
                  <a:cubicBezTo>
                    <a:pt x="1079" y="818"/>
                    <a:pt x="1080" y="815"/>
                    <a:pt x="1077" y="814"/>
                  </a:cubicBezTo>
                  <a:cubicBezTo>
                    <a:pt x="1074" y="813"/>
                    <a:pt x="1071" y="811"/>
                    <a:pt x="1071" y="811"/>
                  </a:cubicBezTo>
                  <a:cubicBezTo>
                    <a:pt x="1072" y="803"/>
                    <a:pt x="1078" y="793"/>
                    <a:pt x="1076" y="788"/>
                  </a:cubicBezTo>
                  <a:cubicBezTo>
                    <a:pt x="1074" y="783"/>
                    <a:pt x="1087" y="765"/>
                    <a:pt x="1090" y="758"/>
                  </a:cubicBezTo>
                  <a:cubicBezTo>
                    <a:pt x="1094" y="751"/>
                    <a:pt x="1106" y="735"/>
                    <a:pt x="1111" y="730"/>
                  </a:cubicBezTo>
                  <a:cubicBezTo>
                    <a:pt x="1116" y="726"/>
                    <a:pt x="1123" y="723"/>
                    <a:pt x="1129" y="718"/>
                  </a:cubicBezTo>
                  <a:cubicBezTo>
                    <a:pt x="1135" y="714"/>
                    <a:pt x="1138" y="712"/>
                    <a:pt x="1142" y="705"/>
                  </a:cubicBezTo>
                  <a:cubicBezTo>
                    <a:pt x="1146" y="697"/>
                    <a:pt x="1154" y="694"/>
                    <a:pt x="1160" y="692"/>
                  </a:cubicBezTo>
                  <a:cubicBezTo>
                    <a:pt x="1166" y="689"/>
                    <a:pt x="1179" y="696"/>
                    <a:pt x="1181" y="699"/>
                  </a:cubicBezTo>
                  <a:cubicBezTo>
                    <a:pt x="1184" y="702"/>
                    <a:pt x="1184" y="708"/>
                    <a:pt x="1180" y="711"/>
                  </a:cubicBezTo>
                  <a:cubicBezTo>
                    <a:pt x="1175" y="714"/>
                    <a:pt x="1169" y="720"/>
                    <a:pt x="1175" y="722"/>
                  </a:cubicBezTo>
                  <a:cubicBezTo>
                    <a:pt x="1181" y="725"/>
                    <a:pt x="1189" y="723"/>
                    <a:pt x="1192" y="724"/>
                  </a:cubicBezTo>
                  <a:cubicBezTo>
                    <a:pt x="1195" y="725"/>
                    <a:pt x="1195" y="731"/>
                    <a:pt x="1195" y="735"/>
                  </a:cubicBezTo>
                  <a:cubicBezTo>
                    <a:pt x="1195" y="739"/>
                    <a:pt x="1196" y="748"/>
                    <a:pt x="1204" y="744"/>
                  </a:cubicBezTo>
                  <a:cubicBezTo>
                    <a:pt x="1211" y="739"/>
                    <a:pt x="1216" y="736"/>
                    <a:pt x="1225" y="736"/>
                  </a:cubicBezTo>
                  <a:cubicBezTo>
                    <a:pt x="1235" y="735"/>
                    <a:pt x="1250" y="738"/>
                    <a:pt x="1250" y="733"/>
                  </a:cubicBezTo>
                  <a:cubicBezTo>
                    <a:pt x="1250" y="729"/>
                    <a:pt x="1252" y="722"/>
                    <a:pt x="1246" y="722"/>
                  </a:cubicBezTo>
                  <a:cubicBezTo>
                    <a:pt x="1240" y="722"/>
                    <a:pt x="1230" y="727"/>
                    <a:pt x="1228" y="722"/>
                  </a:cubicBezTo>
                  <a:cubicBezTo>
                    <a:pt x="1225" y="717"/>
                    <a:pt x="1221" y="719"/>
                    <a:pt x="1214" y="717"/>
                  </a:cubicBezTo>
                  <a:cubicBezTo>
                    <a:pt x="1207" y="716"/>
                    <a:pt x="1208" y="704"/>
                    <a:pt x="1213" y="701"/>
                  </a:cubicBezTo>
                  <a:cubicBezTo>
                    <a:pt x="1219" y="699"/>
                    <a:pt x="1229" y="705"/>
                    <a:pt x="1238" y="700"/>
                  </a:cubicBezTo>
                  <a:cubicBezTo>
                    <a:pt x="1246" y="695"/>
                    <a:pt x="1252" y="693"/>
                    <a:pt x="1254" y="692"/>
                  </a:cubicBezTo>
                  <a:cubicBezTo>
                    <a:pt x="1257" y="692"/>
                    <a:pt x="1265" y="691"/>
                    <a:pt x="1273" y="686"/>
                  </a:cubicBezTo>
                  <a:cubicBezTo>
                    <a:pt x="1280" y="681"/>
                    <a:pt x="1290" y="679"/>
                    <a:pt x="1295" y="681"/>
                  </a:cubicBezTo>
                  <a:cubicBezTo>
                    <a:pt x="1301" y="684"/>
                    <a:pt x="1302" y="688"/>
                    <a:pt x="1299" y="690"/>
                  </a:cubicBezTo>
                  <a:cubicBezTo>
                    <a:pt x="1295" y="692"/>
                    <a:pt x="1285" y="695"/>
                    <a:pt x="1280" y="698"/>
                  </a:cubicBezTo>
                  <a:cubicBezTo>
                    <a:pt x="1276" y="701"/>
                    <a:pt x="1273" y="702"/>
                    <a:pt x="1276" y="705"/>
                  </a:cubicBezTo>
                  <a:cubicBezTo>
                    <a:pt x="1279" y="708"/>
                    <a:pt x="1281" y="712"/>
                    <a:pt x="1279" y="713"/>
                  </a:cubicBezTo>
                  <a:cubicBezTo>
                    <a:pt x="1277" y="714"/>
                    <a:pt x="1278" y="722"/>
                    <a:pt x="1278" y="722"/>
                  </a:cubicBezTo>
                  <a:cubicBezTo>
                    <a:pt x="1278" y="722"/>
                    <a:pt x="1275" y="725"/>
                    <a:pt x="1271" y="723"/>
                  </a:cubicBezTo>
                  <a:cubicBezTo>
                    <a:pt x="1268" y="722"/>
                    <a:pt x="1265" y="719"/>
                    <a:pt x="1262" y="723"/>
                  </a:cubicBezTo>
                  <a:cubicBezTo>
                    <a:pt x="1259" y="728"/>
                    <a:pt x="1253" y="732"/>
                    <a:pt x="1261" y="734"/>
                  </a:cubicBezTo>
                  <a:cubicBezTo>
                    <a:pt x="1269" y="736"/>
                    <a:pt x="1285" y="739"/>
                    <a:pt x="1295" y="748"/>
                  </a:cubicBezTo>
                  <a:cubicBezTo>
                    <a:pt x="1305" y="757"/>
                    <a:pt x="1309" y="765"/>
                    <a:pt x="1314" y="772"/>
                  </a:cubicBezTo>
                  <a:cubicBezTo>
                    <a:pt x="1319" y="779"/>
                    <a:pt x="1335" y="777"/>
                    <a:pt x="1345" y="787"/>
                  </a:cubicBezTo>
                  <a:cubicBezTo>
                    <a:pt x="1356" y="798"/>
                    <a:pt x="1361" y="815"/>
                    <a:pt x="1359" y="822"/>
                  </a:cubicBezTo>
                  <a:close/>
                  <a:moveTo>
                    <a:pt x="1660" y="941"/>
                  </a:moveTo>
                  <a:cubicBezTo>
                    <a:pt x="1660" y="946"/>
                    <a:pt x="1653" y="950"/>
                    <a:pt x="1649" y="946"/>
                  </a:cubicBezTo>
                  <a:cubicBezTo>
                    <a:pt x="1645" y="941"/>
                    <a:pt x="1638" y="934"/>
                    <a:pt x="1634" y="936"/>
                  </a:cubicBezTo>
                  <a:cubicBezTo>
                    <a:pt x="1629" y="938"/>
                    <a:pt x="1619" y="942"/>
                    <a:pt x="1614" y="949"/>
                  </a:cubicBezTo>
                  <a:cubicBezTo>
                    <a:pt x="1609" y="955"/>
                    <a:pt x="1606" y="958"/>
                    <a:pt x="1600" y="952"/>
                  </a:cubicBezTo>
                  <a:cubicBezTo>
                    <a:pt x="1593" y="946"/>
                    <a:pt x="1579" y="935"/>
                    <a:pt x="1568" y="930"/>
                  </a:cubicBezTo>
                  <a:cubicBezTo>
                    <a:pt x="1558" y="926"/>
                    <a:pt x="1553" y="935"/>
                    <a:pt x="1547" y="926"/>
                  </a:cubicBezTo>
                  <a:cubicBezTo>
                    <a:pt x="1541" y="916"/>
                    <a:pt x="1540" y="903"/>
                    <a:pt x="1537" y="897"/>
                  </a:cubicBezTo>
                  <a:cubicBezTo>
                    <a:pt x="1534" y="890"/>
                    <a:pt x="1537" y="882"/>
                    <a:pt x="1542" y="880"/>
                  </a:cubicBezTo>
                  <a:cubicBezTo>
                    <a:pt x="1546" y="879"/>
                    <a:pt x="1550" y="886"/>
                    <a:pt x="1554" y="882"/>
                  </a:cubicBezTo>
                  <a:cubicBezTo>
                    <a:pt x="1558" y="879"/>
                    <a:pt x="1556" y="876"/>
                    <a:pt x="1559" y="872"/>
                  </a:cubicBezTo>
                  <a:cubicBezTo>
                    <a:pt x="1563" y="868"/>
                    <a:pt x="1568" y="866"/>
                    <a:pt x="1567" y="862"/>
                  </a:cubicBezTo>
                  <a:cubicBezTo>
                    <a:pt x="1565" y="859"/>
                    <a:pt x="1558" y="854"/>
                    <a:pt x="1561" y="849"/>
                  </a:cubicBezTo>
                  <a:cubicBezTo>
                    <a:pt x="1563" y="845"/>
                    <a:pt x="1570" y="848"/>
                    <a:pt x="1567" y="843"/>
                  </a:cubicBezTo>
                  <a:cubicBezTo>
                    <a:pt x="1565" y="837"/>
                    <a:pt x="1562" y="832"/>
                    <a:pt x="1555" y="831"/>
                  </a:cubicBezTo>
                  <a:cubicBezTo>
                    <a:pt x="1549" y="831"/>
                    <a:pt x="1550" y="833"/>
                    <a:pt x="1544" y="828"/>
                  </a:cubicBezTo>
                  <a:cubicBezTo>
                    <a:pt x="1538" y="822"/>
                    <a:pt x="1541" y="818"/>
                    <a:pt x="1534" y="817"/>
                  </a:cubicBezTo>
                  <a:cubicBezTo>
                    <a:pt x="1527" y="816"/>
                    <a:pt x="1525" y="822"/>
                    <a:pt x="1522" y="816"/>
                  </a:cubicBezTo>
                  <a:cubicBezTo>
                    <a:pt x="1519" y="810"/>
                    <a:pt x="1521" y="805"/>
                    <a:pt x="1512" y="800"/>
                  </a:cubicBezTo>
                  <a:cubicBezTo>
                    <a:pt x="1504" y="794"/>
                    <a:pt x="1502" y="796"/>
                    <a:pt x="1500" y="786"/>
                  </a:cubicBezTo>
                  <a:cubicBezTo>
                    <a:pt x="1499" y="777"/>
                    <a:pt x="1496" y="770"/>
                    <a:pt x="1501" y="767"/>
                  </a:cubicBezTo>
                  <a:cubicBezTo>
                    <a:pt x="1505" y="764"/>
                    <a:pt x="1504" y="760"/>
                    <a:pt x="1498" y="760"/>
                  </a:cubicBezTo>
                  <a:cubicBezTo>
                    <a:pt x="1493" y="760"/>
                    <a:pt x="1491" y="762"/>
                    <a:pt x="1489" y="763"/>
                  </a:cubicBezTo>
                  <a:cubicBezTo>
                    <a:pt x="1488" y="763"/>
                    <a:pt x="1486" y="762"/>
                    <a:pt x="1486" y="762"/>
                  </a:cubicBezTo>
                  <a:cubicBezTo>
                    <a:pt x="1484" y="757"/>
                    <a:pt x="1488" y="756"/>
                    <a:pt x="1487" y="751"/>
                  </a:cubicBezTo>
                  <a:cubicBezTo>
                    <a:pt x="1486" y="746"/>
                    <a:pt x="1478" y="745"/>
                    <a:pt x="1475" y="738"/>
                  </a:cubicBezTo>
                  <a:cubicBezTo>
                    <a:pt x="1471" y="732"/>
                    <a:pt x="1473" y="719"/>
                    <a:pt x="1479" y="714"/>
                  </a:cubicBezTo>
                  <a:cubicBezTo>
                    <a:pt x="1485" y="710"/>
                    <a:pt x="1498" y="698"/>
                    <a:pt x="1503" y="691"/>
                  </a:cubicBezTo>
                  <a:cubicBezTo>
                    <a:pt x="1507" y="683"/>
                    <a:pt x="1513" y="679"/>
                    <a:pt x="1522" y="675"/>
                  </a:cubicBezTo>
                  <a:cubicBezTo>
                    <a:pt x="1531" y="670"/>
                    <a:pt x="1542" y="661"/>
                    <a:pt x="1548" y="662"/>
                  </a:cubicBezTo>
                  <a:cubicBezTo>
                    <a:pt x="1554" y="664"/>
                    <a:pt x="1563" y="666"/>
                    <a:pt x="1569" y="665"/>
                  </a:cubicBezTo>
                  <a:cubicBezTo>
                    <a:pt x="1575" y="664"/>
                    <a:pt x="1583" y="669"/>
                    <a:pt x="1585" y="676"/>
                  </a:cubicBezTo>
                  <a:cubicBezTo>
                    <a:pt x="1586" y="683"/>
                    <a:pt x="1578" y="688"/>
                    <a:pt x="1581" y="695"/>
                  </a:cubicBezTo>
                  <a:cubicBezTo>
                    <a:pt x="1584" y="703"/>
                    <a:pt x="1587" y="703"/>
                    <a:pt x="1591" y="706"/>
                  </a:cubicBezTo>
                  <a:cubicBezTo>
                    <a:pt x="1595" y="708"/>
                    <a:pt x="1595" y="715"/>
                    <a:pt x="1590" y="715"/>
                  </a:cubicBezTo>
                  <a:cubicBezTo>
                    <a:pt x="1584" y="714"/>
                    <a:pt x="1585" y="714"/>
                    <a:pt x="1581" y="711"/>
                  </a:cubicBezTo>
                  <a:cubicBezTo>
                    <a:pt x="1576" y="709"/>
                    <a:pt x="1573" y="704"/>
                    <a:pt x="1573" y="706"/>
                  </a:cubicBezTo>
                  <a:cubicBezTo>
                    <a:pt x="1574" y="707"/>
                    <a:pt x="1574" y="713"/>
                    <a:pt x="1570" y="715"/>
                  </a:cubicBezTo>
                  <a:cubicBezTo>
                    <a:pt x="1565" y="716"/>
                    <a:pt x="1555" y="714"/>
                    <a:pt x="1557" y="717"/>
                  </a:cubicBezTo>
                  <a:cubicBezTo>
                    <a:pt x="1560" y="719"/>
                    <a:pt x="1567" y="722"/>
                    <a:pt x="1565" y="725"/>
                  </a:cubicBezTo>
                  <a:cubicBezTo>
                    <a:pt x="1563" y="728"/>
                    <a:pt x="1559" y="731"/>
                    <a:pt x="1554" y="733"/>
                  </a:cubicBezTo>
                  <a:cubicBezTo>
                    <a:pt x="1550" y="734"/>
                    <a:pt x="1542" y="740"/>
                    <a:pt x="1554" y="747"/>
                  </a:cubicBezTo>
                  <a:cubicBezTo>
                    <a:pt x="1566" y="754"/>
                    <a:pt x="1571" y="753"/>
                    <a:pt x="1577" y="766"/>
                  </a:cubicBezTo>
                  <a:cubicBezTo>
                    <a:pt x="1583" y="778"/>
                    <a:pt x="1582" y="781"/>
                    <a:pt x="1591" y="780"/>
                  </a:cubicBezTo>
                  <a:cubicBezTo>
                    <a:pt x="1600" y="779"/>
                    <a:pt x="1611" y="777"/>
                    <a:pt x="1609" y="781"/>
                  </a:cubicBezTo>
                  <a:cubicBezTo>
                    <a:pt x="1607" y="784"/>
                    <a:pt x="1597" y="785"/>
                    <a:pt x="1597" y="789"/>
                  </a:cubicBezTo>
                  <a:cubicBezTo>
                    <a:pt x="1597" y="793"/>
                    <a:pt x="1594" y="802"/>
                    <a:pt x="1600" y="812"/>
                  </a:cubicBezTo>
                  <a:cubicBezTo>
                    <a:pt x="1605" y="823"/>
                    <a:pt x="1610" y="821"/>
                    <a:pt x="1613" y="820"/>
                  </a:cubicBezTo>
                  <a:cubicBezTo>
                    <a:pt x="1616" y="818"/>
                    <a:pt x="1619" y="816"/>
                    <a:pt x="1616" y="810"/>
                  </a:cubicBezTo>
                  <a:cubicBezTo>
                    <a:pt x="1613" y="805"/>
                    <a:pt x="1607" y="792"/>
                    <a:pt x="1614" y="794"/>
                  </a:cubicBezTo>
                  <a:cubicBezTo>
                    <a:pt x="1620" y="796"/>
                    <a:pt x="1619" y="802"/>
                    <a:pt x="1621" y="807"/>
                  </a:cubicBezTo>
                  <a:cubicBezTo>
                    <a:pt x="1623" y="812"/>
                    <a:pt x="1633" y="820"/>
                    <a:pt x="1632" y="824"/>
                  </a:cubicBezTo>
                  <a:cubicBezTo>
                    <a:pt x="1631" y="828"/>
                    <a:pt x="1631" y="831"/>
                    <a:pt x="1624" y="830"/>
                  </a:cubicBezTo>
                  <a:cubicBezTo>
                    <a:pt x="1617" y="828"/>
                    <a:pt x="1606" y="827"/>
                    <a:pt x="1606" y="835"/>
                  </a:cubicBezTo>
                  <a:cubicBezTo>
                    <a:pt x="1606" y="843"/>
                    <a:pt x="1606" y="849"/>
                    <a:pt x="1611" y="851"/>
                  </a:cubicBezTo>
                  <a:cubicBezTo>
                    <a:pt x="1616" y="854"/>
                    <a:pt x="1628" y="855"/>
                    <a:pt x="1625" y="859"/>
                  </a:cubicBezTo>
                  <a:cubicBezTo>
                    <a:pt x="1621" y="862"/>
                    <a:pt x="1614" y="861"/>
                    <a:pt x="1617" y="869"/>
                  </a:cubicBezTo>
                  <a:cubicBezTo>
                    <a:pt x="1620" y="876"/>
                    <a:pt x="1626" y="874"/>
                    <a:pt x="1632" y="882"/>
                  </a:cubicBezTo>
                  <a:cubicBezTo>
                    <a:pt x="1639" y="890"/>
                    <a:pt x="1638" y="894"/>
                    <a:pt x="1641" y="907"/>
                  </a:cubicBezTo>
                  <a:cubicBezTo>
                    <a:pt x="1644" y="920"/>
                    <a:pt x="1648" y="926"/>
                    <a:pt x="1650" y="928"/>
                  </a:cubicBezTo>
                  <a:cubicBezTo>
                    <a:pt x="1653" y="930"/>
                    <a:pt x="1661" y="937"/>
                    <a:pt x="1660" y="94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6" name="i$ľïďé"/>
            <p:cNvSpPr/>
            <p:nvPr/>
          </p:nvSpPr>
          <p:spPr bwMode="auto">
            <a:xfrm>
              <a:off x="8135580" y="1683759"/>
              <a:ext cx="30687" cy="12055"/>
            </a:xfrm>
            <a:custGeom>
              <a:avLst/>
              <a:gdLst>
                <a:gd name="T0" fmla="*/ 56 w 61"/>
                <a:gd name="T1" fmla="*/ 12 h 26"/>
                <a:gd name="T2" fmla="*/ 55 w 61"/>
                <a:gd name="T3" fmla="*/ 3 h 26"/>
                <a:gd name="T4" fmla="*/ 50 w 61"/>
                <a:gd name="T5" fmla="*/ 5 h 26"/>
                <a:gd name="T6" fmla="*/ 34 w 61"/>
                <a:gd name="T7" fmla="*/ 11 h 26"/>
                <a:gd name="T8" fmla="*/ 15 w 61"/>
                <a:gd name="T9" fmla="*/ 20 h 26"/>
                <a:gd name="T10" fmla="*/ 4 w 61"/>
                <a:gd name="T11" fmla="*/ 26 h 26"/>
                <a:gd name="T12" fmla="*/ 20 w 61"/>
                <a:gd name="T13" fmla="*/ 25 h 26"/>
                <a:gd name="T14" fmla="*/ 51 w 61"/>
                <a:gd name="T15" fmla="*/ 20 h 26"/>
                <a:gd name="T16" fmla="*/ 56 w 61"/>
                <a:gd name="T17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26">
                  <a:moveTo>
                    <a:pt x="56" y="12"/>
                  </a:moveTo>
                  <a:cubicBezTo>
                    <a:pt x="52" y="9"/>
                    <a:pt x="53" y="6"/>
                    <a:pt x="55" y="3"/>
                  </a:cubicBezTo>
                  <a:cubicBezTo>
                    <a:pt x="57" y="0"/>
                    <a:pt x="54" y="2"/>
                    <a:pt x="50" y="5"/>
                  </a:cubicBezTo>
                  <a:cubicBezTo>
                    <a:pt x="47" y="7"/>
                    <a:pt x="41" y="3"/>
                    <a:pt x="34" y="11"/>
                  </a:cubicBezTo>
                  <a:cubicBezTo>
                    <a:pt x="26" y="18"/>
                    <a:pt x="24" y="19"/>
                    <a:pt x="15" y="20"/>
                  </a:cubicBezTo>
                  <a:cubicBezTo>
                    <a:pt x="5" y="20"/>
                    <a:pt x="0" y="26"/>
                    <a:pt x="4" y="26"/>
                  </a:cubicBezTo>
                  <a:cubicBezTo>
                    <a:pt x="4" y="26"/>
                    <a:pt x="10" y="26"/>
                    <a:pt x="20" y="25"/>
                  </a:cubicBezTo>
                  <a:cubicBezTo>
                    <a:pt x="30" y="24"/>
                    <a:pt x="42" y="23"/>
                    <a:pt x="51" y="20"/>
                  </a:cubicBezTo>
                  <a:cubicBezTo>
                    <a:pt x="61" y="18"/>
                    <a:pt x="60" y="15"/>
                    <a:pt x="56" y="12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7" name="îSliḍê"/>
            <p:cNvSpPr/>
            <p:nvPr/>
          </p:nvSpPr>
          <p:spPr bwMode="auto">
            <a:xfrm>
              <a:off x="3450368" y="3340844"/>
              <a:ext cx="900876" cy="855942"/>
            </a:xfrm>
            <a:custGeom>
              <a:avLst/>
              <a:gdLst>
                <a:gd name="T0" fmla="*/ 1239 w 1779"/>
                <a:gd name="T1" fmla="*/ 1670 h 1693"/>
                <a:gd name="T2" fmla="*/ 96 w 1779"/>
                <a:gd name="T3" fmla="*/ 1249 h 1693"/>
                <a:gd name="T4" fmla="*/ 24 w 1779"/>
                <a:gd name="T5" fmla="*/ 1093 h 1693"/>
                <a:gd name="T6" fmla="*/ 369 w 1779"/>
                <a:gd name="T7" fmla="*/ 155 h 1693"/>
                <a:gd name="T8" fmla="*/ 623 w 1779"/>
                <a:gd name="T9" fmla="*/ 37 h 1693"/>
                <a:gd name="T10" fmla="*/ 1624 w 1779"/>
                <a:gd name="T11" fmla="*/ 406 h 1693"/>
                <a:gd name="T12" fmla="*/ 1741 w 1779"/>
                <a:gd name="T13" fmla="*/ 660 h 1693"/>
                <a:gd name="T14" fmla="*/ 1396 w 1779"/>
                <a:gd name="T15" fmla="*/ 1598 h 1693"/>
                <a:gd name="T16" fmla="*/ 1239 w 1779"/>
                <a:gd name="T17" fmla="*/ 1670 h 1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9" h="1693">
                  <a:moveTo>
                    <a:pt x="1239" y="1670"/>
                  </a:moveTo>
                  <a:cubicBezTo>
                    <a:pt x="96" y="1249"/>
                    <a:pt x="96" y="1249"/>
                    <a:pt x="96" y="1249"/>
                  </a:cubicBezTo>
                  <a:cubicBezTo>
                    <a:pt x="33" y="1226"/>
                    <a:pt x="0" y="1156"/>
                    <a:pt x="24" y="1093"/>
                  </a:cubicBezTo>
                  <a:cubicBezTo>
                    <a:pt x="369" y="155"/>
                    <a:pt x="369" y="155"/>
                    <a:pt x="369" y="155"/>
                  </a:cubicBezTo>
                  <a:cubicBezTo>
                    <a:pt x="407" y="52"/>
                    <a:pt x="521" y="0"/>
                    <a:pt x="623" y="37"/>
                  </a:cubicBezTo>
                  <a:cubicBezTo>
                    <a:pt x="1624" y="406"/>
                    <a:pt x="1624" y="406"/>
                    <a:pt x="1624" y="406"/>
                  </a:cubicBezTo>
                  <a:cubicBezTo>
                    <a:pt x="1726" y="443"/>
                    <a:pt x="1779" y="558"/>
                    <a:pt x="1741" y="660"/>
                  </a:cubicBezTo>
                  <a:cubicBezTo>
                    <a:pt x="1396" y="1598"/>
                    <a:pt x="1396" y="1598"/>
                    <a:pt x="1396" y="1598"/>
                  </a:cubicBezTo>
                  <a:cubicBezTo>
                    <a:pt x="1372" y="1661"/>
                    <a:pt x="1302" y="1693"/>
                    <a:pt x="1239" y="16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8" name="iṧľîḋé"/>
            <p:cNvSpPr/>
            <p:nvPr/>
          </p:nvSpPr>
          <p:spPr bwMode="auto">
            <a:xfrm>
              <a:off x="3612568" y="3340844"/>
              <a:ext cx="738674" cy="402216"/>
            </a:xfrm>
            <a:custGeom>
              <a:avLst/>
              <a:gdLst>
                <a:gd name="T0" fmla="*/ 1372 w 1460"/>
                <a:gd name="T1" fmla="*/ 796 h 796"/>
                <a:gd name="T2" fmla="*/ 0 w 1460"/>
                <a:gd name="T3" fmla="*/ 291 h 796"/>
                <a:gd name="T4" fmla="*/ 50 w 1460"/>
                <a:gd name="T5" fmla="*/ 155 h 796"/>
                <a:gd name="T6" fmla="*/ 304 w 1460"/>
                <a:gd name="T7" fmla="*/ 37 h 796"/>
                <a:gd name="T8" fmla="*/ 1305 w 1460"/>
                <a:gd name="T9" fmla="*/ 406 h 796"/>
                <a:gd name="T10" fmla="*/ 1422 w 1460"/>
                <a:gd name="T11" fmla="*/ 660 h 796"/>
                <a:gd name="T12" fmla="*/ 1372 w 1460"/>
                <a:gd name="T13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0" h="796">
                  <a:moveTo>
                    <a:pt x="1372" y="796"/>
                  </a:moveTo>
                  <a:cubicBezTo>
                    <a:pt x="0" y="291"/>
                    <a:pt x="0" y="291"/>
                    <a:pt x="0" y="291"/>
                  </a:cubicBezTo>
                  <a:cubicBezTo>
                    <a:pt x="50" y="155"/>
                    <a:pt x="50" y="155"/>
                    <a:pt x="50" y="155"/>
                  </a:cubicBezTo>
                  <a:cubicBezTo>
                    <a:pt x="88" y="52"/>
                    <a:pt x="202" y="0"/>
                    <a:pt x="304" y="37"/>
                  </a:cubicBezTo>
                  <a:cubicBezTo>
                    <a:pt x="1305" y="406"/>
                    <a:pt x="1305" y="406"/>
                    <a:pt x="1305" y="406"/>
                  </a:cubicBezTo>
                  <a:cubicBezTo>
                    <a:pt x="1407" y="443"/>
                    <a:pt x="1460" y="558"/>
                    <a:pt x="1422" y="660"/>
                  </a:cubicBezTo>
                  <a:lnTo>
                    <a:pt x="1372" y="796"/>
                  </a:lnTo>
                  <a:close/>
                </a:path>
              </a:pathLst>
            </a:custGeom>
            <a:solidFill>
              <a:srgbClr val="F06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79" name="íṧļíḍe"/>
            <p:cNvSpPr/>
            <p:nvPr/>
          </p:nvSpPr>
          <p:spPr bwMode="auto">
            <a:xfrm>
              <a:off x="3756138" y="3361667"/>
              <a:ext cx="43839" cy="54798"/>
            </a:xfrm>
            <a:custGeom>
              <a:avLst/>
              <a:gdLst>
                <a:gd name="T0" fmla="*/ 23 w 86"/>
                <a:gd name="T1" fmla="*/ 104 h 109"/>
                <a:gd name="T2" fmla="*/ 23 w 86"/>
                <a:gd name="T3" fmla="*/ 104 h 109"/>
                <a:gd name="T4" fmla="*/ 6 w 86"/>
                <a:gd name="T5" fmla="*/ 66 h 109"/>
                <a:gd name="T6" fmla="*/ 30 w 86"/>
                <a:gd name="T7" fmla="*/ 0 h 109"/>
                <a:gd name="T8" fmla="*/ 86 w 86"/>
                <a:gd name="T9" fmla="*/ 20 h 109"/>
                <a:gd name="T10" fmla="*/ 61 w 86"/>
                <a:gd name="T11" fmla="*/ 86 h 109"/>
                <a:gd name="T12" fmla="*/ 23 w 86"/>
                <a:gd name="T13" fmla="*/ 10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09">
                  <a:moveTo>
                    <a:pt x="23" y="104"/>
                  </a:moveTo>
                  <a:cubicBezTo>
                    <a:pt x="23" y="104"/>
                    <a:pt x="23" y="104"/>
                    <a:pt x="23" y="104"/>
                  </a:cubicBezTo>
                  <a:cubicBezTo>
                    <a:pt x="8" y="98"/>
                    <a:pt x="0" y="81"/>
                    <a:pt x="6" y="66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61" y="86"/>
                    <a:pt x="61" y="86"/>
                    <a:pt x="61" y="86"/>
                  </a:cubicBezTo>
                  <a:cubicBezTo>
                    <a:pt x="56" y="102"/>
                    <a:pt x="39" y="109"/>
                    <a:pt x="23" y="104"/>
                  </a:cubicBezTo>
                  <a:close/>
                </a:path>
              </a:pathLst>
            </a:custGeom>
            <a:solidFill>
              <a:srgbClr val="CE52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0" name="íśḷîḑè"/>
            <p:cNvSpPr/>
            <p:nvPr/>
          </p:nvSpPr>
          <p:spPr bwMode="auto">
            <a:xfrm>
              <a:off x="3922724" y="3423040"/>
              <a:ext cx="43839" cy="54798"/>
            </a:xfrm>
            <a:custGeom>
              <a:avLst/>
              <a:gdLst>
                <a:gd name="T0" fmla="*/ 24 w 86"/>
                <a:gd name="T1" fmla="*/ 103 h 109"/>
                <a:gd name="T2" fmla="*/ 24 w 86"/>
                <a:gd name="T3" fmla="*/ 103 h 109"/>
                <a:gd name="T4" fmla="*/ 6 w 86"/>
                <a:gd name="T5" fmla="*/ 65 h 109"/>
                <a:gd name="T6" fmla="*/ 30 w 86"/>
                <a:gd name="T7" fmla="*/ 0 h 109"/>
                <a:gd name="T8" fmla="*/ 86 w 86"/>
                <a:gd name="T9" fmla="*/ 20 h 109"/>
                <a:gd name="T10" fmla="*/ 62 w 86"/>
                <a:gd name="T11" fmla="*/ 86 h 109"/>
                <a:gd name="T12" fmla="*/ 24 w 86"/>
                <a:gd name="T13" fmla="*/ 10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09">
                  <a:moveTo>
                    <a:pt x="24" y="103"/>
                  </a:moveTo>
                  <a:cubicBezTo>
                    <a:pt x="24" y="103"/>
                    <a:pt x="24" y="103"/>
                    <a:pt x="24" y="103"/>
                  </a:cubicBezTo>
                  <a:cubicBezTo>
                    <a:pt x="8" y="98"/>
                    <a:pt x="0" y="81"/>
                    <a:pt x="6" y="6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56" y="101"/>
                    <a:pt x="39" y="109"/>
                    <a:pt x="24" y="103"/>
                  </a:cubicBezTo>
                  <a:close/>
                </a:path>
              </a:pathLst>
            </a:custGeom>
            <a:solidFill>
              <a:srgbClr val="CE52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1" name="iŝļîḍê"/>
            <p:cNvSpPr/>
            <p:nvPr/>
          </p:nvSpPr>
          <p:spPr bwMode="auto">
            <a:xfrm>
              <a:off x="4079445" y="3480030"/>
              <a:ext cx="43839" cy="55894"/>
            </a:xfrm>
            <a:custGeom>
              <a:avLst/>
              <a:gdLst>
                <a:gd name="T0" fmla="*/ 23 w 86"/>
                <a:gd name="T1" fmla="*/ 104 h 110"/>
                <a:gd name="T2" fmla="*/ 23 w 86"/>
                <a:gd name="T3" fmla="*/ 104 h 110"/>
                <a:gd name="T4" fmla="*/ 6 w 86"/>
                <a:gd name="T5" fmla="*/ 66 h 110"/>
                <a:gd name="T6" fmla="*/ 30 w 86"/>
                <a:gd name="T7" fmla="*/ 0 h 110"/>
                <a:gd name="T8" fmla="*/ 86 w 86"/>
                <a:gd name="T9" fmla="*/ 21 h 110"/>
                <a:gd name="T10" fmla="*/ 62 w 86"/>
                <a:gd name="T11" fmla="*/ 87 h 110"/>
                <a:gd name="T12" fmla="*/ 23 w 86"/>
                <a:gd name="T13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10">
                  <a:moveTo>
                    <a:pt x="23" y="104"/>
                  </a:moveTo>
                  <a:cubicBezTo>
                    <a:pt x="23" y="104"/>
                    <a:pt x="23" y="104"/>
                    <a:pt x="23" y="104"/>
                  </a:cubicBezTo>
                  <a:cubicBezTo>
                    <a:pt x="8" y="99"/>
                    <a:pt x="0" y="81"/>
                    <a:pt x="6" y="66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56" y="102"/>
                    <a:pt x="39" y="110"/>
                    <a:pt x="23" y="104"/>
                  </a:cubicBezTo>
                  <a:close/>
                </a:path>
              </a:pathLst>
            </a:custGeom>
            <a:solidFill>
              <a:srgbClr val="CE52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2" name="íŝḷîḑé"/>
            <p:cNvSpPr/>
            <p:nvPr/>
          </p:nvSpPr>
          <p:spPr bwMode="auto">
            <a:xfrm>
              <a:off x="4237264" y="3535925"/>
              <a:ext cx="42743" cy="58086"/>
            </a:xfrm>
            <a:custGeom>
              <a:avLst/>
              <a:gdLst>
                <a:gd name="T0" fmla="*/ 23 w 86"/>
                <a:gd name="T1" fmla="*/ 109 h 114"/>
                <a:gd name="T2" fmla="*/ 23 w 86"/>
                <a:gd name="T3" fmla="*/ 109 h 114"/>
                <a:gd name="T4" fmla="*/ 6 w 86"/>
                <a:gd name="T5" fmla="*/ 71 h 114"/>
                <a:gd name="T6" fmla="*/ 30 w 86"/>
                <a:gd name="T7" fmla="*/ 5 h 114"/>
                <a:gd name="T8" fmla="*/ 86 w 86"/>
                <a:gd name="T9" fmla="*/ 26 h 114"/>
                <a:gd name="T10" fmla="*/ 62 w 86"/>
                <a:gd name="T11" fmla="*/ 91 h 114"/>
                <a:gd name="T12" fmla="*/ 23 w 86"/>
                <a:gd name="T13" fmla="*/ 10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14">
                  <a:moveTo>
                    <a:pt x="23" y="109"/>
                  </a:moveTo>
                  <a:cubicBezTo>
                    <a:pt x="23" y="109"/>
                    <a:pt x="23" y="109"/>
                    <a:pt x="23" y="109"/>
                  </a:cubicBezTo>
                  <a:cubicBezTo>
                    <a:pt x="8" y="103"/>
                    <a:pt x="0" y="86"/>
                    <a:pt x="6" y="71"/>
                  </a:cubicBezTo>
                  <a:cubicBezTo>
                    <a:pt x="6" y="71"/>
                    <a:pt x="28" y="10"/>
                    <a:pt x="30" y="5"/>
                  </a:cubicBezTo>
                  <a:cubicBezTo>
                    <a:pt x="32" y="0"/>
                    <a:pt x="86" y="26"/>
                    <a:pt x="86" y="26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56" y="106"/>
                    <a:pt x="39" y="114"/>
                    <a:pt x="23" y="109"/>
                  </a:cubicBezTo>
                  <a:close/>
                </a:path>
              </a:pathLst>
            </a:custGeom>
            <a:solidFill>
              <a:srgbClr val="CE52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3" name="íṣļïdè"/>
            <p:cNvSpPr/>
            <p:nvPr/>
          </p:nvSpPr>
          <p:spPr bwMode="auto">
            <a:xfrm>
              <a:off x="3919437" y="3401121"/>
              <a:ext cx="47126" cy="70141"/>
            </a:xfrm>
            <a:custGeom>
              <a:avLst/>
              <a:gdLst>
                <a:gd name="T0" fmla="*/ 23 w 93"/>
                <a:gd name="T1" fmla="*/ 133 h 139"/>
                <a:gd name="T2" fmla="*/ 23 w 93"/>
                <a:gd name="T3" fmla="*/ 133 h 139"/>
                <a:gd name="T4" fmla="*/ 5 w 93"/>
                <a:gd name="T5" fmla="*/ 95 h 139"/>
                <a:gd name="T6" fmla="*/ 32 w 93"/>
                <a:gd name="T7" fmla="*/ 23 h 139"/>
                <a:gd name="T8" fmla="*/ 70 w 93"/>
                <a:gd name="T9" fmla="*/ 5 h 139"/>
                <a:gd name="T10" fmla="*/ 70 w 93"/>
                <a:gd name="T11" fmla="*/ 5 h 139"/>
                <a:gd name="T12" fmla="*/ 88 w 93"/>
                <a:gd name="T13" fmla="*/ 43 h 139"/>
                <a:gd name="T14" fmla="*/ 61 w 93"/>
                <a:gd name="T15" fmla="*/ 115 h 139"/>
                <a:gd name="T16" fmla="*/ 23 w 93"/>
                <a:gd name="T1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39">
                  <a:moveTo>
                    <a:pt x="23" y="133"/>
                  </a:moveTo>
                  <a:cubicBezTo>
                    <a:pt x="23" y="133"/>
                    <a:pt x="23" y="133"/>
                    <a:pt x="23" y="133"/>
                  </a:cubicBezTo>
                  <a:cubicBezTo>
                    <a:pt x="8" y="127"/>
                    <a:pt x="0" y="110"/>
                    <a:pt x="5" y="95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7" y="8"/>
                    <a:pt x="55" y="0"/>
                    <a:pt x="70" y="5"/>
                  </a:cubicBezTo>
                  <a:cubicBezTo>
                    <a:pt x="70" y="5"/>
                    <a:pt x="70" y="5"/>
                    <a:pt x="70" y="5"/>
                  </a:cubicBezTo>
                  <a:cubicBezTo>
                    <a:pt x="85" y="11"/>
                    <a:pt x="93" y="28"/>
                    <a:pt x="88" y="43"/>
                  </a:cubicBezTo>
                  <a:cubicBezTo>
                    <a:pt x="61" y="115"/>
                    <a:pt x="61" y="115"/>
                    <a:pt x="61" y="115"/>
                  </a:cubicBezTo>
                  <a:cubicBezTo>
                    <a:pt x="56" y="131"/>
                    <a:pt x="38" y="139"/>
                    <a:pt x="23" y="133"/>
                  </a:cubicBezTo>
                  <a:close/>
                </a:path>
              </a:pathLst>
            </a:custGeom>
            <a:solidFill>
              <a:srgbClr val="2C3B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4" name="i$ḷiḋê"/>
            <p:cNvSpPr/>
            <p:nvPr/>
          </p:nvSpPr>
          <p:spPr bwMode="auto">
            <a:xfrm>
              <a:off x="4076158" y="3459207"/>
              <a:ext cx="48222" cy="70141"/>
            </a:xfrm>
            <a:custGeom>
              <a:avLst/>
              <a:gdLst>
                <a:gd name="T0" fmla="*/ 23 w 94"/>
                <a:gd name="T1" fmla="*/ 133 h 139"/>
                <a:gd name="T2" fmla="*/ 23 w 94"/>
                <a:gd name="T3" fmla="*/ 133 h 139"/>
                <a:gd name="T4" fmla="*/ 6 w 94"/>
                <a:gd name="T5" fmla="*/ 95 h 139"/>
                <a:gd name="T6" fmla="*/ 32 w 94"/>
                <a:gd name="T7" fmla="*/ 23 h 139"/>
                <a:gd name="T8" fmla="*/ 70 w 94"/>
                <a:gd name="T9" fmla="*/ 6 h 139"/>
                <a:gd name="T10" fmla="*/ 70 w 94"/>
                <a:gd name="T11" fmla="*/ 6 h 139"/>
                <a:gd name="T12" fmla="*/ 88 w 94"/>
                <a:gd name="T13" fmla="*/ 44 h 139"/>
                <a:gd name="T14" fmla="*/ 62 w 94"/>
                <a:gd name="T15" fmla="*/ 116 h 139"/>
                <a:gd name="T16" fmla="*/ 23 w 94"/>
                <a:gd name="T1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39">
                  <a:moveTo>
                    <a:pt x="23" y="133"/>
                  </a:moveTo>
                  <a:cubicBezTo>
                    <a:pt x="23" y="133"/>
                    <a:pt x="23" y="133"/>
                    <a:pt x="23" y="133"/>
                  </a:cubicBezTo>
                  <a:cubicBezTo>
                    <a:pt x="8" y="128"/>
                    <a:pt x="0" y="111"/>
                    <a:pt x="6" y="95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8" y="8"/>
                    <a:pt x="55" y="0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86" y="11"/>
                    <a:pt x="94" y="28"/>
                    <a:pt x="88" y="44"/>
                  </a:cubicBezTo>
                  <a:cubicBezTo>
                    <a:pt x="62" y="116"/>
                    <a:pt x="62" y="116"/>
                    <a:pt x="62" y="116"/>
                  </a:cubicBezTo>
                  <a:cubicBezTo>
                    <a:pt x="56" y="131"/>
                    <a:pt x="39" y="139"/>
                    <a:pt x="23" y="133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5" name="ïṥḷiďe"/>
            <p:cNvSpPr/>
            <p:nvPr/>
          </p:nvSpPr>
          <p:spPr bwMode="auto">
            <a:xfrm>
              <a:off x="4233977" y="3516197"/>
              <a:ext cx="47126" cy="71237"/>
            </a:xfrm>
            <a:custGeom>
              <a:avLst/>
              <a:gdLst>
                <a:gd name="T0" fmla="*/ 23 w 93"/>
                <a:gd name="T1" fmla="*/ 134 h 139"/>
                <a:gd name="T2" fmla="*/ 23 w 93"/>
                <a:gd name="T3" fmla="*/ 134 h 139"/>
                <a:gd name="T4" fmla="*/ 5 w 93"/>
                <a:gd name="T5" fmla="*/ 95 h 139"/>
                <a:gd name="T6" fmla="*/ 32 w 93"/>
                <a:gd name="T7" fmla="*/ 24 h 139"/>
                <a:gd name="T8" fmla="*/ 70 w 93"/>
                <a:gd name="T9" fmla="*/ 6 h 139"/>
                <a:gd name="T10" fmla="*/ 70 w 93"/>
                <a:gd name="T11" fmla="*/ 6 h 139"/>
                <a:gd name="T12" fmla="*/ 88 w 93"/>
                <a:gd name="T13" fmla="*/ 44 h 139"/>
                <a:gd name="T14" fmla="*/ 61 w 93"/>
                <a:gd name="T15" fmla="*/ 116 h 139"/>
                <a:gd name="T16" fmla="*/ 23 w 93"/>
                <a:gd name="T17" fmla="*/ 13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39">
                  <a:moveTo>
                    <a:pt x="23" y="134"/>
                  </a:moveTo>
                  <a:cubicBezTo>
                    <a:pt x="23" y="134"/>
                    <a:pt x="23" y="134"/>
                    <a:pt x="23" y="134"/>
                  </a:cubicBezTo>
                  <a:cubicBezTo>
                    <a:pt x="8" y="128"/>
                    <a:pt x="0" y="111"/>
                    <a:pt x="5" y="9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7" y="8"/>
                    <a:pt x="55" y="0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85" y="12"/>
                    <a:pt x="93" y="29"/>
                    <a:pt x="88" y="44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55" y="131"/>
                    <a:pt x="38" y="139"/>
                    <a:pt x="23" y="134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6" name="iṧļîďé"/>
            <p:cNvSpPr/>
            <p:nvPr/>
          </p:nvSpPr>
          <p:spPr bwMode="auto">
            <a:xfrm>
              <a:off x="3913956" y="3976498"/>
              <a:ext cx="227960" cy="145761"/>
            </a:xfrm>
            <a:custGeom>
              <a:avLst/>
              <a:gdLst>
                <a:gd name="T0" fmla="*/ 450 w 450"/>
                <a:gd name="T1" fmla="*/ 67 h 289"/>
                <a:gd name="T2" fmla="*/ 0 w 450"/>
                <a:gd name="T3" fmla="*/ 289 h 289"/>
                <a:gd name="T4" fmla="*/ 48 w 450"/>
                <a:gd name="T5" fmla="*/ 196 h 289"/>
                <a:gd name="T6" fmla="*/ 71 w 450"/>
                <a:gd name="T7" fmla="*/ 114 h 289"/>
                <a:gd name="T8" fmla="*/ 198 w 450"/>
                <a:gd name="T9" fmla="*/ 7 h 289"/>
                <a:gd name="T10" fmla="*/ 348 w 450"/>
                <a:gd name="T11" fmla="*/ 53 h 289"/>
                <a:gd name="T12" fmla="*/ 450 w 450"/>
                <a:gd name="T13" fmla="*/ 67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0" h="289">
                  <a:moveTo>
                    <a:pt x="450" y="67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0" y="289"/>
                    <a:pt x="34" y="233"/>
                    <a:pt x="48" y="196"/>
                  </a:cubicBezTo>
                  <a:cubicBezTo>
                    <a:pt x="57" y="172"/>
                    <a:pt x="60" y="149"/>
                    <a:pt x="71" y="114"/>
                  </a:cubicBezTo>
                  <a:cubicBezTo>
                    <a:pt x="102" y="15"/>
                    <a:pt x="167" y="11"/>
                    <a:pt x="198" y="7"/>
                  </a:cubicBezTo>
                  <a:cubicBezTo>
                    <a:pt x="247" y="0"/>
                    <a:pt x="307" y="41"/>
                    <a:pt x="348" y="53"/>
                  </a:cubicBezTo>
                  <a:cubicBezTo>
                    <a:pt x="366" y="58"/>
                    <a:pt x="431" y="79"/>
                    <a:pt x="450" y="6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7" name="îṡļïḓe"/>
            <p:cNvSpPr/>
            <p:nvPr/>
          </p:nvSpPr>
          <p:spPr bwMode="auto">
            <a:xfrm>
              <a:off x="3913956" y="3966634"/>
              <a:ext cx="286044" cy="155625"/>
            </a:xfrm>
            <a:custGeom>
              <a:avLst/>
              <a:gdLst>
                <a:gd name="T0" fmla="*/ 565 w 565"/>
                <a:gd name="T1" fmla="*/ 105 h 309"/>
                <a:gd name="T2" fmla="*/ 0 w 565"/>
                <a:gd name="T3" fmla="*/ 309 h 309"/>
                <a:gd name="T4" fmla="*/ 67 w 565"/>
                <a:gd name="T5" fmla="*/ 205 h 309"/>
                <a:gd name="T6" fmla="*/ 102 w 565"/>
                <a:gd name="T7" fmla="*/ 112 h 309"/>
                <a:gd name="T8" fmla="*/ 267 w 565"/>
                <a:gd name="T9" fmla="*/ 2 h 309"/>
                <a:gd name="T10" fmla="*/ 444 w 565"/>
                <a:gd name="T11" fmla="*/ 75 h 309"/>
                <a:gd name="T12" fmla="*/ 565 w 565"/>
                <a:gd name="T13" fmla="*/ 105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309">
                  <a:moveTo>
                    <a:pt x="565" y="105"/>
                  </a:moveTo>
                  <a:cubicBezTo>
                    <a:pt x="0" y="309"/>
                    <a:pt x="0" y="309"/>
                    <a:pt x="0" y="309"/>
                  </a:cubicBezTo>
                  <a:cubicBezTo>
                    <a:pt x="0" y="309"/>
                    <a:pt x="46" y="248"/>
                    <a:pt x="67" y="205"/>
                  </a:cubicBezTo>
                  <a:cubicBezTo>
                    <a:pt x="80" y="178"/>
                    <a:pt x="85" y="152"/>
                    <a:pt x="102" y="112"/>
                  </a:cubicBezTo>
                  <a:cubicBezTo>
                    <a:pt x="149" y="0"/>
                    <a:pt x="228" y="3"/>
                    <a:pt x="267" y="2"/>
                  </a:cubicBezTo>
                  <a:cubicBezTo>
                    <a:pt x="326" y="0"/>
                    <a:pt x="395" y="56"/>
                    <a:pt x="444" y="75"/>
                  </a:cubicBezTo>
                  <a:cubicBezTo>
                    <a:pt x="464" y="84"/>
                    <a:pt x="541" y="117"/>
                    <a:pt x="565" y="105"/>
                  </a:cubicBez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8" name="îṡľiḍé"/>
            <p:cNvSpPr/>
            <p:nvPr/>
          </p:nvSpPr>
          <p:spPr bwMode="auto">
            <a:xfrm>
              <a:off x="3627913" y="3604970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0 w 105"/>
                <a:gd name="T5" fmla="*/ 0 h 86"/>
                <a:gd name="T6" fmla="*/ 105 w 105"/>
                <a:gd name="T7" fmla="*/ 31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0" y="0"/>
                  </a:lnTo>
                  <a:lnTo>
                    <a:pt x="105" y="31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89" name="îṧlíḓé"/>
            <p:cNvSpPr/>
            <p:nvPr/>
          </p:nvSpPr>
          <p:spPr bwMode="auto">
            <a:xfrm>
              <a:off x="3588457" y="3711276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0 w 105"/>
                <a:gd name="T5" fmla="*/ 0 h 86"/>
                <a:gd name="T6" fmla="*/ 105 w 105"/>
                <a:gd name="T7" fmla="*/ 32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0" y="0"/>
                  </a:lnTo>
                  <a:lnTo>
                    <a:pt x="105" y="32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0" name="íṩļíḑè"/>
            <p:cNvSpPr/>
            <p:nvPr/>
          </p:nvSpPr>
          <p:spPr bwMode="auto">
            <a:xfrm>
              <a:off x="3736412" y="3766074"/>
              <a:ext cx="115076" cy="94252"/>
            </a:xfrm>
            <a:custGeom>
              <a:avLst/>
              <a:gdLst>
                <a:gd name="T0" fmla="*/ 84 w 105"/>
                <a:gd name="T1" fmla="*/ 86 h 86"/>
                <a:gd name="T2" fmla="*/ 0 w 105"/>
                <a:gd name="T3" fmla="*/ 55 h 86"/>
                <a:gd name="T4" fmla="*/ 20 w 105"/>
                <a:gd name="T5" fmla="*/ 0 h 86"/>
                <a:gd name="T6" fmla="*/ 105 w 105"/>
                <a:gd name="T7" fmla="*/ 31 h 86"/>
                <a:gd name="T8" fmla="*/ 84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4" y="86"/>
                  </a:moveTo>
                  <a:lnTo>
                    <a:pt x="0" y="55"/>
                  </a:lnTo>
                  <a:lnTo>
                    <a:pt x="20" y="0"/>
                  </a:lnTo>
                  <a:lnTo>
                    <a:pt x="105" y="31"/>
                  </a:lnTo>
                  <a:lnTo>
                    <a:pt x="84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1" name="íšlïdê"/>
            <p:cNvSpPr/>
            <p:nvPr/>
          </p:nvSpPr>
          <p:spPr bwMode="auto">
            <a:xfrm>
              <a:off x="3883269" y="3820873"/>
              <a:ext cx="115076" cy="93156"/>
            </a:xfrm>
            <a:custGeom>
              <a:avLst/>
              <a:gdLst>
                <a:gd name="T0" fmla="*/ 85 w 105"/>
                <a:gd name="T1" fmla="*/ 85 h 85"/>
                <a:gd name="T2" fmla="*/ 0 w 105"/>
                <a:gd name="T3" fmla="*/ 54 h 85"/>
                <a:gd name="T4" fmla="*/ 21 w 105"/>
                <a:gd name="T5" fmla="*/ 0 h 85"/>
                <a:gd name="T6" fmla="*/ 105 w 105"/>
                <a:gd name="T7" fmla="*/ 31 h 85"/>
                <a:gd name="T8" fmla="*/ 85 w 105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5">
                  <a:moveTo>
                    <a:pt x="85" y="85"/>
                  </a:moveTo>
                  <a:lnTo>
                    <a:pt x="0" y="54"/>
                  </a:lnTo>
                  <a:lnTo>
                    <a:pt x="21" y="0"/>
                  </a:lnTo>
                  <a:lnTo>
                    <a:pt x="105" y="31"/>
                  </a:lnTo>
                  <a:lnTo>
                    <a:pt x="85" y="85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2" name="íṡļiḑê"/>
            <p:cNvSpPr/>
            <p:nvPr/>
          </p:nvSpPr>
          <p:spPr bwMode="auto">
            <a:xfrm>
              <a:off x="4027936" y="3873478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1 w 105"/>
                <a:gd name="T5" fmla="*/ 0 h 86"/>
                <a:gd name="T6" fmla="*/ 105 w 105"/>
                <a:gd name="T7" fmla="*/ 31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1" y="0"/>
                  </a:lnTo>
                  <a:lnTo>
                    <a:pt x="105" y="31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3" name="îṡļïḑè"/>
            <p:cNvSpPr/>
            <p:nvPr/>
          </p:nvSpPr>
          <p:spPr bwMode="auto">
            <a:xfrm>
              <a:off x="3549004" y="3818681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1 w 105"/>
                <a:gd name="T5" fmla="*/ 0 h 86"/>
                <a:gd name="T6" fmla="*/ 105 w 105"/>
                <a:gd name="T7" fmla="*/ 31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1" y="0"/>
                  </a:lnTo>
                  <a:lnTo>
                    <a:pt x="105" y="31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4" name="íšļîďê"/>
            <p:cNvSpPr/>
            <p:nvPr/>
          </p:nvSpPr>
          <p:spPr bwMode="auto">
            <a:xfrm>
              <a:off x="3696958" y="3873478"/>
              <a:ext cx="115076" cy="93156"/>
            </a:xfrm>
            <a:custGeom>
              <a:avLst/>
              <a:gdLst>
                <a:gd name="T0" fmla="*/ 84 w 105"/>
                <a:gd name="T1" fmla="*/ 85 h 85"/>
                <a:gd name="T2" fmla="*/ 0 w 105"/>
                <a:gd name="T3" fmla="*/ 54 h 85"/>
                <a:gd name="T4" fmla="*/ 20 w 105"/>
                <a:gd name="T5" fmla="*/ 0 h 85"/>
                <a:gd name="T6" fmla="*/ 105 w 105"/>
                <a:gd name="T7" fmla="*/ 31 h 85"/>
                <a:gd name="T8" fmla="*/ 84 w 105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5">
                  <a:moveTo>
                    <a:pt x="84" y="85"/>
                  </a:moveTo>
                  <a:lnTo>
                    <a:pt x="0" y="54"/>
                  </a:lnTo>
                  <a:lnTo>
                    <a:pt x="20" y="0"/>
                  </a:lnTo>
                  <a:lnTo>
                    <a:pt x="105" y="31"/>
                  </a:lnTo>
                  <a:lnTo>
                    <a:pt x="84" y="85"/>
                  </a:lnTo>
                  <a:close/>
                </a:path>
              </a:pathLst>
            </a:custGeom>
            <a:solidFill>
              <a:srgbClr val="F06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5" name="iṡḷîďè"/>
            <p:cNvSpPr/>
            <p:nvPr/>
          </p:nvSpPr>
          <p:spPr bwMode="auto">
            <a:xfrm>
              <a:off x="3843815" y="3927180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1 w 105"/>
                <a:gd name="T5" fmla="*/ 0 h 86"/>
                <a:gd name="T6" fmla="*/ 105 w 105"/>
                <a:gd name="T7" fmla="*/ 31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1" y="0"/>
                  </a:lnTo>
                  <a:lnTo>
                    <a:pt x="105" y="31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F06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6" name="ïṩḻíḋê"/>
            <p:cNvSpPr/>
            <p:nvPr/>
          </p:nvSpPr>
          <p:spPr bwMode="auto">
            <a:xfrm>
              <a:off x="3775867" y="3658671"/>
              <a:ext cx="113980" cy="94252"/>
            </a:xfrm>
            <a:custGeom>
              <a:avLst/>
              <a:gdLst>
                <a:gd name="T0" fmla="*/ 84 w 104"/>
                <a:gd name="T1" fmla="*/ 86 h 86"/>
                <a:gd name="T2" fmla="*/ 0 w 104"/>
                <a:gd name="T3" fmla="*/ 55 h 86"/>
                <a:gd name="T4" fmla="*/ 20 w 104"/>
                <a:gd name="T5" fmla="*/ 0 h 86"/>
                <a:gd name="T6" fmla="*/ 104 w 104"/>
                <a:gd name="T7" fmla="*/ 32 h 86"/>
                <a:gd name="T8" fmla="*/ 84 w 104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6">
                  <a:moveTo>
                    <a:pt x="84" y="86"/>
                  </a:moveTo>
                  <a:lnTo>
                    <a:pt x="0" y="55"/>
                  </a:lnTo>
                  <a:lnTo>
                    <a:pt x="20" y="0"/>
                  </a:lnTo>
                  <a:lnTo>
                    <a:pt x="104" y="32"/>
                  </a:lnTo>
                  <a:lnTo>
                    <a:pt x="84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7" name="iṥlïḋê"/>
            <p:cNvSpPr/>
            <p:nvPr/>
          </p:nvSpPr>
          <p:spPr bwMode="auto">
            <a:xfrm>
              <a:off x="3922724" y="3713468"/>
              <a:ext cx="115076" cy="94252"/>
            </a:xfrm>
            <a:custGeom>
              <a:avLst/>
              <a:gdLst>
                <a:gd name="T0" fmla="*/ 85 w 105"/>
                <a:gd name="T1" fmla="*/ 86 h 86"/>
                <a:gd name="T2" fmla="*/ 0 w 105"/>
                <a:gd name="T3" fmla="*/ 55 h 86"/>
                <a:gd name="T4" fmla="*/ 21 w 105"/>
                <a:gd name="T5" fmla="*/ 0 h 86"/>
                <a:gd name="T6" fmla="*/ 105 w 105"/>
                <a:gd name="T7" fmla="*/ 31 h 86"/>
                <a:gd name="T8" fmla="*/ 85 w 10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6">
                  <a:moveTo>
                    <a:pt x="85" y="86"/>
                  </a:moveTo>
                  <a:lnTo>
                    <a:pt x="0" y="55"/>
                  </a:lnTo>
                  <a:lnTo>
                    <a:pt x="21" y="0"/>
                  </a:lnTo>
                  <a:lnTo>
                    <a:pt x="105" y="31"/>
                  </a:lnTo>
                  <a:lnTo>
                    <a:pt x="85" y="86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8" name="işľíḍè"/>
            <p:cNvSpPr/>
            <p:nvPr/>
          </p:nvSpPr>
          <p:spPr bwMode="auto">
            <a:xfrm>
              <a:off x="4070677" y="3768266"/>
              <a:ext cx="115076" cy="93156"/>
            </a:xfrm>
            <a:custGeom>
              <a:avLst/>
              <a:gdLst>
                <a:gd name="T0" fmla="*/ 84 w 105"/>
                <a:gd name="T1" fmla="*/ 85 h 85"/>
                <a:gd name="T2" fmla="*/ 0 w 105"/>
                <a:gd name="T3" fmla="*/ 54 h 85"/>
                <a:gd name="T4" fmla="*/ 20 w 105"/>
                <a:gd name="T5" fmla="*/ 0 h 85"/>
                <a:gd name="T6" fmla="*/ 105 w 105"/>
                <a:gd name="T7" fmla="*/ 31 h 85"/>
                <a:gd name="T8" fmla="*/ 84 w 105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85">
                  <a:moveTo>
                    <a:pt x="84" y="85"/>
                  </a:moveTo>
                  <a:lnTo>
                    <a:pt x="0" y="54"/>
                  </a:lnTo>
                  <a:lnTo>
                    <a:pt x="20" y="0"/>
                  </a:lnTo>
                  <a:lnTo>
                    <a:pt x="105" y="31"/>
                  </a:lnTo>
                  <a:lnTo>
                    <a:pt x="84" y="85"/>
                  </a:lnTo>
                  <a:close/>
                </a:path>
              </a:pathLst>
            </a:custGeom>
            <a:solidFill>
              <a:srgbClr val="8E96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99" name="ï$1îḋe"/>
            <p:cNvSpPr/>
            <p:nvPr/>
          </p:nvSpPr>
          <p:spPr bwMode="auto">
            <a:xfrm>
              <a:off x="3751757" y="3339748"/>
              <a:ext cx="48222" cy="70141"/>
            </a:xfrm>
            <a:custGeom>
              <a:avLst/>
              <a:gdLst>
                <a:gd name="T0" fmla="*/ 24 w 94"/>
                <a:gd name="T1" fmla="*/ 133 h 139"/>
                <a:gd name="T2" fmla="*/ 24 w 94"/>
                <a:gd name="T3" fmla="*/ 133 h 139"/>
                <a:gd name="T4" fmla="*/ 6 w 94"/>
                <a:gd name="T5" fmla="*/ 95 h 139"/>
                <a:gd name="T6" fmla="*/ 33 w 94"/>
                <a:gd name="T7" fmla="*/ 23 h 139"/>
                <a:gd name="T8" fmla="*/ 71 w 94"/>
                <a:gd name="T9" fmla="*/ 6 h 139"/>
                <a:gd name="T10" fmla="*/ 71 w 94"/>
                <a:gd name="T11" fmla="*/ 6 h 139"/>
                <a:gd name="T12" fmla="*/ 88 w 94"/>
                <a:gd name="T13" fmla="*/ 44 h 139"/>
                <a:gd name="T14" fmla="*/ 62 w 94"/>
                <a:gd name="T15" fmla="*/ 116 h 139"/>
                <a:gd name="T16" fmla="*/ 24 w 94"/>
                <a:gd name="T1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39">
                  <a:moveTo>
                    <a:pt x="24" y="133"/>
                  </a:moveTo>
                  <a:cubicBezTo>
                    <a:pt x="24" y="133"/>
                    <a:pt x="24" y="133"/>
                    <a:pt x="24" y="133"/>
                  </a:cubicBezTo>
                  <a:cubicBezTo>
                    <a:pt x="8" y="128"/>
                    <a:pt x="0" y="111"/>
                    <a:pt x="6" y="9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8" y="8"/>
                    <a:pt x="55" y="0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86" y="11"/>
                    <a:pt x="94" y="28"/>
                    <a:pt x="88" y="44"/>
                  </a:cubicBezTo>
                  <a:cubicBezTo>
                    <a:pt x="62" y="116"/>
                    <a:pt x="62" y="116"/>
                    <a:pt x="62" y="116"/>
                  </a:cubicBezTo>
                  <a:cubicBezTo>
                    <a:pt x="56" y="131"/>
                    <a:pt x="39" y="139"/>
                    <a:pt x="24" y="133"/>
                  </a:cubicBezTo>
                  <a:close/>
                </a:path>
              </a:pathLst>
            </a:custGeom>
            <a:solidFill>
              <a:srgbClr val="2C3B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0" name="îšḷïḑé"/>
            <p:cNvSpPr/>
            <p:nvPr/>
          </p:nvSpPr>
          <p:spPr bwMode="auto">
            <a:xfrm>
              <a:off x="5803385" y="1394426"/>
              <a:ext cx="1132123" cy="1127738"/>
            </a:xfrm>
            <a:custGeom>
              <a:avLst/>
              <a:gdLst>
                <a:gd name="T0" fmla="*/ 2018 w 2237"/>
                <a:gd name="T1" fmla="*/ 1280 h 2231"/>
                <a:gd name="T2" fmla="*/ 2024 w 2237"/>
                <a:gd name="T3" fmla="*/ 987 h 2231"/>
                <a:gd name="T4" fmla="*/ 2219 w 2237"/>
                <a:gd name="T5" fmla="*/ 834 h 2231"/>
                <a:gd name="T6" fmla="*/ 2022 w 2237"/>
                <a:gd name="T7" fmla="*/ 523 h 2231"/>
                <a:gd name="T8" fmla="*/ 1642 w 2237"/>
                <a:gd name="T9" fmla="*/ 371 h 2231"/>
                <a:gd name="T10" fmla="*/ 1722 w 2237"/>
                <a:gd name="T11" fmla="*/ 221 h 2231"/>
                <a:gd name="T12" fmla="*/ 1422 w 2237"/>
                <a:gd name="T13" fmla="*/ 22 h 2231"/>
                <a:gd name="T14" fmla="*/ 1285 w 2237"/>
                <a:gd name="T15" fmla="*/ 217 h 2231"/>
                <a:gd name="T16" fmla="*/ 988 w 2237"/>
                <a:gd name="T17" fmla="*/ 210 h 2231"/>
                <a:gd name="T18" fmla="*/ 835 w 2237"/>
                <a:gd name="T19" fmla="*/ 14 h 2231"/>
                <a:gd name="T20" fmla="*/ 523 w 2237"/>
                <a:gd name="T21" fmla="*/ 211 h 2231"/>
                <a:gd name="T22" fmla="*/ 372 w 2237"/>
                <a:gd name="T23" fmla="*/ 590 h 2231"/>
                <a:gd name="T24" fmla="*/ 219 w 2237"/>
                <a:gd name="T25" fmla="*/ 516 h 2231"/>
                <a:gd name="T26" fmla="*/ 29 w 2237"/>
                <a:gd name="T27" fmla="*/ 812 h 2231"/>
                <a:gd name="T28" fmla="*/ 213 w 2237"/>
                <a:gd name="T29" fmla="*/ 959 h 2231"/>
                <a:gd name="T30" fmla="*/ 209 w 2237"/>
                <a:gd name="T31" fmla="*/ 1247 h 2231"/>
                <a:gd name="T32" fmla="*/ 14 w 2237"/>
                <a:gd name="T33" fmla="*/ 1399 h 2231"/>
                <a:gd name="T34" fmla="*/ 211 w 2237"/>
                <a:gd name="T35" fmla="*/ 1710 h 2231"/>
                <a:gd name="T36" fmla="*/ 582 w 2237"/>
                <a:gd name="T37" fmla="*/ 1857 h 2231"/>
                <a:gd name="T38" fmla="*/ 515 w 2237"/>
                <a:gd name="T39" fmla="*/ 2013 h 2231"/>
                <a:gd name="T40" fmla="*/ 806 w 2237"/>
                <a:gd name="T41" fmla="*/ 2215 h 2231"/>
                <a:gd name="T42" fmla="*/ 956 w 2237"/>
                <a:gd name="T43" fmla="*/ 2018 h 2231"/>
                <a:gd name="T44" fmla="*/ 1230 w 2237"/>
                <a:gd name="T45" fmla="*/ 2016 h 2231"/>
                <a:gd name="T46" fmla="*/ 1395 w 2237"/>
                <a:gd name="T47" fmla="*/ 2217 h 2231"/>
                <a:gd name="T48" fmla="*/ 1709 w 2237"/>
                <a:gd name="T49" fmla="*/ 2021 h 2231"/>
                <a:gd name="T50" fmla="*/ 1858 w 2237"/>
                <a:gd name="T51" fmla="*/ 1649 h 2231"/>
                <a:gd name="T52" fmla="*/ 2011 w 2237"/>
                <a:gd name="T53" fmla="*/ 1723 h 2231"/>
                <a:gd name="T54" fmla="*/ 2222 w 2237"/>
                <a:gd name="T55" fmla="*/ 1428 h 2231"/>
                <a:gd name="T56" fmla="*/ 806 w 2237"/>
                <a:gd name="T57" fmla="*/ 1406 h 2231"/>
                <a:gd name="T58" fmla="*/ 772 w 2237"/>
                <a:gd name="T59" fmla="*/ 1364 h 2231"/>
                <a:gd name="T60" fmla="*/ 750 w 2237"/>
                <a:gd name="T61" fmla="*/ 1330 h 2231"/>
                <a:gd name="T62" fmla="*/ 721 w 2237"/>
                <a:gd name="T63" fmla="*/ 1268 h 2231"/>
                <a:gd name="T64" fmla="*/ 699 w 2237"/>
                <a:gd name="T65" fmla="*/ 1188 h 2231"/>
                <a:gd name="T66" fmla="*/ 728 w 2237"/>
                <a:gd name="T67" fmla="*/ 951 h 2231"/>
                <a:gd name="T68" fmla="*/ 1008 w 2237"/>
                <a:gd name="T69" fmla="*/ 709 h 2231"/>
                <a:gd name="T70" fmla="*/ 1038 w 2237"/>
                <a:gd name="T71" fmla="*/ 702 h 2231"/>
                <a:gd name="T72" fmla="*/ 1119 w 2237"/>
                <a:gd name="T73" fmla="*/ 695 h 2231"/>
                <a:gd name="T74" fmla="*/ 1442 w 2237"/>
                <a:gd name="T75" fmla="*/ 848 h 2231"/>
                <a:gd name="T76" fmla="*/ 1473 w 2237"/>
                <a:gd name="T77" fmla="*/ 889 h 2231"/>
                <a:gd name="T78" fmla="*/ 1488 w 2237"/>
                <a:gd name="T79" fmla="*/ 915 h 2231"/>
                <a:gd name="T80" fmla="*/ 1510 w 2237"/>
                <a:gd name="T81" fmla="*/ 961 h 2231"/>
                <a:gd name="T82" fmla="*/ 1530 w 2237"/>
                <a:gd name="T83" fmla="*/ 1029 h 2231"/>
                <a:gd name="T84" fmla="*/ 1537 w 2237"/>
                <a:gd name="T85" fmla="*/ 1070 h 2231"/>
                <a:gd name="T86" fmla="*/ 1506 w 2237"/>
                <a:gd name="T87" fmla="*/ 1285 h 2231"/>
                <a:gd name="T88" fmla="*/ 1438 w 2237"/>
                <a:gd name="T89" fmla="*/ 1394 h 2231"/>
                <a:gd name="T90" fmla="*/ 1402 w 2237"/>
                <a:gd name="T91" fmla="*/ 1431 h 2231"/>
                <a:gd name="T92" fmla="*/ 1371 w 2237"/>
                <a:gd name="T93" fmla="*/ 1457 h 2231"/>
                <a:gd name="T94" fmla="*/ 1341 w 2237"/>
                <a:gd name="T95" fmla="*/ 1478 h 2231"/>
                <a:gd name="T96" fmla="*/ 1319 w 2237"/>
                <a:gd name="T97" fmla="*/ 1490 h 2231"/>
                <a:gd name="T98" fmla="*/ 1292 w 2237"/>
                <a:gd name="T99" fmla="*/ 1504 h 2231"/>
                <a:gd name="T100" fmla="*/ 1264 w 2237"/>
                <a:gd name="T101" fmla="*/ 1515 h 2231"/>
                <a:gd name="T102" fmla="*/ 1215 w 2237"/>
                <a:gd name="T103" fmla="*/ 1530 h 2231"/>
                <a:gd name="T104" fmla="*/ 1175 w 2237"/>
                <a:gd name="T105" fmla="*/ 1538 h 2231"/>
                <a:gd name="T106" fmla="*/ 1145 w 2237"/>
                <a:gd name="T107" fmla="*/ 1541 h 2231"/>
                <a:gd name="T108" fmla="*/ 816 w 2237"/>
                <a:gd name="T109" fmla="*/ 1417 h 2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37" h="2231">
                  <a:moveTo>
                    <a:pt x="2173" y="1346"/>
                  </a:moveTo>
                  <a:cubicBezTo>
                    <a:pt x="2018" y="1280"/>
                    <a:pt x="2018" y="1280"/>
                    <a:pt x="2018" y="1280"/>
                  </a:cubicBezTo>
                  <a:cubicBezTo>
                    <a:pt x="2039" y="1173"/>
                    <a:pt x="2036" y="1083"/>
                    <a:pt x="2022" y="990"/>
                  </a:cubicBezTo>
                  <a:cubicBezTo>
                    <a:pt x="2024" y="987"/>
                    <a:pt x="2024" y="987"/>
                    <a:pt x="2024" y="987"/>
                  </a:cubicBezTo>
                  <a:cubicBezTo>
                    <a:pt x="2181" y="923"/>
                    <a:pt x="2181" y="923"/>
                    <a:pt x="2181" y="923"/>
                  </a:cubicBezTo>
                  <a:cubicBezTo>
                    <a:pt x="2216" y="909"/>
                    <a:pt x="2233" y="869"/>
                    <a:pt x="2219" y="834"/>
                  </a:cubicBezTo>
                  <a:cubicBezTo>
                    <a:pt x="2111" y="561"/>
                    <a:pt x="2111" y="561"/>
                    <a:pt x="2111" y="561"/>
                  </a:cubicBezTo>
                  <a:cubicBezTo>
                    <a:pt x="2097" y="526"/>
                    <a:pt x="2057" y="509"/>
                    <a:pt x="2022" y="523"/>
                  </a:cubicBezTo>
                  <a:cubicBezTo>
                    <a:pt x="1853" y="580"/>
                    <a:pt x="1853" y="580"/>
                    <a:pt x="1853" y="580"/>
                  </a:cubicBezTo>
                  <a:cubicBezTo>
                    <a:pt x="1797" y="501"/>
                    <a:pt x="1764" y="448"/>
                    <a:pt x="1642" y="371"/>
                  </a:cubicBezTo>
                  <a:cubicBezTo>
                    <a:pt x="1642" y="370"/>
                    <a:pt x="1642" y="370"/>
                    <a:pt x="1642" y="370"/>
                  </a:cubicBezTo>
                  <a:cubicBezTo>
                    <a:pt x="1722" y="221"/>
                    <a:pt x="1722" y="221"/>
                    <a:pt x="1722" y="221"/>
                  </a:cubicBezTo>
                  <a:cubicBezTo>
                    <a:pt x="1737" y="186"/>
                    <a:pt x="1723" y="151"/>
                    <a:pt x="1688" y="136"/>
                  </a:cubicBezTo>
                  <a:cubicBezTo>
                    <a:pt x="1422" y="22"/>
                    <a:pt x="1422" y="22"/>
                    <a:pt x="1422" y="22"/>
                  </a:cubicBezTo>
                  <a:cubicBezTo>
                    <a:pt x="1387" y="7"/>
                    <a:pt x="1365" y="27"/>
                    <a:pt x="1351" y="62"/>
                  </a:cubicBezTo>
                  <a:cubicBezTo>
                    <a:pt x="1285" y="217"/>
                    <a:pt x="1285" y="217"/>
                    <a:pt x="1285" y="217"/>
                  </a:cubicBezTo>
                  <a:cubicBezTo>
                    <a:pt x="1178" y="196"/>
                    <a:pt x="1086" y="198"/>
                    <a:pt x="992" y="212"/>
                  </a:cubicBezTo>
                  <a:cubicBezTo>
                    <a:pt x="988" y="210"/>
                    <a:pt x="988" y="210"/>
                    <a:pt x="988" y="210"/>
                  </a:cubicBezTo>
                  <a:cubicBezTo>
                    <a:pt x="924" y="52"/>
                    <a:pt x="924" y="52"/>
                    <a:pt x="924" y="52"/>
                  </a:cubicBezTo>
                  <a:cubicBezTo>
                    <a:pt x="910" y="17"/>
                    <a:pt x="870" y="0"/>
                    <a:pt x="835" y="14"/>
                  </a:cubicBezTo>
                  <a:cubicBezTo>
                    <a:pt x="561" y="122"/>
                    <a:pt x="561" y="122"/>
                    <a:pt x="561" y="122"/>
                  </a:cubicBezTo>
                  <a:cubicBezTo>
                    <a:pt x="526" y="136"/>
                    <a:pt x="509" y="176"/>
                    <a:pt x="523" y="211"/>
                  </a:cubicBezTo>
                  <a:cubicBezTo>
                    <a:pt x="581" y="379"/>
                    <a:pt x="581" y="379"/>
                    <a:pt x="581" y="379"/>
                  </a:cubicBezTo>
                  <a:cubicBezTo>
                    <a:pt x="501" y="435"/>
                    <a:pt x="449" y="467"/>
                    <a:pt x="372" y="590"/>
                  </a:cubicBezTo>
                  <a:cubicBezTo>
                    <a:pt x="371" y="590"/>
                    <a:pt x="371" y="590"/>
                    <a:pt x="371" y="590"/>
                  </a:cubicBezTo>
                  <a:cubicBezTo>
                    <a:pt x="219" y="516"/>
                    <a:pt x="219" y="516"/>
                    <a:pt x="219" y="516"/>
                  </a:cubicBezTo>
                  <a:cubicBezTo>
                    <a:pt x="185" y="501"/>
                    <a:pt x="159" y="509"/>
                    <a:pt x="144" y="544"/>
                  </a:cubicBezTo>
                  <a:cubicBezTo>
                    <a:pt x="29" y="812"/>
                    <a:pt x="29" y="812"/>
                    <a:pt x="29" y="812"/>
                  </a:cubicBezTo>
                  <a:cubicBezTo>
                    <a:pt x="14" y="846"/>
                    <a:pt x="23" y="878"/>
                    <a:pt x="57" y="893"/>
                  </a:cubicBezTo>
                  <a:cubicBezTo>
                    <a:pt x="213" y="959"/>
                    <a:pt x="213" y="959"/>
                    <a:pt x="213" y="959"/>
                  </a:cubicBezTo>
                  <a:cubicBezTo>
                    <a:pt x="192" y="1066"/>
                    <a:pt x="196" y="1153"/>
                    <a:pt x="210" y="1246"/>
                  </a:cubicBezTo>
                  <a:cubicBezTo>
                    <a:pt x="209" y="1247"/>
                    <a:pt x="209" y="1247"/>
                    <a:pt x="209" y="1247"/>
                  </a:cubicBezTo>
                  <a:cubicBezTo>
                    <a:pt x="52" y="1310"/>
                    <a:pt x="52" y="1310"/>
                    <a:pt x="52" y="1310"/>
                  </a:cubicBezTo>
                  <a:cubicBezTo>
                    <a:pt x="17" y="1324"/>
                    <a:pt x="0" y="1364"/>
                    <a:pt x="14" y="1399"/>
                  </a:cubicBezTo>
                  <a:cubicBezTo>
                    <a:pt x="123" y="1672"/>
                    <a:pt x="123" y="1672"/>
                    <a:pt x="123" y="1672"/>
                  </a:cubicBezTo>
                  <a:cubicBezTo>
                    <a:pt x="136" y="1707"/>
                    <a:pt x="176" y="1724"/>
                    <a:pt x="211" y="1710"/>
                  </a:cubicBezTo>
                  <a:cubicBezTo>
                    <a:pt x="375" y="1650"/>
                    <a:pt x="375" y="1650"/>
                    <a:pt x="375" y="1650"/>
                  </a:cubicBezTo>
                  <a:cubicBezTo>
                    <a:pt x="431" y="1729"/>
                    <a:pt x="492" y="1795"/>
                    <a:pt x="582" y="1857"/>
                  </a:cubicBezTo>
                  <a:cubicBezTo>
                    <a:pt x="582" y="1858"/>
                    <a:pt x="582" y="1858"/>
                    <a:pt x="582" y="1858"/>
                  </a:cubicBezTo>
                  <a:cubicBezTo>
                    <a:pt x="515" y="2013"/>
                    <a:pt x="515" y="2013"/>
                    <a:pt x="515" y="2013"/>
                  </a:cubicBezTo>
                  <a:cubicBezTo>
                    <a:pt x="500" y="2047"/>
                    <a:pt x="501" y="2084"/>
                    <a:pt x="535" y="2099"/>
                  </a:cubicBezTo>
                  <a:cubicBezTo>
                    <a:pt x="806" y="2215"/>
                    <a:pt x="806" y="2215"/>
                    <a:pt x="806" y="2215"/>
                  </a:cubicBezTo>
                  <a:cubicBezTo>
                    <a:pt x="840" y="2230"/>
                    <a:pt x="884" y="2212"/>
                    <a:pt x="898" y="2178"/>
                  </a:cubicBezTo>
                  <a:cubicBezTo>
                    <a:pt x="956" y="2018"/>
                    <a:pt x="956" y="2018"/>
                    <a:pt x="956" y="2018"/>
                  </a:cubicBezTo>
                  <a:cubicBezTo>
                    <a:pt x="1063" y="2039"/>
                    <a:pt x="1144" y="2033"/>
                    <a:pt x="1231" y="2016"/>
                  </a:cubicBezTo>
                  <a:cubicBezTo>
                    <a:pt x="1230" y="2016"/>
                    <a:pt x="1230" y="2016"/>
                    <a:pt x="1230" y="2016"/>
                  </a:cubicBezTo>
                  <a:cubicBezTo>
                    <a:pt x="1302" y="2177"/>
                    <a:pt x="1302" y="2177"/>
                    <a:pt x="1302" y="2177"/>
                  </a:cubicBezTo>
                  <a:cubicBezTo>
                    <a:pt x="1316" y="2212"/>
                    <a:pt x="1360" y="2231"/>
                    <a:pt x="1395" y="2217"/>
                  </a:cubicBezTo>
                  <a:cubicBezTo>
                    <a:pt x="1670" y="2109"/>
                    <a:pt x="1670" y="2109"/>
                    <a:pt x="1670" y="2109"/>
                  </a:cubicBezTo>
                  <a:cubicBezTo>
                    <a:pt x="1705" y="2095"/>
                    <a:pt x="1723" y="2056"/>
                    <a:pt x="1709" y="2021"/>
                  </a:cubicBezTo>
                  <a:cubicBezTo>
                    <a:pt x="1651" y="1857"/>
                    <a:pt x="1651" y="1857"/>
                    <a:pt x="1651" y="1857"/>
                  </a:cubicBezTo>
                  <a:cubicBezTo>
                    <a:pt x="1730" y="1801"/>
                    <a:pt x="1781" y="1772"/>
                    <a:pt x="1858" y="1649"/>
                  </a:cubicBezTo>
                  <a:cubicBezTo>
                    <a:pt x="1859" y="1650"/>
                    <a:pt x="1859" y="1650"/>
                    <a:pt x="1859" y="1650"/>
                  </a:cubicBezTo>
                  <a:cubicBezTo>
                    <a:pt x="2011" y="1723"/>
                    <a:pt x="2011" y="1723"/>
                    <a:pt x="2011" y="1723"/>
                  </a:cubicBezTo>
                  <a:cubicBezTo>
                    <a:pt x="2046" y="1738"/>
                    <a:pt x="2092" y="1731"/>
                    <a:pt x="2107" y="1697"/>
                  </a:cubicBezTo>
                  <a:cubicBezTo>
                    <a:pt x="2222" y="1428"/>
                    <a:pt x="2222" y="1428"/>
                    <a:pt x="2222" y="1428"/>
                  </a:cubicBezTo>
                  <a:cubicBezTo>
                    <a:pt x="2237" y="1394"/>
                    <a:pt x="2207" y="1361"/>
                    <a:pt x="2173" y="1346"/>
                  </a:cubicBezTo>
                  <a:close/>
                  <a:moveTo>
                    <a:pt x="806" y="1406"/>
                  </a:moveTo>
                  <a:cubicBezTo>
                    <a:pt x="803" y="1403"/>
                    <a:pt x="800" y="1400"/>
                    <a:pt x="797" y="1396"/>
                  </a:cubicBezTo>
                  <a:cubicBezTo>
                    <a:pt x="788" y="1386"/>
                    <a:pt x="780" y="1375"/>
                    <a:pt x="772" y="1364"/>
                  </a:cubicBezTo>
                  <a:cubicBezTo>
                    <a:pt x="768" y="1359"/>
                    <a:pt x="764" y="1353"/>
                    <a:pt x="761" y="1347"/>
                  </a:cubicBezTo>
                  <a:cubicBezTo>
                    <a:pt x="757" y="1342"/>
                    <a:pt x="753" y="1336"/>
                    <a:pt x="750" y="1330"/>
                  </a:cubicBezTo>
                  <a:cubicBezTo>
                    <a:pt x="748" y="1327"/>
                    <a:pt x="747" y="1324"/>
                    <a:pt x="745" y="1321"/>
                  </a:cubicBezTo>
                  <a:cubicBezTo>
                    <a:pt x="736" y="1304"/>
                    <a:pt x="727" y="1286"/>
                    <a:pt x="721" y="1268"/>
                  </a:cubicBezTo>
                  <a:cubicBezTo>
                    <a:pt x="714" y="1250"/>
                    <a:pt x="708" y="1231"/>
                    <a:pt x="704" y="1212"/>
                  </a:cubicBezTo>
                  <a:cubicBezTo>
                    <a:pt x="702" y="1204"/>
                    <a:pt x="700" y="1196"/>
                    <a:pt x="699" y="1188"/>
                  </a:cubicBezTo>
                  <a:cubicBezTo>
                    <a:pt x="695" y="1165"/>
                    <a:pt x="693" y="1142"/>
                    <a:pt x="693" y="1118"/>
                  </a:cubicBezTo>
                  <a:cubicBezTo>
                    <a:pt x="693" y="1062"/>
                    <a:pt x="704" y="1006"/>
                    <a:pt x="728" y="951"/>
                  </a:cubicBezTo>
                  <a:cubicBezTo>
                    <a:pt x="777" y="837"/>
                    <a:pt x="870" y="756"/>
                    <a:pt x="979" y="718"/>
                  </a:cubicBezTo>
                  <a:cubicBezTo>
                    <a:pt x="988" y="715"/>
                    <a:pt x="998" y="712"/>
                    <a:pt x="1008" y="709"/>
                  </a:cubicBezTo>
                  <a:cubicBezTo>
                    <a:pt x="1011" y="708"/>
                    <a:pt x="1014" y="707"/>
                    <a:pt x="1018" y="707"/>
                  </a:cubicBezTo>
                  <a:cubicBezTo>
                    <a:pt x="1024" y="705"/>
                    <a:pt x="1031" y="704"/>
                    <a:pt x="1038" y="702"/>
                  </a:cubicBezTo>
                  <a:cubicBezTo>
                    <a:pt x="1058" y="699"/>
                    <a:pt x="1078" y="696"/>
                    <a:pt x="1099" y="695"/>
                  </a:cubicBezTo>
                  <a:cubicBezTo>
                    <a:pt x="1105" y="695"/>
                    <a:pt x="1112" y="695"/>
                    <a:pt x="1119" y="695"/>
                  </a:cubicBezTo>
                  <a:cubicBezTo>
                    <a:pt x="1174" y="695"/>
                    <a:pt x="1230" y="706"/>
                    <a:pt x="1284" y="729"/>
                  </a:cubicBezTo>
                  <a:cubicBezTo>
                    <a:pt x="1347" y="757"/>
                    <a:pt x="1401" y="798"/>
                    <a:pt x="1442" y="848"/>
                  </a:cubicBezTo>
                  <a:cubicBezTo>
                    <a:pt x="1447" y="853"/>
                    <a:pt x="1451" y="859"/>
                    <a:pt x="1455" y="864"/>
                  </a:cubicBezTo>
                  <a:cubicBezTo>
                    <a:pt x="1461" y="872"/>
                    <a:pt x="1467" y="881"/>
                    <a:pt x="1473" y="889"/>
                  </a:cubicBezTo>
                  <a:cubicBezTo>
                    <a:pt x="1476" y="895"/>
                    <a:pt x="1480" y="901"/>
                    <a:pt x="1483" y="907"/>
                  </a:cubicBezTo>
                  <a:cubicBezTo>
                    <a:pt x="1485" y="910"/>
                    <a:pt x="1487" y="912"/>
                    <a:pt x="1488" y="915"/>
                  </a:cubicBezTo>
                  <a:cubicBezTo>
                    <a:pt x="1491" y="921"/>
                    <a:pt x="1494" y="927"/>
                    <a:pt x="1497" y="934"/>
                  </a:cubicBezTo>
                  <a:cubicBezTo>
                    <a:pt x="1502" y="943"/>
                    <a:pt x="1506" y="952"/>
                    <a:pt x="1510" y="961"/>
                  </a:cubicBezTo>
                  <a:cubicBezTo>
                    <a:pt x="1512" y="968"/>
                    <a:pt x="1515" y="974"/>
                    <a:pt x="1517" y="980"/>
                  </a:cubicBezTo>
                  <a:cubicBezTo>
                    <a:pt x="1522" y="996"/>
                    <a:pt x="1527" y="1013"/>
                    <a:pt x="1530" y="1029"/>
                  </a:cubicBezTo>
                  <a:cubicBezTo>
                    <a:pt x="1532" y="1036"/>
                    <a:pt x="1533" y="1043"/>
                    <a:pt x="1534" y="1049"/>
                  </a:cubicBezTo>
                  <a:cubicBezTo>
                    <a:pt x="1535" y="1056"/>
                    <a:pt x="1536" y="1063"/>
                    <a:pt x="1537" y="1070"/>
                  </a:cubicBezTo>
                  <a:cubicBezTo>
                    <a:pt x="1538" y="1080"/>
                    <a:pt x="1539" y="1090"/>
                    <a:pt x="1540" y="1100"/>
                  </a:cubicBezTo>
                  <a:cubicBezTo>
                    <a:pt x="1542" y="1162"/>
                    <a:pt x="1531" y="1225"/>
                    <a:pt x="1506" y="1285"/>
                  </a:cubicBezTo>
                  <a:cubicBezTo>
                    <a:pt x="1491" y="1319"/>
                    <a:pt x="1473" y="1350"/>
                    <a:pt x="1452" y="1377"/>
                  </a:cubicBezTo>
                  <a:cubicBezTo>
                    <a:pt x="1447" y="1383"/>
                    <a:pt x="1443" y="1388"/>
                    <a:pt x="1438" y="1394"/>
                  </a:cubicBezTo>
                  <a:cubicBezTo>
                    <a:pt x="1432" y="1401"/>
                    <a:pt x="1425" y="1409"/>
                    <a:pt x="1417" y="1416"/>
                  </a:cubicBezTo>
                  <a:cubicBezTo>
                    <a:pt x="1412" y="1421"/>
                    <a:pt x="1407" y="1426"/>
                    <a:pt x="1402" y="1431"/>
                  </a:cubicBezTo>
                  <a:cubicBezTo>
                    <a:pt x="1399" y="1434"/>
                    <a:pt x="1396" y="1437"/>
                    <a:pt x="1392" y="1440"/>
                  </a:cubicBezTo>
                  <a:cubicBezTo>
                    <a:pt x="1385" y="1446"/>
                    <a:pt x="1378" y="1451"/>
                    <a:pt x="1371" y="1457"/>
                  </a:cubicBezTo>
                  <a:cubicBezTo>
                    <a:pt x="1365" y="1461"/>
                    <a:pt x="1360" y="1465"/>
                    <a:pt x="1354" y="1469"/>
                  </a:cubicBezTo>
                  <a:cubicBezTo>
                    <a:pt x="1350" y="1472"/>
                    <a:pt x="1345" y="1475"/>
                    <a:pt x="1341" y="1478"/>
                  </a:cubicBezTo>
                  <a:cubicBezTo>
                    <a:pt x="1337" y="1480"/>
                    <a:pt x="1332" y="1483"/>
                    <a:pt x="1328" y="1485"/>
                  </a:cubicBezTo>
                  <a:cubicBezTo>
                    <a:pt x="1325" y="1487"/>
                    <a:pt x="1322" y="1488"/>
                    <a:pt x="1319" y="1490"/>
                  </a:cubicBezTo>
                  <a:cubicBezTo>
                    <a:pt x="1313" y="1493"/>
                    <a:pt x="1307" y="1496"/>
                    <a:pt x="1301" y="1499"/>
                  </a:cubicBezTo>
                  <a:cubicBezTo>
                    <a:pt x="1298" y="1501"/>
                    <a:pt x="1295" y="1502"/>
                    <a:pt x="1292" y="1504"/>
                  </a:cubicBezTo>
                  <a:cubicBezTo>
                    <a:pt x="1286" y="1506"/>
                    <a:pt x="1280" y="1509"/>
                    <a:pt x="1273" y="1511"/>
                  </a:cubicBezTo>
                  <a:cubicBezTo>
                    <a:pt x="1270" y="1513"/>
                    <a:pt x="1267" y="1514"/>
                    <a:pt x="1264" y="1515"/>
                  </a:cubicBezTo>
                  <a:cubicBezTo>
                    <a:pt x="1251" y="1520"/>
                    <a:pt x="1238" y="1524"/>
                    <a:pt x="1225" y="1527"/>
                  </a:cubicBezTo>
                  <a:cubicBezTo>
                    <a:pt x="1222" y="1528"/>
                    <a:pt x="1219" y="1529"/>
                    <a:pt x="1215" y="1530"/>
                  </a:cubicBezTo>
                  <a:cubicBezTo>
                    <a:pt x="1209" y="1532"/>
                    <a:pt x="1202" y="1533"/>
                    <a:pt x="1196" y="1534"/>
                  </a:cubicBezTo>
                  <a:cubicBezTo>
                    <a:pt x="1189" y="1536"/>
                    <a:pt x="1182" y="1537"/>
                    <a:pt x="1175" y="1538"/>
                  </a:cubicBezTo>
                  <a:cubicBezTo>
                    <a:pt x="1172" y="1538"/>
                    <a:pt x="1169" y="1539"/>
                    <a:pt x="1165" y="1539"/>
                  </a:cubicBezTo>
                  <a:cubicBezTo>
                    <a:pt x="1158" y="1540"/>
                    <a:pt x="1152" y="1540"/>
                    <a:pt x="1145" y="1541"/>
                  </a:cubicBezTo>
                  <a:cubicBezTo>
                    <a:pt x="1080" y="1545"/>
                    <a:pt x="1013" y="1535"/>
                    <a:pt x="950" y="1507"/>
                  </a:cubicBezTo>
                  <a:cubicBezTo>
                    <a:pt x="898" y="1485"/>
                    <a:pt x="853" y="1454"/>
                    <a:pt x="816" y="1417"/>
                  </a:cubicBezTo>
                  <a:cubicBezTo>
                    <a:pt x="813" y="1413"/>
                    <a:pt x="810" y="1410"/>
                    <a:pt x="806" y="140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1" name="ísḻïdê"/>
            <p:cNvSpPr/>
            <p:nvPr/>
          </p:nvSpPr>
          <p:spPr bwMode="auto">
            <a:xfrm>
              <a:off x="3458039" y="4679005"/>
              <a:ext cx="5258396" cy="1295420"/>
            </a:xfrm>
            <a:custGeom>
              <a:avLst/>
              <a:gdLst>
                <a:gd name="T0" fmla="*/ 10144 w 10388"/>
                <a:gd name="T1" fmla="*/ 2561 h 2561"/>
                <a:gd name="T2" fmla="*/ 238 w 10388"/>
                <a:gd name="T3" fmla="*/ 2561 h 2561"/>
                <a:gd name="T4" fmla="*/ 0 w 10388"/>
                <a:gd name="T5" fmla="*/ 2344 h 2561"/>
                <a:gd name="T6" fmla="*/ 0 w 10388"/>
                <a:gd name="T7" fmla="*/ 2195 h 2561"/>
                <a:gd name="T8" fmla="*/ 1085 w 10388"/>
                <a:gd name="T9" fmla="*/ 192 h 2561"/>
                <a:gd name="T10" fmla="*/ 1394 w 10388"/>
                <a:gd name="T11" fmla="*/ 0 h 2561"/>
                <a:gd name="T12" fmla="*/ 8974 w 10388"/>
                <a:gd name="T13" fmla="*/ 0 h 2561"/>
                <a:gd name="T14" fmla="*/ 9491 w 10388"/>
                <a:gd name="T15" fmla="*/ 405 h 2561"/>
                <a:gd name="T16" fmla="*/ 10386 w 10388"/>
                <a:gd name="T17" fmla="*/ 2229 h 2561"/>
                <a:gd name="T18" fmla="*/ 10386 w 10388"/>
                <a:gd name="T19" fmla="*/ 2294 h 2561"/>
                <a:gd name="T20" fmla="*/ 10144 w 10388"/>
                <a:gd name="T21" fmla="*/ 2561 h 2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8" h="2561">
                  <a:moveTo>
                    <a:pt x="10144" y="2561"/>
                  </a:moveTo>
                  <a:cubicBezTo>
                    <a:pt x="238" y="2561"/>
                    <a:pt x="238" y="2561"/>
                    <a:pt x="238" y="2561"/>
                  </a:cubicBezTo>
                  <a:cubicBezTo>
                    <a:pt x="128" y="2561"/>
                    <a:pt x="12" y="2505"/>
                    <a:pt x="0" y="2344"/>
                  </a:cubicBezTo>
                  <a:cubicBezTo>
                    <a:pt x="0" y="2195"/>
                    <a:pt x="0" y="2195"/>
                    <a:pt x="0" y="2195"/>
                  </a:cubicBezTo>
                  <a:cubicBezTo>
                    <a:pt x="1085" y="192"/>
                    <a:pt x="1085" y="192"/>
                    <a:pt x="1085" y="192"/>
                  </a:cubicBezTo>
                  <a:cubicBezTo>
                    <a:pt x="1143" y="74"/>
                    <a:pt x="1263" y="0"/>
                    <a:pt x="1394" y="0"/>
                  </a:cubicBezTo>
                  <a:cubicBezTo>
                    <a:pt x="8974" y="0"/>
                    <a:pt x="8974" y="0"/>
                    <a:pt x="8974" y="0"/>
                  </a:cubicBezTo>
                  <a:cubicBezTo>
                    <a:pt x="9116" y="0"/>
                    <a:pt x="9428" y="279"/>
                    <a:pt x="9491" y="405"/>
                  </a:cubicBezTo>
                  <a:cubicBezTo>
                    <a:pt x="10386" y="2229"/>
                    <a:pt x="10386" y="2229"/>
                    <a:pt x="10386" y="2229"/>
                  </a:cubicBezTo>
                  <a:cubicBezTo>
                    <a:pt x="10386" y="2294"/>
                    <a:pt x="10386" y="2294"/>
                    <a:pt x="10386" y="2294"/>
                  </a:cubicBezTo>
                  <a:cubicBezTo>
                    <a:pt x="10388" y="2484"/>
                    <a:pt x="10265" y="2561"/>
                    <a:pt x="10144" y="2561"/>
                  </a:cubicBezTo>
                  <a:close/>
                </a:path>
              </a:pathLst>
            </a:custGeom>
            <a:solidFill>
              <a:srgbClr val="3D4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2" name="îS1iḑè"/>
            <p:cNvSpPr/>
            <p:nvPr/>
          </p:nvSpPr>
          <p:spPr bwMode="auto">
            <a:xfrm>
              <a:off x="3431736" y="4572697"/>
              <a:ext cx="5312099" cy="1295420"/>
            </a:xfrm>
            <a:custGeom>
              <a:avLst/>
              <a:gdLst>
                <a:gd name="T0" fmla="*/ 10197 w 10494"/>
                <a:gd name="T1" fmla="*/ 2561 h 2561"/>
                <a:gd name="T2" fmla="*/ 291 w 10494"/>
                <a:gd name="T3" fmla="*/ 2561 h 2561"/>
                <a:gd name="T4" fmla="*/ 68 w 10494"/>
                <a:gd name="T5" fmla="*/ 2346 h 2561"/>
                <a:gd name="T6" fmla="*/ 1138 w 10494"/>
                <a:gd name="T7" fmla="*/ 192 h 2561"/>
                <a:gd name="T8" fmla="*/ 1447 w 10494"/>
                <a:gd name="T9" fmla="*/ 0 h 2561"/>
                <a:gd name="T10" fmla="*/ 9027 w 10494"/>
                <a:gd name="T11" fmla="*/ 0 h 2561"/>
                <a:gd name="T12" fmla="*/ 9361 w 10494"/>
                <a:gd name="T13" fmla="*/ 207 h 2561"/>
                <a:gd name="T14" fmla="*/ 10420 w 10494"/>
                <a:gd name="T15" fmla="*/ 2325 h 2561"/>
                <a:gd name="T16" fmla="*/ 10197 w 10494"/>
                <a:gd name="T17" fmla="*/ 2561 h 2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94" h="2561">
                  <a:moveTo>
                    <a:pt x="10197" y="2561"/>
                  </a:moveTo>
                  <a:cubicBezTo>
                    <a:pt x="291" y="2561"/>
                    <a:pt x="291" y="2561"/>
                    <a:pt x="291" y="2561"/>
                  </a:cubicBezTo>
                  <a:cubicBezTo>
                    <a:pt x="181" y="2561"/>
                    <a:pt x="0" y="2464"/>
                    <a:pt x="68" y="2346"/>
                  </a:cubicBezTo>
                  <a:cubicBezTo>
                    <a:pt x="1138" y="192"/>
                    <a:pt x="1138" y="192"/>
                    <a:pt x="1138" y="192"/>
                  </a:cubicBezTo>
                  <a:cubicBezTo>
                    <a:pt x="1196" y="74"/>
                    <a:pt x="1316" y="0"/>
                    <a:pt x="1447" y="0"/>
                  </a:cubicBezTo>
                  <a:cubicBezTo>
                    <a:pt x="9027" y="0"/>
                    <a:pt x="9027" y="0"/>
                    <a:pt x="9027" y="0"/>
                  </a:cubicBezTo>
                  <a:cubicBezTo>
                    <a:pt x="9169" y="0"/>
                    <a:pt x="9298" y="80"/>
                    <a:pt x="9361" y="207"/>
                  </a:cubicBezTo>
                  <a:cubicBezTo>
                    <a:pt x="10420" y="2325"/>
                    <a:pt x="10420" y="2325"/>
                    <a:pt x="10420" y="2325"/>
                  </a:cubicBezTo>
                  <a:cubicBezTo>
                    <a:pt x="10494" y="2460"/>
                    <a:pt x="10318" y="2561"/>
                    <a:pt x="10197" y="2561"/>
                  </a:cubicBezTo>
                  <a:close/>
                </a:path>
              </a:pathLst>
            </a:custGeom>
            <a:solidFill>
              <a:srgbClr val="B7C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3" name="i$ḻiḋe"/>
            <p:cNvSpPr/>
            <p:nvPr/>
          </p:nvSpPr>
          <p:spPr bwMode="auto">
            <a:xfrm>
              <a:off x="4007113" y="1874455"/>
              <a:ext cx="4106548" cy="2591934"/>
            </a:xfrm>
            <a:prstGeom prst="rect">
              <a:avLst/>
            </a:prstGeom>
            <a:solidFill>
              <a:srgbClr val="3D4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4" name="îşḻîdê"/>
            <p:cNvSpPr/>
            <p:nvPr/>
          </p:nvSpPr>
          <p:spPr bwMode="auto">
            <a:xfrm>
              <a:off x="4164931" y="2015833"/>
              <a:ext cx="3789817" cy="2245613"/>
            </a:xfrm>
            <a:prstGeom prst="rect">
              <a:avLst/>
            </a:prstGeom>
            <a:solidFill>
              <a:srgbClr val="3E96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5" name="ïşḻíďé"/>
            <p:cNvSpPr/>
            <p:nvPr/>
          </p:nvSpPr>
          <p:spPr bwMode="auto">
            <a:xfrm>
              <a:off x="5306916" y="5365073"/>
              <a:ext cx="1537627" cy="455916"/>
            </a:xfrm>
            <a:custGeom>
              <a:avLst/>
              <a:gdLst>
                <a:gd name="T0" fmla="*/ 2976 w 3037"/>
                <a:gd name="T1" fmla="*/ 902 h 902"/>
                <a:gd name="T2" fmla="*/ 57 w 3037"/>
                <a:gd name="T3" fmla="*/ 902 h 902"/>
                <a:gd name="T4" fmla="*/ 5 w 3037"/>
                <a:gd name="T5" fmla="*/ 841 h 902"/>
                <a:gd name="T6" fmla="*/ 128 w 3037"/>
                <a:gd name="T7" fmla="*/ 72 h 902"/>
                <a:gd name="T8" fmla="*/ 213 w 3037"/>
                <a:gd name="T9" fmla="*/ 0 h 902"/>
                <a:gd name="T10" fmla="*/ 2845 w 3037"/>
                <a:gd name="T11" fmla="*/ 0 h 902"/>
                <a:gd name="T12" fmla="*/ 2920 w 3037"/>
                <a:gd name="T13" fmla="*/ 64 h 902"/>
                <a:gd name="T14" fmla="*/ 3033 w 3037"/>
                <a:gd name="T15" fmla="*/ 837 h 902"/>
                <a:gd name="T16" fmla="*/ 2976 w 3037"/>
                <a:gd name="T17" fmla="*/ 902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37" h="902">
                  <a:moveTo>
                    <a:pt x="2976" y="902"/>
                  </a:moveTo>
                  <a:cubicBezTo>
                    <a:pt x="57" y="902"/>
                    <a:pt x="57" y="902"/>
                    <a:pt x="57" y="902"/>
                  </a:cubicBezTo>
                  <a:cubicBezTo>
                    <a:pt x="25" y="902"/>
                    <a:pt x="0" y="873"/>
                    <a:pt x="5" y="841"/>
                  </a:cubicBezTo>
                  <a:cubicBezTo>
                    <a:pt x="128" y="72"/>
                    <a:pt x="128" y="72"/>
                    <a:pt x="128" y="72"/>
                  </a:cubicBezTo>
                  <a:cubicBezTo>
                    <a:pt x="135" y="30"/>
                    <a:pt x="171" y="0"/>
                    <a:pt x="213" y="0"/>
                  </a:cubicBezTo>
                  <a:cubicBezTo>
                    <a:pt x="2845" y="0"/>
                    <a:pt x="2845" y="0"/>
                    <a:pt x="2845" y="0"/>
                  </a:cubicBezTo>
                  <a:cubicBezTo>
                    <a:pt x="2883" y="0"/>
                    <a:pt x="2914" y="27"/>
                    <a:pt x="2920" y="64"/>
                  </a:cubicBezTo>
                  <a:cubicBezTo>
                    <a:pt x="3033" y="837"/>
                    <a:pt x="3033" y="837"/>
                    <a:pt x="3033" y="837"/>
                  </a:cubicBezTo>
                  <a:cubicBezTo>
                    <a:pt x="3037" y="872"/>
                    <a:pt x="3010" y="902"/>
                    <a:pt x="2976" y="902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6" name="išḷíďè"/>
            <p:cNvSpPr/>
            <p:nvPr/>
          </p:nvSpPr>
          <p:spPr bwMode="auto">
            <a:xfrm>
              <a:off x="4189042" y="4753529"/>
              <a:ext cx="255358" cy="52607"/>
            </a:xfrm>
            <a:custGeom>
              <a:avLst/>
              <a:gdLst>
                <a:gd name="T0" fmla="*/ 392 w 505"/>
                <a:gd name="T1" fmla="*/ 105 h 105"/>
                <a:gd name="T2" fmla="*/ 75 w 505"/>
                <a:gd name="T3" fmla="*/ 105 h 105"/>
                <a:gd name="T4" fmla="*/ 7 w 505"/>
                <a:gd name="T5" fmla="*/ 76 h 105"/>
                <a:gd name="T6" fmla="*/ 26 w 505"/>
                <a:gd name="T7" fmla="*/ 28 h 105"/>
                <a:gd name="T8" fmla="*/ 117 w 505"/>
                <a:gd name="T9" fmla="*/ 0 h 105"/>
                <a:gd name="T10" fmla="*/ 430 w 505"/>
                <a:gd name="T11" fmla="*/ 0 h 105"/>
                <a:gd name="T12" fmla="*/ 499 w 505"/>
                <a:gd name="T13" fmla="*/ 28 h 105"/>
                <a:gd name="T14" fmla="*/ 482 w 505"/>
                <a:gd name="T15" fmla="*/ 76 h 105"/>
                <a:gd name="T16" fmla="*/ 392 w 505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5" h="105">
                  <a:moveTo>
                    <a:pt x="392" y="105"/>
                  </a:moveTo>
                  <a:cubicBezTo>
                    <a:pt x="75" y="105"/>
                    <a:pt x="75" y="105"/>
                    <a:pt x="75" y="105"/>
                  </a:cubicBezTo>
                  <a:cubicBezTo>
                    <a:pt x="31" y="105"/>
                    <a:pt x="0" y="92"/>
                    <a:pt x="7" y="76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33" y="12"/>
                    <a:pt x="73" y="0"/>
                    <a:pt x="117" y="0"/>
                  </a:cubicBezTo>
                  <a:cubicBezTo>
                    <a:pt x="430" y="0"/>
                    <a:pt x="430" y="0"/>
                    <a:pt x="430" y="0"/>
                  </a:cubicBezTo>
                  <a:cubicBezTo>
                    <a:pt x="474" y="0"/>
                    <a:pt x="505" y="12"/>
                    <a:pt x="499" y="28"/>
                  </a:cubicBezTo>
                  <a:cubicBezTo>
                    <a:pt x="482" y="76"/>
                    <a:pt x="482" y="76"/>
                    <a:pt x="482" y="76"/>
                  </a:cubicBezTo>
                  <a:cubicBezTo>
                    <a:pt x="476" y="92"/>
                    <a:pt x="436" y="105"/>
                    <a:pt x="392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7" name="ïś1îḓe"/>
            <p:cNvSpPr/>
            <p:nvPr/>
          </p:nvSpPr>
          <p:spPr bwMode="auto">
            <a:xfrm>
              <a:off x="4458647" y="4753529"/>
              <a:ext cx="253166" cy="52607"/>
            </a:xfrm>
            <a:custGeom>
              <a:avLst/>
              <a:gdLst>
                <a:gd name="T0" fmla="*/ 392 w 499"/>
                <a:gd name="T1" fmla="*/ 105 h 105"/>
                <a:gd name="T2" fmla="*/ 75 w 499"/>
                <a:gd name="T3" fmla="*/ 105 h 105"/>
                <a:gd name="T4" fmla="*/ 5 w 499"/>
                <a:gd name="T5" fmla="*/ 76 h 105"/>
                <a:gd name="T6" fmla="*/ 22 w 499"/>
                <a:gd name="T7" fmla="*/ 28 h 105"/>
                <a:gd name="T8" fmla="*/ 111 w 499"/>
                <a:gd name="T9" fmla="*/ 0 h 105"/>
                <a:gd name="T10" fmla="*/ 424 w 499"/>
                <a:gd name="T11" fmla="*/ 0 h 105"/>
                <a:gd name="T12" fmla="*/ 495 w 499"/>
                <a:gd name="T13" fmla="*/ 28 h 105"/>
                <a:gd name="T14" fmla="*/ 481 w 499"/>
                <a:gd name="T15" fmla="*/ 76 h 105"/>
                <a:gd name="T16" fmla="*/ 392 w 499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105">
                  <a:moveTo>
                    <a:pt x="392" y="105"/>
                  </a:moveTo>
                  <a:cubicBezTo>
                    <a:pt x="75" y="105"/>
                    <a:pt x="75" y="105"/>
                    <a:pt x="75" y="105"/>
                  </a:cubicBezTo>
                  <a:cubicBezTo>
                    <a:pt x="31" y="105"/>
                    <a:pt x="0" y="92"/>
                    <a:pt x="5" y="76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7" y="12"/>
                    <a:pt x="67" y="0"/>
                    <a:pt x="111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68" y="0"/>
                    <a:pt x="499" y="12"/>
                    <a:pt x="495" y="28"/>
                  </a:cubicBezTo>
                  <a:cubicBezTo>
                    <a:pt x="481" y="76"/>
                    <a:pt x="481" y="76"/>
                    <a:pt x="481" y="76"/>
                  </a:cubicBezTo>
                  <a:cubicBezTo>
                    <a:pt x="476" y="92"/>
                    <a:pt x="436" y="105"/>
                    <a:pt x="392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8" name="iş1ïdé"/>
            <p:cNvSpPr/>
            <p:nvPr/>
          </p:nvSpPr>
          <p:spPr bwMode="auto">
            <a:xfrm>
              <a:off x="4729348" y="4753529"/>
              <a:ext cx="249879" cy="52607"/>
            </a:xfrm>
            <a:custGeom>
              <a:avLst/>
              <a:gdLst>
                <a:gd name="T0" fmla="*/ 393 w 495"/>
                <a:gd name="T1" fmla="*/ 105 h 105"/>
                <a:gd name="T2" fmla="*/ 76 w 495"/>
                <a:gd name="T3" fmla="*/ 105 h 105"/>
                <a:gd name="T4" fmla="*/ 5 w 495"/>
                <a:gd name="T5" fmla="*/ 76 h 105"/>
                <a:gd name="T6" fmla="*/ 19 w 495"/>
                <a:gd name="T7" fmla="*/ 28 h 105"/>
                <a:gd name="T8" fmla="*/ 106 w 495"/>
                <a:gd name="T9" fmla="*/ 0 h 105"/>
                <a:gd name="T10" fmla="*/ 419 w 495"/>
                <a:gd name="T11" fmla="*/ 0 h 105"/>
                <a:gd name="T12" fmla="*/ 491 w 495"/>
                <a:gd name="T13" fmla="*/ 28 h 105"/>
                <a:gd name="T14" fmla="*/ 480 w 495"/>
                <a:gd name="T15" fmla="*/ 76 h 105"/>
                <a:gd name="T16" fmla="*/ 393 w 495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05">
                  <a:moveTo>
                    <a:pt x="393" y="105"/>
                  </a:moveTo>
                  <a:cubicBezTo>
                    <a:pt x="76" y="105"/>
                    <a:pt x="76" y="105"/>
                    <a:pt x="76" y="105"/>
                  </a:cubicBezTo>
                  <a:cubicBezTo>
                    <a:pt x="32" y="105"/>
                    <a:pt x="0" y="92"/>
                    <a:pt x="5" y="76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3" y="12"/>
                    <a:pt x="62" y="0"/>
                    <a:pt x="106" y="0"/>
                  </a:cubicBezTo>
                  <a:cubicBezTo>
                    <a:pt x="419" y="0"/>
                    <a:pt x="419" y="0"/>
                    <a:pt x="419" y="0"/>
                  </a:cubicBezTo>
                  <a:cubicBezTo>
                    <a:pt x="463" y="0"/>
                    <a:pt x="495" y="12"/>
                    <a:pt x="491" y="28"/>
                  </a:cubicBezTo>
                  <a:cubicBezTo>
                    <a:pt x="480" y="76"/>
                    <a:pt x="480" y="76"/>
                    <a:pt x="480" y="76"/>
                  </a:cubicBezTo>
                  <a:cubicBezTo>
                    <a:pt x="476" y="92"/>
                    <a:pt x="437" y="105"/>
                    <a:pt x="393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09" name="ïSļiḍé"/>
            <p:cNvSpPr/>
            <p:nvPr/>
          </p:nvSpPr>
          <p:spPr bwMode="auto">
            <a:xfrm>
              <a:off x="4998953" y="4753529"/>
              <a:ext cx="248781" cy="52607"/>
            </a:xfrm>
            <a:custGeom>
              <a:avLst/>
              <a:gdLst>
                <a:gd name="T0" fmla="*/ 393 w 490"/>
                <a:gd name="T1" fmla="*/ 105 h 105"/>
                <a:gd name="T2" fmla="*/ 76 w 490"/>
                <a:gd name="T3" fmla="*/ 105 h 105"/>
                <a:gd name="T4" fmla="*/ 3 w 490"/>
                <a:gd name="T5" fmla="*/ 76 h 105"/>
                <a:gd name="T6" fmla="*/ 14 w 490"/>
                <a:gd name="T7" fmla="*/ 28 h 105"/>
                <a:gd name="T8" fmla="*/ 100 w 490"/>
                <a:gd name="T9" fmla="*/ 0 h 105"/>
                <a:gd name="T10" fmla="*/ 413 w 490"/>
                <a:gd name="T11" fmla="*/ 0 h 105"/>
                <a:gd name="T12" fmla="*/ 487 w 490"/>
                <a:gd name="T13" fmla="*/ 28 h 105"/>
                <a:gd name="T14" fmla="*/ 478 w 490"/>
                <a:gd name="T15" fmla="*/ 76 h 105"/>
                <a:gd name="T16" fmla="*/ 393 w 490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0" h="105">
                  <a:moveTo>
                    <a:pt x="393" y="105"/>
                  </a:moveTo>
                  <a:cubicBezTo>
                    <a:pt x="76" y="105"/>
                    <a:pt x="76" y="105"/>
                    <a:pt x="76" y="105"/>
                  </a:cubicBezTo>
                  <a:cubicBezTo>
                    <a:pt x="32" y="105"/>
                    <a:pt x="0" y="92"/>
                    <a:pt x="3" y="76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8" y="12"/>
                    <a:pt x="56" y="0"/>
                    <a:pt x="100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56" y="0"/>
                    <a:pt x="490" y="12"/>
                    <a:pt x="487" y="28"/>
                  </a:cubicBezTo>
                  <a:cubicBezTo>
                    <a:pt x="478" y="76"/>
                    <a:pt x="478" y="76"/>
                    <a:pt x="478" y="76"/>
                  </a:cubicBezTo>
                  <a:cubicBezTo>
                    <a:pt x="475" y="92"/>
                    <a:pt x="437" y="105"/>
                    <a:pt x="393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0" name="îṧḻíḍe"/>
            <p:cNvSpPr/>
            <p:nvPr/>
          </p:nvSpPr>
          <p:spPr bwMode="auto">
            <a:xfrm>
              <a:off x="5268558" y="4753529"/>
              <a:ext cx="245494" cy="52607"/>
            </a:xfrm>
            <a:custGeom>
              <a:avLst/>
              <a:gdLst>
                <a:gd name="T0" fmla="*/ 394 w 485"/>
                <a:gd name="T1" fmla="*/ 105 h 105"/>
                <a:gd name="T2" fmla="*/ 78 w 485"/>
                <a:gd name="T3" fmla="*/ 105 h 105"/>
                <a:gd name="T4" fmla="*/ 3 w 485"/>
                <a:gd name="T5" fmla="*/ 76 h 105"/>
                <a:gd name="T6" fmla="*/ 11 w 485"/>
                <a:gd name="T7" fmla="*/ 28 h 105"/>
                <a:gd name="T8" fmla="*/ 95 w 485"/>
                <a:gd name="T9" fmla="*/ 0 h 105"/>
                <a:gd name="T10" fmla="*/ 408 w 485"/>
                <a:gd name="T11" fmla="*/ 0 h 105"/>
                <a:gd name="T12" fmla="*/ 483 w 485"/>
                <a:gd name="T13" fmla="*/ 28 h 105"/>
                <a:gd name="T14" fmla="*/ 478 w 485"/>
                <a:gd name="T15" fmla="*/ 76 h 105"/>
                <a:gd name="T16" fmla="*/ 394 w 485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105">
                  <a:moveTo>
                    <a:pt x="394" y="105"/>
                  </a:moveTo>
                  <a:cubicBezTo>
                    <a:pt x="78" y="105"/>
                    <a:pt x="78" y="105"/>
                    <a:pt x="78" y="105"/>
                  </a:cubicBezTo>
                  <a:cubicBezTo>
                    <a:pt x="33" y="105"/>
                    <a:pt x="0" y="92"/>
                    <a:pt x="3" y="76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3" y="12"/>
                    <a:pt x="51" y="0"/>
                    <a:pt x="95" y="0"/>
                  </a:cubicBezTo>
                  <a:cubicBezTo>
                    <a:pt x="408" y="0"/>
                    <a:pt x="408" y="0"/>
                    <a:pt x="408" y="0"/>
                  </a:cubicBezTo>
                  <a:cubicBezTo>
                    <a:pt x="451" y="0"/>
                    <a:pt x="485" y="12"/>
                    <a:pt x="483" y="28"/>
                  </a:cubicBezTo>
                  <a:cubicBezTo>
                    <a:pt x="478" y="76"/>
                    <a:pt x="478" y="76"/>
                    <a:pt x="478" y="76"/>
                  </a:cubicBezTo>
                  <a:cubicBezTo>
                    <a:pt x="476" y="92"/>
                    <a:pt x="438" y="105"/>
                    <a:pt x="394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1" name="îsļiḋe"/>
            <p:cNvSpPr/>
            <p:nvPr/>
          </p:nvSpPr>
          <p:spPr bwMode="auto">
            <a:xfrm>
              <a:off x="5539259" y="4753529"/>
              <a:ext cx="243303" cy="52607"/>
            </a:xfrm>
            <a:custGeom>
              <a:avLst/>
              <a:gdLst>
                <a:gd name="T0" fmla="*/ 395 w 481"/>
                <a:gd name="T1" fmla="*/ 105 h 105"/>
                <a:gd name="T2" fmla="*/ 79 w 481"/>
                <a:gd name="T3" fmla="*/ 105 h 105"/>
                <a:gd name="T4" fmla="*/ 2 w 481"/>
                <a:gd name="T5" fmla="*/ 76 h 105"/>
                <a:gd name="T6" fmla="*/ 7 w 481"/>
                <a:gd name="T7" fmla="*/ 28 h 105"/>
                <a:gd name="T8" fmla="*/ 90 w 481"/>
                <a:gd name="T9" fmla="*/ 0 h 105"/>
                <a:gd name="T10" fmla="*/ 403 w 481"/>
                <a:gd name="T11" fmla="*/ 0 h 105"/>
                <a:gd name="T12" fmla="*/ 480 w 481"/>
                <a:gd name="T13" fmla="*/ 28 h 105"/>
                <a:gd name="T14" fmla="*/ 477 w 481"/>
                <a:gd name="T15" fmla="*/ 76 h 105"/>
                <a:gd name="T16" fmla="*/ 395 w 481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1" h="105">
                  <a:moveTo>
                    <a:pt x="395" y="105"/>
                  </a:moveTo>
                  <a:cubicBezTo>
                    <a:pt x="79" y="105"/>
                    <a:pt x="79" y="105"/>
                    <a:pt x="79" y="105"/>
                  </a:cubicBezTo>
                  <a:cubicBezTo>
                    <a:pt x="35" y="105"/>
                    <a:pt x="0" y="92"/>
                    <a:pt x="2" y="7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12"/>
                    <a:pt x="46" y="0"/>
                    <a:pt x="90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46" y="0"/>
                    <a:pt x="481" y="12"/>
                    <a:pt x="480" y="28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2"/>
                    <a:pt x="440" y="105"/>
                    <a:pt x="395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2" name="ïşľiďé"/>
            <p:cNvSpPr/>
            <p:nvPr/>
          </p:nvSpPr>
          <p:spPr bwMode="auto">
            <a:xfrm>
              <a:off x="5808866" y="4753529"/>
              <a:ext cx="241111" cy="52607"/>
            </a:xfrm>
            <a:custGeom>
              <a:avLst/>
              <a:gdLst>
                <a:gd name="T0" fmla="*/ 396 w 476"/>
                <a:gd name="T1" fmla="*/ 105 h 105"/>
                <a:gd name="T2" fmla="*/ 79 w 476"/>
                <a:gd name="T3" fmla="*/ 105 h 105"/>
                <a:gd name="T4" fmla="*/ 0 w 476"/>
                <a:gd name="T5" fmla="*/ 76 h 105"/>
                <a:gd name="T6" fmla="*/ 3 w 476"/>
                <a:gd name="T7" fmla="*/ 28 h 105"/>
                <a:gd name="T8" fmla="*/ 84 w 476"/>
                <a:gd name="T9" fmla="*/ 0 h 105"/>
                <a:gd name="T10" fmla="*/ 397 w 476"/>
                <a:gd name="T11" fmla="*/ 0 h 105"/>
                <a:gd name="T12" fmla="*/ 476 w 476"/>
                <a:gd name="T13" fmla="*/ 28 h 105"/>
                <a:gd name="T14" fmla="*/ 476 w 476"/>
                <a:gd name="T15" fmla="*/ 76 h 105"/>
                <a:gd name="T16" fmla="*/ 396 w 476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6" h="105">
                  <a:moveTo>
                    <a:pt x="396" y="105"/>
                  </a:moveTo>
                  <a:cubicBezTo>
                    <a:pt x="79" y="105"/>
                    <a:pt x="79" y="105"/>
                    <a:pt x="79" y="105"/>
                  </a:cubicBezTo>
                  <a:cubicBezTo>
                    <a:pt x="35" y="105"/>
                    <a:pt x="0" y="92"/>
                    <a:pt x="0" y="7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4" y="12"/>
                    <a:pt x="40" y="0"/>
                    <a:pt x="84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440" y="0"/>
                    <a:pt x="476" y="12"/>
                    <a:pt x="476" y="28"/>
                  </a:cubicBezTo>
                  <a:cubicBezTo>
                    <a:pt x="476" y="76"/>
                    <a:pt x="476" y="76"/>
                    <a:pt x="476" y="76"/>
                  </a:cubicBezTo>
                  <a:cubicBezTo>
                    <a:pt x="476" y="92"/>
                    <a:pt x="440" y="105"/>
                    <a:pt x="396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3" name="ïṧļïďê"/>
            <p:cNvSpPr/>
            <p:nvPr/>
          </p:nvSpPr>
          <p:spPr bwMode="auto">
            <a:xfrm>
              <a:off x="6078471" y="4753529"/>
              <a:ext cx="241111" cy="52607"/>
            </a:xfrm>
            <a:custGeom>
              <a:avLst/>
              <a:gdLst>
                <a:gd name="T0" fmla="*/ 397 w 476"/>
                <a:gd name="T1" fmla="*/ 105 h 105"/>
                <a:gd name="T2" fmla="*/ 80 w 476"/>
                <a:gd name="T3" fmla="*/ 105 h 105"/>
                <a:gd name="T4" fmla="*/ 0 w 476"/>
                <a:gd name="T5" fmla="*/ 76 h 105"/>
                <a:gd name="T6" fmla="*/ 0 w 476"/>
                <a:gd name="T7" fmla="*/ 28 h 105"/>
                <a:gd name="T8" fmla="*/ 79 w 476"/>
                <a:gd name="T9" fmla="*/ 0 h 105"/>
                <a:gd name="T10" fmla="*/ 392 w 476"/>
                <a:gd name="T11" fmla="*/ 0 h 105"/>
                <a:gd name="T12" fmla="*/ 472 w 476"/>
                <a:gd name="T13" fmla="*/ 28 h 105"/>
                <a:gd name="T14" fmla="*/ 475 w 476"/>
                <a:gd name="T15" fmla="*/ 76 h 105"/>
                <a:gd name="T16" fmla="*/ 397 w 476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6" h="105">
                  <a:moveTo>
                    <a:pt x="397" y="105"/>
                  </a:moveTo>
                  <a:cubicBezTo>
                    <a:pt x="80" y="105"/>
                    <a:pt x="80" y="105"/>
                    <a:pt x="80" y="105"/>
                  </a:cubicBezTo>
                  <a:cubicBezTo>
                    <a:pt x="36" y="105"/>
                    <a:pt x="0" y="92"/>
                    <a:pt x="0" y="7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35" y="0"/>
                    <a:pt x="79" y="0"/>
                  </a:cubicBezTo>
                  <a:cubicBezTo>
                    <a:pt x="392" y="0"/>
                    <a:pt x="392" y="0"/>
                    <a:pt x="392" y="0"/>
                  </a:cubicBezTo>
                  <a:cubicBezTo>
                    <a:pt x="435" y="0"/>
                    <a:pt x="471" y="12"/>
                    <a:pt x="472" y="28"/>
                  </a:cubicBezTo>
                  <a:cubicBezTo>
                    <a:pt x="475" y="76"/>
                    <a:pt x="475" y="76"/>
                    <a:pt x="475" y="76"/>
                  </a:cubicBezTo>
                  <a:cubicBezTo>
                    <a:pt x="476" y="92"/>
                    <a:pt x="441" y="105"/>
                    <a:pt x="397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4" name="ïSļiďè"/>
            <p:cNvSpPr/>
            <p:nvPr/>
          </p:nvSpPr>
          <p:spPr bwMode="auto">
            <a:xfrm>
              <a:off x="6345884" y="4753529"/>
              <a:ext cx="243303" cy="52607"/>
            </a:xfrm>
            <a:custGeom>
              <a:avLst/>
              <a:gdLst>
                <a:gd name="T0" fmla="*/ 403 w 481"/>
                <a:gd name="T1" fmla="*/ 105 h 105"/>
                <a:gd name="T2" fmla="*/ 86 w 481"/>
                <a:gd name="T3" fmla="*/ 105 h 105"/>
                <a:gd name="T4" fmla="*/ 4 w 481"/>
                <a:gd name="T5" fmla="*/ 76 h 105"/>
                <a:gd name="T6" fmla="*/ 1 w 481"/>
                <a:gd name="T7" fmla="*/ 28 h 105"/>
                <a:gd name="T8" fmla="*/ 78 w 481"/>
                <a:gd name="T9" fmla="*/ 0 h 105"/>
                <a:gd name="T10" fmla="*/ 391 w 481"/>
                <a:gd name="T11" fmla="*/ 0 h 105"/>
                <a:gd name="T12" fmla="*/ 474 w 481"/>
                <a:gd name="T13" fmla="*/ 28 h 105"/>
                <a:gd name="T14" fmla="*/ 479 w 481"/>
                <a:gd name="T15" fmla="*/ 76 h 105"/>
                <a:gd name="T16" fmla="*/ 403 w 481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1" h="105">
                  <a:moveTo>
                    <a:pt x="403" y="105"/>
                  </a:moveTo>
                  <a:cubicBezTo>
                    <a:pt x="86" y="105"/>
                    <a:pt x="86" y="105"/>
                    <a:pt x="86" y="105"/>
                  </a:cubicBezTo>
                  <a:cubicBezTo>
                    <a:pt x="42" y="105"/>
                    <a:pt x="5" y="92"/>
                    <a:pt x="4" y="76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12"/>
                    <a:pt x="35" y="0"/>
                    <a:pt x="78" y="0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435" y="0"/>
                    <a:pt x="472" y="12"/>
                    <a:pt x="474" y="28"/>
                  </a:cubicBezTo>
                  <a:cubicBezTo>
                    <a:pt x="479" y="76"/>
                    <a:pt x="479" y="76"/>
                    <a:pt x="479" y="76"/>
                  </a:cubicBezTo>
                  <a:cubicBezTo>
                    <a:pt x="481" y="92"/>
                    <a:pt x="447" y="105"/>
                    <a:pt x="403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5" name="ïṧ1íḍè"/>
            <p:cNvSpPr/>
            <p:nvPr/>
          </p:nvSpPr>
          <p:spPr bwMode="auto">
            <a:xfrm>
              <a:off x="6614393" y="4753529"/>
              <a:ext cx="245494" cy="52607"/>
            </a:xfrm>
            <a:custGeom>
              <a:avLst/>
              <a:gdLst>
                <a:gd name="T0" fmla="*/ 408 w 486"/>
                <a:gd name="T1" fmla="*/ 105 h 105"/>
                <a:gd name="T2" fmla="*/ 91 w 486"/>
                <a:gd name="T3" fmla="*/ 105 h 105"/>
                <a:gd name="T4" fmla="*/ 8 w 486"/>
                <a:gd name="T5" fmla="*/ 76 h 105"/>
                <a:gd name="T6" fmla="*/ 2 w 486"/>
                <a:gd name="T7" fmla="*/ 28 h 105"/>
                <a:gd name="T8" fmla="*/ 77 w 486"/>
                <a:gd name="T9" fmla="*/ 0 h 105"/>
                <a:gd name="T10" fmla="*/ 390 w 486"/>
                <a:gd name="T11" fmla="*/ 0 h 105"/>
                <a:gd name="T12" fmla="*/ 474 w 486"/>
                <a:gd name="T13" fmla="*/ 28 h 105"/>
                <a:gd name="T14" fmla="*/ 483 w 486"/>
                <a:gd name="T15" fmla="*/ 76 h 105"/>
                <a:gd name="T16" fmla="*/ 408 w 486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6" h="105">
                  <a:moveTo>
                    <a:pt x="408" y="105"/>
                  </a:moveTo>
                  <a:cubicBezTo>
                    <a:pt x="91" y="105"/>
                    <a:pt x="91" y="105"/>
                    <a:pt x="91" y="105"/>
                  </a:cubicBezTo>
                  <a:cubicBezTo>
                    <a:pt x="47" y="105"/>
                    <a:pt x="10" y="92"/>
                    <a:pt x="8" y="76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12"/>
                    <a:pt x="34" y="0"/>
                    <a:pt x="77" y="0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434" y="0"/>
                    <a:pt x="472" y="12"/>
                    <a:pt x="474" y="28"/>
                  </a:cubicBezTo>
                  <a:cubicBezTo>
                    <a:pt x="483" y="76"/>
                    <a:pt x="483" y="76"/>
                    <a:pt x="483" y="76"/>
                  </a:cubicBezTo>
                  <a:cubicBezTo>
                    <a:pt x="486" y="92"/>
                    <a:pt x="452" y="105"/>
                    <a:pt x="408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6" name="ïṥlidê"/>
            <p:cNvSpPr/>
            <p:nvPr/>
          </p:nvSpPr>
          <p:spPr bwMode="auto">
            <a:xfrm>
              <a:off x="6881805" y="4753529"/>
              <a:ext cx="247686" cy="52607"/>
            </a:xfrm>
            <a:custGeom>
              <a:avLst/>
              <a:gdLst>
                <a:gd name="T0" fmla="*/ 413 w 490"/>
                <a:gd name="T1" fmla="*/ 105 h 105"/>
                <a:gd name="T2" fmla="*/ 96 w 490"/>
                <a:gd name="T3" fmla="*/ 105 h 105"/>
                <a:gd name="T4" fmla="*/ 11 w 490"/>
                <a:gd name="T5" fmla="*/ 76 h 105"/>
                <a:gd name="T6" fmla="*/ 2 w 490"/>
                <a:gd name="T7" fmla="*/ 28 h 105"/>
                <a:gd name="T8" fmla="*/ 76 w 490"/>
                <a:gd name="T9" fmla="*/ 0 h 105"/>
                <a:gd name="T10" fmla="*/ 389 w 490"/>
                <a:gd name="T11" fmla="*/ 0 h 105"/>
                <a:gd name="T12" fmla="*/ 475 w 490"/>
                <a:gd name="T13" fmla="*/ 28 h 105"/>
                <a:gd name="T14" fmla="*/ 486 w 490"/>
                <a:gd name="T15" fmla="*/ 76 h 105"/>
                <a:gd name="T16" fmla="*/ 413 w 490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0" h="105">
                  <a:moveTo>
                    <a:pt x="413" y="105"/>
                  </a:moveTo>
                  <a:cubicBezTo>
                    <a:pt x="96" y="105"/>
                    <a:pt x="96" y="105"/>
                    <a:pt x="96" y="105"/>
                  </a:cubicBezTo>
                  <a:cubicBezTo>
                    <a:pt x="52" y="105"/>
                    <a:pt x="14" y="92"/>
                    <a:pt x="11" y="76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12"/>
                    <a:pt x="33" y="0"/>
                    <a:pt x="76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433" y="0"/>
                    <a:pt x="471" y="12"/>
                    <a:pt x="475" y="28"/>
                  </a:cubicBezTo>
                  <a:cubicBezTo>
                    <a:pt x="486" y="76"/>
                    <a:pt x="486" y="76"/>
                    <a:pt x="486" y="76"/>
                  </a:cubicBezTo>
                  <a:cubicBezTo>
                    <a:pt x="490" y="92"/>
                    <a:pt x="457" y="105"/>
                    <a:pt x="413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7" name="íṡḻîdè"/>
            <p:cNvSpPr/>
            <p:nvPr/>
          </p:nvSpPr>
          <p:spPr bwMode="auto">
            <a:xfrm>
              <a:off x="7149219" y="4753529"/>
              <a:ext cx="249879" cy="52607"/>
            </a:xfrm>
            <a:custGeom>
              <a:avLst/>
              <a:gdLst>
                <a:gd name="T0" fmla="*/ 419 w 495"/>
                <a:gd name="T1" fmla="*/ 105 h 105"/>
                <a:gd name="T2" fmla="*/ 102 w 495"/>
                <a:gd name="T3" fmla="*/ 105 h 105"/>
                <a:gd name="T4" fmla="*/ 15 w 495"/>
                <a:gd name="T5" fmla="*/ 76 h 105"/>
                <a:gd name="T6" fmla="*/ 4 w 495"/>
                <a:gd name="T7" fmla="*/ 28 h 105"/>
                <a:gd name="T8" fmla="*/ 76 w 495"/>
                <a:gd name="T9" fmla="*/ 0 h 105"/>
                <a:gd name="T10" fmla="*/ 389 w 495"/>
                <a:gd name="T11" fmla="*/ 0 h 105"/>
                <a:gd name="T12" fmla="*/ 477 w 495"/>
                <a:gd name="T13" fmla="*/ 28 h 105"/>
                <a:gd name="T14" fmla="*/ 491 w 495"/>
                <a:gd name="T15" fmla="*/ 76 h 105"/>
                <a:gd name="T16" fmla="*/ 419 w 495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05">
                  <a:moveTo>
                    <a:pt x="419" y="105"/>
                  </a:moveTo>
                  <a:cubicBezTo>
                    <a:pt x="102" y="105"/>
                    <a:pt x="102" y="105"/>
                    <a:pt x="102" y="105"/>
                  </a:cubicBezTo>
                  <a:cubicBezTo>
                    <a:pt x="58" y="105"/>
                    <a:pt x="19" y="92"/>
                    <a:pt x="15" y="76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0" y="12"/>
                    <a:pt x="33" y="0"/>
                    <a:pt x="76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433" y="0"/>
                    <a:pt x="472" y="12"/>
                    <a:pt x="477" y="28"/>
                  </a:cubicBezTo>
                  <a:cubicBezTo>
                    <a:pt x="491" y="76"/>
                    <a:pt x="491" y="76"/>
                    <a:pt x="491" y="76"/>
                  </a:cubicBezTo>
                  <a:cubicBezTo>
                    <a:pt x="495" y="92"/>
                    <a:pt x="463" y="105"/>
                    <a:pt x="419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8" name="işļiďê"/>
            <p:cNvSpPr/>
            <p:nvPr/>
          </p:nvSpPr>
          <p:spPr bwMode="auto">
            <a:xfrm>
              <a:off x="7416632" y="4753529"/>
              <a:ext cx="253166" cy="52607"/>
            </a:xfrm>
            <a:custGeom>
              <a:avLst/>
              <a:gdLst>
                <a:gd name="T0" fmla="*/ 424 w 500"/>
                <a:gd name="T1" fmla="*/ 105 h 105"/>
                <a:gd name="T2" fmla="*/ 108 w 500"/>
                <a:gd name="T3" fmla="*/ 105 h 105"/>
                <a:gd name="T4" fmla="*/ 19 w 500"/>
                <a:gd name="T5" fmla="*/ 76 h 105"/>
                <a:gd name="T6" fmla="*/ 5 w 500"/>
                <a:gd name="T7" fmla="*/ 28 h 105"/>
                <a:gd name="T8" fmla="*/ 75 w 500"/>
                <a:gd name="T9" fmla="*/ 0 h 105"/>
                <a:gd name="T10" fmla="*/ 388 w 500"/>
                <a:gd name="T11" fmla="*/ 0 h 105"/>
                <a:gd name="T12" fmla="*/ 477 w 500"/>
                <a:gd name="T13" fmla="*/ 28 h 105"/>
                <a:gd name="T14" fmla="*/ 494 w 500"/>
                <a:gd name="T15" fmla="*/ 76 h 105"/>
                <a:gd name="T16" fmla="*/ 424 w 500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105">
                  <a:moveTo>
                    <a:pt x="424" y="105"/>
                  </a:moveTo>
                  <a:cubicBezTo>
                    <a:pt x="108" y="105"/>
                    <a:pt x="108" y="105"/>
                    <a:pt x="108" y="105"/>
                  </a:cubicBezTo>
                  <a:cubicBezTo>
                    <a:pt x="63" y="105"/>
                    <a:pt x="24" y="92"/>
                    <a:pt x="19" y="76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0" y="12"/>
                    <a:pt x="32" y="0"/>
                    <a:pt x="75" y="0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432" y="0"/>
                    <a:pt x="472" y="12"/>
                    <a:pt x="477" y="28"/>
                  </a:cubicBezTo>
                  <a:cubicBezTo>
                    <a:pt x="494" y="76"/>
                    <a:pt x="494" y="76"/>
                    <a:pt x="494" y="76"/>
                  </a:cubicBezTo>
                  <a:cubicBezTo>
                    <a:pt x="500" y="92"/>
                    <a:pt x="468" y="105"/>
                    <a:pt x="424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9" name="išlídé"/>
            <p:cNvSpPr/>
            <p:nvPr/>
          </p:nvSpPr>
          <p:spPr bwMode="auto">
            <a:xfrm>
              <a:off x="7684045" y="4753529"/>
              <a:ext cx="255358" cy="52607"/>
            </a:xfrm>
            <a:custGeom>
              <a:avLst/>
              <a:gdLst>
                <a:gd name="T0" fmla="*/ 429 w 504"/>
                <a:gd name="T1" fmla="*/ 105 h 105"/>
                <a:gd name="T2" fmla="*/ 113 w 504"/>
                <a:gd name="T3" fmla="*/ 105 h 105"/>
                <a:gd name="T4" fmla="*/ 22 w 504"/>
                <a:gd name="T5" fmla="*/ 76 h 105"/>
                <a:gd name="T6" fmla="*/ 5 w 504"/>
                <a:gd name="T7" fmla="*/ 28 h 105"/>
                <a:gd name="T8" fmla="*/ 74 w 504"/>
                <a:gd name="T9" fmla="*/ 0 h 105"/>
                <a:gd name="T10" fmla="*/ 387 w 504"/>
                <a:gd name="T11" fmla="*/ 0 h 105"/>
                <a:gd name="T12" fmla="*/ 478 w 504"/>
                <a:gd name="T13" fmla="*/ 28 h 105"/>
                <a:gd name="T14" fmla="*/ 497 w 504"/>
                <a:gd name="T15" fmla="*/ 76 h 105"/>
                <a:gd name="T16" fmla="*/ 429 w 504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4" h="105">
                  <a:moveTo>
                    <a:pt x="429" y="105"/>
                  </a:moveTo>
                  <a:cubicBezTo>
                    <a:pt x="113" y="105"/>
                    <a:pt x="113" y="105"/>
                    <a:pt x="113" y="105"/>
                  </a:cubicBezTo>
                  <a:cubicBezTo>
                    <a:pt x="68" y="105"/>
                    <a:pt x="28" y="92"/>
                    <a:pt x="22" y="76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0" y="12"/>
                    <a:pt x="30" y="0"/>
                    <a:pt x="74" y="0"/>
                  </a:cubicBezTo>
                  <a:cubicBezTo>
                    <a:pt x="387" y="0"/>
                    <a:pt x="387" y="0"/>
                    <a:pt x="387" y="0"/>
                  </a:cubicBezTo>
                  <a:cubicBezTo>
                    <a:pt x="431" y="0"/>
                    <a:pt x="471" y="12"/>
                    <a:pt x="478" y="28"/>
                  </a:cubicBezTo>
                  <a:cubicBezTo>
                    <a:pt x="497" y="76"/>
                    <a:pt x="497" y="76"/>
                    <a:pt x="497" y="76"/>
                  </a:cubicBezTo>
                  <a:cubicBezTo>
                    <a:pt x="504" y="92"/>
                    <a:pt x="473" y="105"/>
                    <a:pt x="429" y="10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0" name="ïṣḻïďe"/>
            <p:cNvSpPr/>
            <p:nvPr/>
          </p:nvSpPr>
          <p:spPr bwMode="auto">
            <a:xfrm>
              <a:off x="4159451" y="4813808"/>
              <a:ext cx="250975" cy="82197"/>
            </a:xfrm>
            <a:custGeom>
              <a:avLst/>
              <a:gdLst>
                <a:gd name="T0" fmla="*/ 421 w 496"/>
                <a:gd name="T1" fmla="*/ 161 h 161"/>
                <a:gd name="T2" fmla="*/ 17 w 496"/>
                <a:gd name="T3" fmla="*/ 161 h 161"/>
                <a:gd name="T4" fmla="*/ 1 w 496"/>
                <a:gd name="T5" fmla="*/ 154 h 161"/>
                <a:gd name="T6" fmla="*/ 61 w 496"/>
                <a:gd name="T7" fmla="*/ 6 h 161"/>
                <a:gd name="T8" fmla="*/ 82 w 496"/>
                <a:gd name="T9" fmla="*/ 0 h 161"/>
                <a:gd name="T10" fmla="*/ 479 w 496"/>
                <a:gd name="T11" fmla="*/ 0 h 161"/>
                <a:gd name="T12" fmla="*/ 494 w 496"/>
                <a:gd name="T13" fmla="*/ 6 h 161"/>
                <a:gd name="T14" fmla="*/ 441 w 496"/>
                <a:gd name="T15" fmla="*/ 154 h 161"/>
                <a:gd name="T16" fmla="*/ 421 w 496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6" h="161">
                  <a:moveTo>
                    <a:pt x="421" y="161"/>
                  </a:moveTo>
                  <a:cubicBezTo>
                    <a:pt x="17" y="161"/>
                    <a:pt x="17" y="161"/>
                    <a:pt x="17" y="161"/>
                  </a:cubicBezTo>
                  <a:cubicBezTo>
                    <a:pt x="6" y="161"/>
                    <a:pt x="0" y="158"/>
                    <a:pt x="1" y="15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2" y="3"/>
                    <a:pt x="72" y="0"/>
                    <a:pt x="82" y="0"/>
                  </a:cubicBezTo>
                  <a:cubicBezTo>
                    <a:pt x="479" y="0"/>
                    <a:pt x="479" y="0"/>
                    <a:pt x="479" y="0"/>
                  </a:cubicBezTo>
                  <a:cubicBezTo>
                    <a:pt x="489" y="0"/>
                    <a:pt x="496" y="3"/>
                    <a:pt x="494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0" y="158"/>
                    <a:pt x="431" y="161"/>
                    <a:pt x="421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1" name="íŝľîḍê"/>
            <p:cNvSpPr/>
            <p:nvPr/>
          </p:nvSpPr>
          <p:spPr bwMode="auto">
            <a:xfrm>
              <a:off x="4532076" y="4909156"/>
              <a:ext cx="249879" cy="84388"/>
            </a:xfrm>
            <a:custGeom>
              <a:avLst/>
              <a:gdLst>
                <a:gd name="T0" fmla="*/ 430 w 493"/>
                <a:gd name="T1" fmla="*/ 168 h 168"/>
                <a:gd name="T2" fmla="*/ 17 w 493"/>
                <a:gd name="T3" fmla="*/ 168 h 168"/>
                <a:gd name="T4" fmla="*/ 1 w 493"/>
                <a:gd name="T5" fmla="*/ 161 h 168"/>
                <a:gd name="T6" fmla="*/ 50 w 493"/>
                <a:gd name="T7" fmla="*/ 7 h 168"/>
                <a:gd name="T8" fmla="*/ 70 w 493"/>
                <a:gd name="T9" fmla="*/ 0 h 168"/>
                <a:gd name="T10" fmla="*/ 476 w 493"/>
                <a:gd name="T11" fmla="*/ 0 h 168"/>
                <a:gd name="T12" fmla="*/ 492 w 493"/>
                <a:gd name="T13" fmla="*/ 7 h 168"/>
                <a:gd name="T14" fmla="*/ 450 w 493"/>
                <a:gd name="T15" fmla="*/ 161 h 168"/>
                <a:gd name="T16" fmla="*/ 430 w 493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3" h="168">
                  <a:moveTo>
                    <a:pt x="430" y="168"/>
                  </a:moveTo>
                  <a:cubicBezTo>
                    <a:pt x="17" y="168"/>
                    <a:pt x="17" y="168"/>
                    <a:pt x="17" y="168"/>
                  </a:cubicBezTo>
                  <a:cubicBezTo>
                    <a:pt x="7" y="168"/>
                    <a:pt x="0" y="165"/>
                    <a:pt x="1" y="161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3"/>
                    <a:pt x="60" y="0"/>
                    <a:pt x="70" y="0"/>
                  </a:cubicBezTo>
                  <a:cubicBezTo>
                    <a:pt x="476" y="0"/>
                    <a:pt x="476" y="0"/>
                    <a:pt x="476" y="0"/>
                  </a:cubicBezTo>
                  <a:cubicBezTo>
                    <a:pt x="486" y="0"/>
                    <a:pt x="493" y="3"/>
                    <a:pt x="492" y="7"/>
                  </a:cubicBezTo>
                  <a:cubicBezTo>
                    <a:pt x="450" y="161"/>
                    <a:pt x="450" y="161"/>
                    <a:pt x="450" y="161"/>
                  </a:cubicBezTo>
                  <a:cubicBezTo>
                    <a:pt x="449" y="165"/>
                    <a:pt x="440" y="168"/>
                    <a:pt x="430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2" name="í$1íḓé"/>
            <p:cNvSpPr/>
            <p:nvPr/>
          </p:nvSpPr>
          <p:spPr bwMode="auto">
            <a:xfrm>
              <a:off x="4561667" y="5007792"/>
              <a:ext cx="255358" cy="87676"/>
            </a:xfrm>
            <a:custGeom>
              <a:avLst/>
              <a:gdLst>
                <a:gd name="T0" fmla="*/ 439 w 503"/>
                <a:gd name="T1" fmla="*/ 175 h 175"/>
                <a:gd name="T2" fmla="*/ 18 w 503"/>
                <a:gd name="T3" fmla="*/ 175 h 175"/>
                <a:gd name="T4" fmla="*/ 1 w 503"/>
                <a:gd name="T5" fmla="*/ 168 h 175"/>
                <a:gd name="T6" fmla="*/ 50 w 503"/>
                <a:gd name="T7" fmla="*/ 7 h 175"/>
                <a:gd name="T8" fmla="*/ 71 w 503"/>
                <a:gd name="T9" fmla="*/ 0 h 175"/>
                <a:gd name="T10" fmla="*/ 485 w 503"/>
                <a:gd name="T11" fmla="*/ 0 h 175"/>
                <a:gd name="T12" fmla="*/ 502 w 503"/>
                <a:gd name="T13" fmla="*/ 7 h 175"/>
                <a:gd name="T14" fmla="*/ 460 w 503"/>
                <a:gd name="T15" fmla="*/ 168 h 175"/>
                <a:gd name="T16" fmla="*/ 439 w 503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3" h="175">
                  <a:moveTo>
                    <a:pt x="439" y="175"/>
                  </a:moveTo>
                  <a:cubicBezTo>
                    <a:pt x="18" y="175"/>
                    <a:pt x="18" y="175"/>
                    <a:pt x="18" y="175"/>
                  </a:cubicBezTo>
                  <a:cubicBezTo>
                    <a:pt x="7" y="175"/>
                    <a:pt x="0" y="172"/>
                    <a:pt x="1" y="168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3"/>
                    <a:pt x="61" y="0"/>
                    <a:pt x="71" y="0"/>
                  </a:cubicBezTo>
                  <a:cubicBezTo>
                    <a:pt x="485" y="0"/>
                    <a:pt x="485" y="0"/>
                    <a:pt x="485" y="0"/>
                  </a:cubicBezTo>
                  <a:cubicBezTo>
                    <a:pt x="495" y="0"/>
                    <a:pt x="503" y="3"/>
                    <a:pt x="502" y="7"/>
                  </a:cubicBezTo>
                  <a:cubicBezTo>
                    <a:pt x="460" y="168"/>
                    <a:pt x="460" y="168"/>
                    <a:pt x="460" y="168"/>
                  </a:cubicBezTo>
                  <a:cubicBezTo>
                    <a:pt x="459" y="172"/>
                    <a:pt x="450" y="175"/>
                    <a:pt x="439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3" name="íṩľïďé"/>
            <p:cNvSpPr/>
            <p:nvPr/>
          </p:nvSpPr>
          <p:spPr bwMode="auto">
            <a:xfrm>
              <a:off x="4676741" y="5109716"/>
              <a:ext cx="258645" cy="93156"/>
            </a:xfrm>
            <a:custGeom>
              <a:avLst/>
              <a:gdLst>
                <a:gd name="T0" fmla="*/ 450 w 510"/>
                <a:gd name="T1" fmla="*/ 183 h 183"/>
                <a:gd name="T2" fmla="*/ 19 w 510"/>
                <a:gd name="T3" fmla="*/ 183 h 183"/>
                <a:gd name="T4" fmla="*/ 2 w 510"/>
                <a:gd name="T5" fmla="*/ 176 h 183"/>
                <a:gd name="T6" fmla="*/ 48 w 510"/>
                <a:gd name="T7" fmla="*/ 8 h 183"/>
                <a:gd name="T8" fmla="*/ 69 w 510"/>
                <a:gd name="T9" fmla="*/ 0 h 183"/>
                <a:gd name="T10" fmla="*/ 492 w 510"/>
                <a:gd name="T11" fmla="*/ 0 h 183"/>
                <a:gd name="T12" fmla="*/ 509 w 510"/>
                <a:gd name="T13" fmla="*/ 8 h 183"/>
                <a:gd name="T14" fmla="*/ 471 w 510"/>
                <a:gd name="T15" fmla="*/ 176 h 183"/>
                <a:gd name="T16" fmla="*/ 450 w 51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0" h="183">
                  <a:moveTo>
                    <a:pt x="450" y="183"/>
                  </a:moveTo>
                  <a:cubicBezTo>
                    <a:pt x="19" y="183"/>
                    <a:pt x="19" y="183"/>
                    <a:pt x="19" y="183"/>
                  </a:cubicBezTo>
                  <a:cubicBezTo>
                    <a:pt x="8" y="183"/>
                    <a:pt x="0" y="180"/>
                    <a:pt x="2" y="176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9" y="4"/>
                    <a:pt x="59" y="0"/>
                    <a:pt x="69" y="0"/>
                  </a:cubicBezTo>
                  <a:cubicBezTo>
                    <a:pt x="492" y="0"/>
                    <a:pt x="492" y="0"/>
                    <a:pt x="492" y="0"/>
                  </a:cubicBezTo>
                  <a:cubicBezTo>
                    <a:pt x="502" y="0"/>
                    <a:pt x="510" y="4"/>
                    <a:pt x="509" y="8"/>
                  </a:cubicBezTo>
                  <a:cubicBezTo>
                    <a:pt x="471" y="176"/>
                    <a:pt x="471" y="176"/>
                    <a:pt x="471" y="176"/>
                  </a:cubicBezTo>
                  <a:cubicBezTo>
                    <a:pt x="470" y="180"/>
                    <a:pt x="460" y="183"/>
                    <a:pt x="450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4" name="iśḻídé"/>
            <p:cNvSpPr/>
            <p:nvPr/>
          </p:nvSpPr>
          <p:spPr bwMode="auto">
            <a:xfrm>
              <a:off x="3984098" y="5217120"/>
              <a:ext cx="281660" cy="109595"/>
            </a:xfrm>
            <a:custGeom>
              <a:avLst/>
              <a:gdLst>
                <a:gd name="T0" fmla="*/ 459 w 556"/>
                <a:gd name="T1" fmla="*/ 216 h 216"/>
                <a:gd name="T2" fmla="*/ 20 w 556"/>
                <a:gd name="T3" fmla="*/ 216 h 216"/>
                <a:gd name="T4" fmla="*/ 2 w 556"/>
                <a:gd name="T5" fmla="*/ 207 h 216"/>
                <a:gd name="T6" fmla="*/ 83 w 556"/>
                <a:gd name="T7" fmla="*/ 8 h 216"/>
                <a:gd name="T8" fmla="*/ 107 w 556"/>
                <a:gd name="T9" fmla="*/ 0 h 216"/>
                <a:gd name="T10" fmla="*/ 536 w 556"/>
                <a:gd name="T11" fmla="*/ 0 h 216"/>
                <a:gd name="T12" fmla="*/ 554 w 556"/>
                <a:gd name="T13" fmla="*/ 8 h 216"/>
                <a:gd name="T14" fmla="*/ 483 w 556"/>
                <a:gd name="T15" fmla="*/ 207 h 216"/>
                <a:gd name="T16" fmla="*/ 459 w 556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6" h="216">
                  <a:moveTo>
                    <a:pt x="459" y="216"/>
                  </a:moveTo>
                  <a:cubicBezTo>
                    <a:pt x="20" y="216"/>
                    <a:pt x="20" y="216"/>
                    <a:pt x="20" y="216"/>
                  </a:cubicBezTo>
                  <a:cubicBezTo>
                    <a:pt x="8" y="216"/>
                    <a:pt x="0" y="212"/>
                    <a:pt x="2" y="207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5" y="3"/>
                    <a:pt x="95" y="0"/>
                    <a:pt x="107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48" y="0"/>
                    <a:pt x="556" y="3"/>
                    <a:pt x="554" y="8"/>
                  </a:cubicBezTo>
                  <a:cubicBezTo>
                    <a:pt x="483" y="207"/>
                    <a:pt x="483" y="207"/>
                    <a:pt x="483" y="207"/>
                  </a:cubicBezTo>
                  <a:cubicBezTo>
                    <a:pt x="481" y="212"/>
                    <a:pt x="470" y="216"/>
                    <a:pt x="459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5" name="íṩḷîdê"/>
            <p:cNvSpPr/>
            <p:nvPr/>
          </p:nvSpPr>
          <p:spPr bwMode="auto">
            <a:xfrm>
              <a:off x="4281103" y="5217120"/>
              <a:ext cx="275086" cy="109595"/>
            </a:xfrm>
            <a:custGeom>
              <a:avLst/>
              <a:gdLst>
                <a:gd name="T0" fmla="*/ 459 w 544"/>
                <a:gd name="T1" fmla="*/ 216 h 216"/>
                <a:gd name="T2" fmla="*/ 20 w 544"/>
                <a:gd name="T3" fmla="*/ 216 h 216"/>
                <a:gd name="T4" fmla="*/ 2 w 544"/>
                <a:gd name="T5" fmla="*/ 207 h 216"/>
                <a:gd name="T6" fmla="*/ 71 w 544"/>
                <a:gd name="T7" fmla="*/ 8 h 216"/>
                <a:gd name="T8" fmla="*/ 95 w 544"/>
                <a:gd name="T9" fmla="*/ 0 h 216"/>
                <a:gd name="T10" fmla="*/ 524 w 544"/>
                <a:gd name="T11" fmla="*/ 0 h 216"/>
                <a:gd name="T12" fmla="*/ 542 w 544"/>
                <a:gd name="T13" fmla="*/ 8 h 216"/>
                <a:gd name="T14" fmla="*/ 483 w 544"/>
                <a:gd name="T15" fmla="*/ 207 h 216"/>
                <a:gd name="T16" fmla="*/ 459 w 544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216">
                  <a:moveTo>
                    <a:pt x="459" y="216"/>
                  </a:moveTo>
                  <a:cubicBezTo>
                    <a:pt x="20" y="216"/>
                    <a:pt x="20" y="216"/>
                    <a:pt x="20" y="216"/>
                  </a:cubicBezTo>
                  <a:cubicBezTo>
                    <a:pt x="8" y="216"/>
                    <a:pt x="0" y="212"/>
                    <a:pt x="2" y="207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3" y="3"/>
                    <a:pt x="83" y="0"/>
                    <a:pt x="95" y="0"/>
                  </a:cubicBezTo>
                  <a:cubicBezTo>
                    <a:pt x="524" y="0"/>
                    <a:pt x="524" y="0"/>
                    <a:pt x="524" y="0"/>
                  </a:cubicBezTo>
                  <a:cubicBezTo>
                    <a:pt x="535" y="0"/>
                    <a:pt x="544" y="3"/>
                    <a:pt x="542" y="8"/>
                  </a:cubicBezTo>
                  <a:cubicBezTo>
                    <a:pt x="483" y="207"/>
                    <a:pt x="483" y="207"/>
                    <a:pt x="483" y="207"/>
                  </a:cubicBezTo>
                  <a:cubicBezTo>
                    <a:pt x="481" y="212"/>
                    <a:pt x="471" y="216"/>
                    <a:pt x="459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6" name="işḻîďe"/>
            <p:cNvSpPr/>
            <p:nvPr/>
          </p:nvSpPr>
          <p:spPr bwMode="auto">
            <a:xfrm>
              <a:off x="4568242" y="5217120"/>
              <a:ext cx="269605" cy="109595"/>
            </a:xfrm>
            <a:custGeom>
              <a:avLst/>
              <a:gdLst>
                <a:gd name="T0" fmla="*/ 459 w 532"/>
                <a:gd name="T1" fmla="*/ 216 h 216"/>
                <a:gd name="T2" fmla="*/ 20 w 532"/>
                <a:gd name="T3" fmla="*/ 216 h 216"/>
                <a:gd name="T4" fmla="*/ 2 w 532"/>
                <a:gd name="T5" fmla="*/ 207 h 216"/>
                <a:gd name="T6" fmla="*/ 60 w 532"/>
                <a:gd name="T7" fmla="*/ 8 h 216"/>
                <a:gd name="T8" fmla="*/ 83 w 532"/>
                <a:gd name="T9" fmla="*/ 0 h 216"/>
                <a:gd name="T10" fmla="*/ 512 w 532"/>
                <a:gd name="T11" fmla="*/ 0 h 216"/>
                <a:gd name="T12" fmla="*/ 531 w 532"/>
                <a:gd name="T13" fmla="*/ 8 h 216"/>
                <a:gd name="T14" fmla="*/ 483 w 532"/>
                <a:gd name="T15" fmla="*/ 207 h 216"/>
                <a:gd name="T16" fmla="*/ 459 w 532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2" h="216">
                  <a:moveTo>
                    <a:pt x="459" y="216"/>
                  </a:moveTo>
                  <a:cubicBezTo>
                    <a:pt x="20" y="216"/>
                    <a:pt x="20" y="216"/>
                    <a:pt x="20" y="216"/>
                  </a:cubicBezTo>
                  <a:cubicBezTo>
                    <a:pt x="9" y="216"/>
                    <a:pt x="0" y="212"/>
                    <a:pt x="2" y="207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1" y="3"/>
                    <a:pt x="71" y="0"/>
                    <a:pt x="83" y="0"/>
                  </a:cubicBezTo>
                  <a:cubicBezTo>
                    <a:pt x="512" y="0"/>
                    <a:pt x="512" y="0"/>
                    <a:pt x="512" y="0"/>
                  </a:cubicBezTo>
                  <a:cubicBezTo>
                    <a:pt x="524" y="0"/>
                    <a:pt x="532" y="3"/>
                    <a:pt x="531" y="8"/>
                  </a:cubicBezTo>
                  <a:cubicBezTo>
                    <a:pt x="483" y="207"/>
                    <a:pt x="483" y="207"/>
                    <a:pt x="483" y="207"/>
                  </a:cubicBezTo>
                  <a:cubicBezTo>
                    <a:pt x="481" y="212"/>
                    <a:pt x="471" y="216"/>
                    <a:pt x="459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7" name="ïšḻïdè"/>
            <p:cNvSpPr/>
            <p:nvPr/>
          </p:nvSpPr>
          <p:spPr bwMode="auto">
            <a:xfrm>
              <a:off x="4858671" y="5217120"/>
              <a:ext cx="335363" cy="109595"/>
            </a:xfrm>
            <a:custGeom>
              <a:avLst/>
              <a:gdLst>
                <a:gd name="T0" fmla="*/ 602 w 662"/>
                <a:gd name="T1" fmla="*/ 216 h 216"/>
                <a:gd name="T2" fmla="*/ 23 w 662"/>
                <a:gd name="T3" fmla="*/ 216 h 216"/>
                <a:gd name="T4" fmla="*/ 1 w 662"/>
                <a:gd name="T5" fmla="*/ 206 h 216"/>
                <a:gd name="T6" fmla="*/ 47 w 662"/>
                <a:gd name="T7" fmla="*/ 9 h 216"/>
                <a:gd name="T8" fmla="*/ 73 w 662"/>
                <a:gd name="T9" fmla="*/ 0 h 216"/>
                <a:gd name="T10" fmla="*/ 640 w 662"/>
                <a:gd name="T11" fmla="*/ 0 h 216"/>
                <a:gd name="T12" fmla="*/ 661 w 662"/>
                <a:gd name="T13" fmla="*/ 9 h 216"/>
                <a:gd name="T14" fmla="*/ 628 w 662"/>
                <a:gd name="T15" fmla="*/ 206 h 216"/>
                <a:gd name="T16" fmla="*/ 602 w 662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2" h="216">
                  <a:moveTo>
                    <a:pt x="602" y="216"/>
                  </a:moveTo>
                  <a:cubicBezTo>
                    <a:pt x="23" y="216"/>
                    <a:pt x="23" y="216"/>
                    <a:pt x="23" y="216"/>
                  </a:cubicBezTo>
                  <a:cubicBezTo>
                    <a:pt x="9" y="216"/>
                    <a:pt x="0" y="211"/>
                    <a:pt x="1" y="20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4"/>
                    <a:pt x="60" y="0"/>
                    <a:pt x="73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653" y="0"/>
                    <a:pt x="662" y="4"/>
                    <a:pt x="661" y="9"/>
                  </a:cubicBezTo>
                  <a:cubicBezTo>
                    <a:pt x="628" y="206"/>
                    <a:pt x="628" y="206"/>
                    <a:pt x="628" y="206"/>
                  </a:cubicBezTo>
                  <a:cubicBezTo>
                    <a:pt x="627" y="211"/>
                    <a:pt x="615" y="216"/>
                    <a:pt x="602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8" name="íşḻîḍe"/>
            <p:cNvSpPr/>
            <p:nvPr/>
          </p:nvSpPr>
          <p:spPr bwMode="auto">
            <a:xfrm>
              <a:off x="6648366" y="5217120"/>
              <a:ext cx="330978" cy="109595"/>
            </a:xfrm>
            <a:custGeom>
              <a:avLst/>
              <a:gdLst>
                <a:gd name="T0" fmla="*/ 629 w 652"/>
                <a:gd name="T1" fmla="*/ 216 h 216"/>
                <a:gd name="T2" fmla="*/ 50 w 652"/>
                <a:gd name="T3" fmla="*/ 216 h 216"/>
                <a:gd name="T4" fmla="*/ 24 w 652"/>
                <a:gd name="T5" fmla="*/ 206 h 216"/>
                <a:gd name="T6" fmla="*/ 1 w 652"/>
                <a:gd name="T7" fmla="*/ 9 h 216"/>
                <a:gd name="T8" fmla="*/ 24 w 652"/>
                <a:gd name="T9" fmla="*/ 0 h 216"/>
                <a:gd name="T10" fmla="*/ 590 w 652"/>
                <a:gd name="T11" fmla="*/ 0 h 216"/>
                <a:gd name="T12" fmla="*/ 616 w 652"/>
                <a:gd name="T13" fmla="*/ 9 h 216"/>
                <a:gd name="T14" fmla="*/ 651 w 652"/>
                <a:gd name="T15" fmla="*/ 206 h 216"/>
                <a:gd name="T16" fmla="*/ 629 w 652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2" h="216">
                  <a:moveTo>
                    <a:pt x="629" y="216"/>
                  </a:moveTo>
                  <a:cubicBezTo>
                    <a:pt x="50" y="216"/>
                    <a:pt x="50" y="216"/>
                    <a:pt x="50" y="216"/>
                  </a:cubicBezTo>
                  <a:cubicBezTo>
                    <a:pt x="36" y="216"/>
                    <a:pt x="25" y="211"/>
                    <a:pt x="24" y="206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4"/>
                    <a:pt x="10" y="0"/>
                    <a:pt x="24" y="0"/>
                  </a:cubicBezTo>
                  <a:cubicBezTo>
                    <a:pt x="590" y="0"/>
                    <a:pt x="590" y="0"/>
                    <a:pt x="590" y="0"/>
                  </a:cubicBezTo>
                  <a:cubicBezTo>
                    <a:pt x="603" y="0"/>
                    <a:pt x="615" y="4"/>
                    <a:pt x="616" y="9"/>
                  </a:cubicBezTo>
                  <a:cubicBezTo>
                    <a:pt x="651" y="206"/>
                    <a:pt x="651" y="206"/>
                    <a:pt x="651" y="206"/>
                  </a:cubicBezTo>
                  <a:cubicBezTo>
                    <a:pt x="652" y="211"/>
                    <a:pt x="642" y="216"/>
                    <a:pt x="629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29" name="iṧļîďé"/>
            <p:cNvSpPr/>
            <p:nvPr/>
          </p:nvSpPr>
          <p:spPr bwMode="auto">
            <a:xfrm>
              <a:off x="7014417" y="5217120"/>
              <a:ext cx="259741" cy="109595"/>
            </a:xfrm>
            <a:custGeom>
              <a:avLst/>
              <a:gdLst>
                <a:gd name="T0" fmla="*/ 494 w 514"/>
                <a:gd name="T1" fmla="*/ 216 h 216"/>
                <a:gd name="T2" fmla="*/ 61 w 514"/>
                <a:gd name="T3" fmla="*/ 216 h 216"/>
                <a:gd name="T4" fmla="*/ 39 w 514"/>
                <a:gd name="T5" fmla="*/ 207 h 216"/>
                <a:gd name="T6" fmla="*/ 1 w 514"/>
                <a:gd name="T7" fmla="*/ 8 h 216"/>
                <a:gd name="T8" fmla="*/ 20 w 514"/>
                <a:gd name="T9" fmla="*/ 0 h 216"/>
                <a:gd name="T10" fmla="*/ 443 w 514"/>
                <a:gd name="T11" fmla="*/ 0 h 216"/>
                <a:gd name="T12" fmla="*/ 466 w 514"/>
                <a:gd name="T13" fmla="*/ 8 h 216"/>
                <a:gd name="T14" fmla="*/ 513 w 514"/>
                <a:gd name="T15" fmla="*/ 207 h 216"/>
                <a:gd name="T16" fmla="*/ 494 w 514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4" h="216">
                  <a:moveTo>
                    <a:pt x="494" y="216"/>
                  </a:moveTo>
                  <a:cubicBezTo>
                    <a:pt x="61" y="216"/>
                    <a:pt x="61" y="216"/>
                    <a:pt x="61" y="216"/>
                  </a:cubicBezTo>
                  <a:cubicBezTo>
                    <a:pt x="50" y="216"/>
                    <a:pt x="40" y="212"/>
                    <a:pt x="39" y="20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3"/>
                    <a:pt x="8" y="0"/>
                    <a:pt x="2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54" y="0"/>
                    <a:pt x="465" y="3"/>
                    <a:pt x="466" y="8"/>
                  </a:cubicBezTo>
                  <a:cubicBezTo>
                    <a:pt x="513" y="207"/>
                    <a:pt x="513" y="207"/>
                    <a:pt x="513" y="207"/>
                  </a:cubicBezTo>
                  <a:cubicBezTo>
                    <a:pt x="514" y="212"/>
                    <a:pt x="506" y="216"/>
                    <a:pt x="494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0" name="íŝľíďe"/>
            <p:cNvSpPr/>
            <p:nvPr/>
          </p:nvSpPr>
          <p:spPr bwMode="auto">
            <a:xfrm>
              <a:off x="5222528" y="5217120"/>
              <a:ext cx="1403919" cy="109595"/>
            </a:xfrm>
            <a:custGeom>
              <a:avLst/>
              <a:gdLst>
                <a:gd name="T0" fmla="*/ 2722 w 2772"/>
                <a:gd name="T1" fmla="*/ 216 h 216"/>
                <a:gd name="T2" fmla="*/ 50 w 2772"/>
                <a:gd name="T3" fmla="*/ 216 h 216"/>
                <a:gd name="T4" fmla="*/ 2 w 2772"/>
                <a:gd name="T5" fmla="*/ 195 h 216"/>
                <a:gd name="T6" fmla="*/ 31 w 2772"/>
                <a:gd name="T7" fmla="*/ 20 h 216"/>
                <a:gd name="T8" fmla="*/ 84 w 2772"/>
                <a:gd name="T9" fmla="*/ 0 h 216"/>
                <a:gd name="T10" fmla="*/ 2699 w 2772"/>
                <a:gd name="T11" fmla="*/ 0 h 216"/>
                <a:gd name="T12" fmla="*/ 2751 w 2772"/>
                <a:gd name="T13" fmla="*/ 20 h 216"/>
                <a:gd name="T14" fmla="*/ 2771 w 2772"/>
                <a:gd name="T15" fmla="*/ 195 h 216"/>
                <a:gd name="T16" fmla="*/ 2722 w 2772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2" h="216">
                  <a:moveTo>
                    <a:pt x="2722" y="216"/>
                  </a:moveTo>
                  <a:cubicBezTo>
                    <a:pt x="50" y="216"/>
                    <a:pt x="50" y="216"/>
                    <a:pt x="50" y="216"/>
                  </a:cubicBezTo>
                  <a:cubicBezTo>
                    <a:pt x="22" y="216"/>
                    <a:pt x="0" y="206"/>
                    <a:pt x="2" y="195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3" y="9"/>
                    <a:pt x="56" y="0"/>
                    <a:pt x="84" y="0"/>
                  </a:cubicBezTo>
                  <a:cubicBezTo>
                    <a:pt x="2699" y="0"/>
                    <a:pt x="2699" y="0"/>
                    <a:pt x="2699" y="0"/>
                  </a:cubicBezTo>
                  <a:cubicBezTo>
                    <a:pt x="2727" y="0"/>
                    <a:pt x="2750" y="9"/>
                    <a:pt x="2751" y="20"/>
                  </a:cubicBezTo>
                  <a:cubicBezTo>
                    <a:pt x="2771" y="195"/>
                    <a:pt x="2771" y="195"/>
                    <a:pt x="2771" y="195"/>
                  </a:cubicBezTo>
                  <a:cubicBezTo>
                    <a:pt x="2772" y="206"/>
                    <a:pt x="2750" y="216"/>
                    <a:pt x="2722" y="216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1" name="ï$ľîḍê"/>
            <p:cNvSpPr/>
            <p:nvPr/>
          </p:nvSpPr>
          <p:spPr bwMode="auto">
            <a:xfrm>
              <a:off x="4959499" y="5109716"/>
              <a:ext cx="253166" cy="93156"/>
            </a:xfrm>
            <a:custGeom>
              <a:avLst/>
              <a:gdLst>
                <a:gd name="T0" fmla="*/ 450 w 500"/>
                <a:gd name="T1" fmla="*/ 183 h 183"/>
                <a:gd name="T2" fmla="*/ 19 w 500"/>
                <a:gd name="T3" fmla="*/ 183 h 183"/>
                <a:gd name="T4" fmla="*/ 1 w 500"/>
                <a:gd name="T5" fmla="*/ 176 h 183"/>
                <a:gd name="T6" fmla="*/ 38 w 500"/>
                <a:gd name="T7" fmla="*/ 8 h 183"/>
                <a:gd name="T8" fmla="*/ 59 w 500"/>
                <a:gd name="T9" fmla="*/ 0 h 183"/>
                <a:gd name="T10" fmla="*/ 482 w 500"/>
                <a:gd name="T11" fmla="*/ 0 h 183"/>
                <a:gd name="T12" fmla="*/ 499 w 500"/>
                <a:gd name="T13" fmla="*/ 8 h 183"/>
                <a:gd name="T14" fmla="*/ 471 w 500"/>
                <a:gd name="T15" fmla="*/ 176 h 183"/>
                <a:gd name="T16" fmla="*/ 450 w 50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183">
                  <a:moveTo>
                    <a:pt x="450" y="183"/>
                  </a:moveTo>
                  <a:cubicBezTo>
                    <a:pt x="19" y="183"/>
                    <a:pt x="19" y="183"/>
                    <a:pt x="19" y="183"/>
                  </a:cubicBezTo>
                  <a:cubicBezTo>
                    <a:pt x="8" y="183"/>
                    <a:pt x="0" y="180"/>
                    <a:pt x="1" y="17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4"/>
                    <a:pt x="48" y="0"/>
                    <a:pt x="59" y="0"/>
                  </a:cubicBezTo>
                  <a:cubicBezTo>
                    <a:pt x="482" y="0"/>
                    <a:pt x="482" y="0"/>
                    <a:pt x="482" y="0"/>
                  </a:cubicBezTo>
                  <a:cubicBezTo>
                    <a:pt x="492" y="0"/>
                    <a:pt x="500" y="4"/>
                    <a:pt x="499" y="8"/>
                  </a:cubicBezTo>
                  <a:cubicBezTo>
                    <a:pt x="471" y="176"/>
                    <a:pt x="471" y="176"/>
                    <a:pt x="471" y="176"/>
                  </a:cubicBezTo>
                  <a:cubicBezTo>
                    <a:pt x="470" y="180"/>
                    <a:pt x="460" y="183"/>
                    <a:pt x="450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2" name="iṩļíḓê"/>
            <p:cNvSpPr/>
            <p:nvPr/>
          </p:nvSpPr>
          <p:spPr bwMode="auto">
            <a:xfrm>
              <a:off x="5243351" y="5109716"/>
              <a:ext cx="247686" cy="93156"/>
            </a:xfrm>
            <a:custGeom>
              <a:avLst/>
              <a:gdLst>
                <a:gd name="T0" fmla="*/ 449 w 489"/>
                <a:gd name="T1" fmla="*/ 183 h 183"/>
                <a:gd name="T2" fmla="*/ 18 w 489"/>
                <a:gd name="T3" fmla="*/ 183 h 183"/>
                <a:gd name="T4" fmla="*/ 0 w 489"/>
                <a:gd name="T5" fmla="*/ 176 h 183"/>
                <a:gd name="T6" fmla="*/ 28 w 489"/>
                <a:gd name="T7" fmla="*/ 8 h 183"/>
                <a:gd name="T8" fmla="*/ 48 w 489"/>
                <a:gd name="T9" fmla="*/ 0 h 183"/>
                <a:gd name="T10" fmla="*/ 471 w 489"/>
                <a:gd name="T11" fmla="*/ 0 h 183"/>
                <a:gd name="T12" fmla="*/ 489 w 489"/>
                <a:gd name="T13" fmla="*/ 8 h 183"/>
                <a:gd name="T14" fmla="*/ 469 w 489"/>
                <a:gd name="T15" fmla="*/ 176 h 183"/>
                <a:gd name="T16" fmla="*/ 449 w 489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9" h="183">
                  <a:moveTo>
                    <a:pt x="449" y="183"/>
                  </a:moveTo>
                  <a:cubicBezTo>
                    <a:pt x="18" y="183"/>
                    <a:pt x="18" y="183"/>
                    <a:pt x="18" y="183"/>
                  </a:cubicBezTo>
                  <a:cubicBezTo>
                    <a:pt x="8" y="183"/>
                    <a:pt x="0" y="180"/>
                    <a:pt x="0" y="17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4"/>
                    <a:pt x="37" y="0"/>
                    <a:pt x="48" y="0"/>
                  </a:cubicBezTo>
                  <a:cubicBezTo>
                    <a:pt x="471" y="0"/>
                    <a:pt x="471" y="0"/>
                    <a:pt x="471" y="0"/>
                  </a:cubicBezTo>
                  <a:cubicBezTo>
                    <a:pt x="481" y="0"/>
                    <a:pt x="489" y="4"/>
                    <a:pt x="489" y="8"/>
                  </a:cubicBezTo>
                  <a:cubicBezTo>
                    <a:pt x="469" y="176"/>
                    <a:pt x="469" y="176"/>
                    <a:pt x="469" y="176"/>
                  </a:cubicBezTo>
                  <a:cubicBezTo>
                    <a:pt x="469" y="180"/>
                    <a:pt x="460" y="183"/>
                    <a:pt x="449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3" name="îṣ1ïḍe"/>
            <p:cNvSpPr/>
            <p:nvPr/>
          </p:nvSpPr>
          <p:spPr bwMode="auto">
            <a:xfrm>
              <a:off x="5526108" y="5109716"/>
              <a:ext cx="242207" cy="93156"/>
            </a:xfrm>
            <a:custGeom>
              <a:avLst/>
              <a:gdLst>
                <a:gd name="T0" fmla="*/ 449 w 479"/>
                <a:gd name="T1" fmla="*/ 183 h 183"/>
                <a:gd name="T2" fmla="*/ 19 w 479"/>
                <a:gd name="T3" fmla="*/ 183 h 183"/>
                <a:gd name="T4" fmla="*/ 0 w 479"/>
                <a:gd name="T5" fmla="*/ 176 h 183"/>
                <a:gd name="T6" fmla="*/ 18 w 479"/>
                <a:gd name="T7" fmla="*/ 8 h 183"/>
                <a:gd name="T8" fmla="*/ 38 w 479"/>
                <a:gd name="T9" fmla="*/ 0 h 183"/>
                <a:gd name="T10" fmla="*/ 460 w 479"/>
                <a:gd name="T11" fmla="*/ 0 h 183"/>
                <a:gd name="T12" fmla="*/ 479 w 479"/>
                <a:gd name="T13" fmla="*/ 8 h 183"/>
                <a:gd name="T14" fmla="*/ 469 w 479"/>
                <a:gd name="T15" fmla="*/ 176 h 183"/>
                <a:gd name="T16" fmla="*/ 449 w 479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9" h="183">
                  <a:moveTo>
                    <a:pt x="449" y="183"/>
                  </a:moveTo>
                  <a:cubicBezTo>
                    <a:pt x="19" y="183"/>
                    <a:pt x="19" y="183"/>
                    <a:pt x="19" y="183"/>
                  </a:cubicBezTo>
                  <a:cubicBezTo>
                    <a:pt x="8" y="183"/>
                    <a:pt x="0" y="180"/>
                    <a:pt x="0" y="176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4"/>
                    <a:pt x="27" y="0"/>
                    <a:pt x="38" y="0"/>
                  </a:cubicBezTo>
                  <a:cubicBezTo>
                    <a:pt x="460" y="0"/>
                    <a:pt x="460" y="0"/>
                    <a:pt x="460" y="0"/>
                  </a:cubicBezTo>
                  <a:cubicBezTo>
                    <a:pt x="471" y="0"/>
                    <a:pt x="479" y="4"/>
                    <a:pt x="479" y="8"/>
                  </a:cubicBezTo>
                  <a:cubicBezTo>
                    <a:pt x="469" y="176"/>
                    <a:pt x="469" y="176"/>
                    <a:pt x="469" y="176"/>
                  </a:cubicBezTo>
                  <a:cubicBezTo>
                    <a:pt x="469" y="180"/>
                    <a:pt x="460" y="183"/>
                    <a:pt x="449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4" name="íṣlíḋê"/>
            <p:cNvSpPr/>
            <p:nvPr/>
          </p:nvSpPr>
          <p:spPr bwMode="auto">
            <a:xfrm>
              <a:off x="5808866" y="5109716"/>
              <a:ext cx="237822" cy="93156"/>
            </a:xfrm>
            <a:custGeom>
              <a:avLst/>
              <a:gdLst>
                <a:gd name="T0" fmla="*/ 450 w 469"/>
                <a:gd name="T1" fmla="*/ 183 h 183"/>
                <a:gd name="T2" fmla="*/ 19 w 469"/>
                <a:gd name="T3" fmla="*/ 183 h 183"/>
                <a:gd name="T4" fmla="*/ 0 w 469"/>
                <a:gd name="T5" fmla="*/ 176 h 183"/>
                <a:gd name="T6" fmla="*/ 8 w 469"/>
                <a:gd name="T7" fmla="*/ 8 h 183"/>
                <a:gd name="T8" fmla="*/ 28 w 469"/>
                <a:gd name="T9" fmla="*/ 0 h 183"/>
                <a:gd name="T10" fmla="*/ 450 w 469"/>
                <a:gd name="T11" fmla="*/ 0 h 183"/>
                <a:gd name="T12" fmla="*/ 469 w 469"/>
                <a:gd name="T13" fmla="*/ 8 h 183"/>
                <a:gd name="T14" fmla="*/ 469 w 469"/>
                <a:gd name="T15" fmla="*/ 176 h 183"/>
                <a:gd name="T16" fmla="*/ 450 w 469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9" h="183">
                  <a:moveTo>
                    <a:pt x="450" y="183"/>
                  </a:moveTo>
                  <a:cubicBezTo>
                    <a:pt x="19" y="183"/>
                    <a:pt x="19" y="183"/>
                    <a:pt x="19" y="183"/>
                  </a:cubicBezTo>
                  <a:cubicBezTo>
                    <a:pt x="8" y="183"/>
                    <a:pt x="0" y="180"/>
                    <a:pt x="0" y="17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"/>
                    <a:pt x="17" y="0"/>
                    <a:pt x="28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61" y="0"/>
                    <a:pt x="469" y="4"/>
                    <a:pt x="469" y="8"/>
                  </a:cubicBezTo>
                  <a:cubicBezTo>
                    <a:pt x="469" y="176"/>
                    <a:pt x="469" y="176"/>
                    <a:pt x="469" y="176"/>
                  </a:cubicBezTo>
                  <a:cubicBezTo>
                    <a:pt x="469" y="180"/>
                    <a:pt x="460" y="183"/>
                    <a:pt x="450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5" name="îşļiḑè"/>
            <p:cNvSpPr/>
            <p:nvPr/>
          </p:nvSpPr>
          <p:spPr bwMode="auto">
            <a:xfrm>
              <a:off x="6091622" y="5109716"/>
              <a:ext cx="237822" cy="93156"/>
            </a:xfrm>
            <a:custGeom>
              <a:avLst/>
              <a:gdLst>
                <a:gd name="T0" fmla="*/ 451 w 470"/>
                <a:gd name="T1" fmla="*/ 183 h 183"/>
                <a:gd name="T2" fmla="*/ 20 w 470"/>
                <a:gd name="T3" fmla="*/ 183 h 183"/>
                <a:gd name="T4" fmla="*/ 1 w 470"/>
                <a:gd name="T5" fmla="*/ 176 h 183"/>
                <a:gd name="T6" fmla="*/ 0 w 470"/>
                <a:gd name="T7" fmla="*/ 8 h 183"/>
                <a:gd name="T8" fmla="*/ 19 w 470"/>
                <a:gd name="T9" fmla="*/ 0 h 183"/>
                <a:gd name="T10" fmla="*/ 441 w 470"/>
                <a:gd name="T11" fmla="*/ 0 h 183"/>
                <a:gd name="T12" fmla="*/ 461 w 470"/>
                <a:gd name="T13" fmla="*/ 8 h 183"/>
                <a:gd name="T14" fmla="*/ 470 w 470"/>
                <a:gd name="T15" fmla="*/ 176 h 183"/>
                <a:gd name="T16" fmla="*/ 451 w 47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0" h="183">
                  <a:moveTo>
                    <a:pt x="451" y="183"/>
                  </a:moveTo>
                  <a:cubicBezTo>
                    <a:pt x="20" y="183"/>
                    <a:pt x="20" y="183"/>
                    <a:pt x="20" y="183"/>
                  </a:cubicBezTo>
                  <a:cubicBezTo>
                    <a:pt x="9" y="183"/>
                    <a:pt x="1" y="180"/>
                    <a:pt x="1" y="1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8" y="0"/>
                    <a:pt x="19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452" y="0"/>
                    <a:pt x="460" y="4"/>
                    <a:pt x="461" y="8"/>
                  </a:cubicBezTo>
                  <a:cubicBezTo>
                    <a:pt x="470" y="176"/>
                    <a:pt x="470" y="176"/>
                    <a:pt x="470" y="176"/>
                  </a:cubicBezTo>
                  <a:cubicBezTo>
                    <a:pt x="470" y="180"/>
                    <a:pt x="462" y="183"/>
                    <a:pt x="451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6" name="ïsḻiḋê"/>
            <p:cNvSpPr/>
            <p:nvPr/>
          </p:nvSpPr>
          <p:spPr bwMode="auto">
            <a:xfrm>
              <a:off x="6369995" y="5109716"/>
              <a:ext cx="242207" cy="93156"/>
            </a:xfrm>
            <a:custGeom>
              <a:avLst/>
              <a:gdLst>
                <a:gd name="T0" fmla="*/ 461 w 480"/>
                <a:gd name="T1" fmla="*/ 183 h 183"/>
                <a:gd name="T2" fmla="*/ 30 w 480"/>
                <a:gd name="T3" fmla="*/ 183 h 183"/>
                <a:gd name="T4" fmla="*/ 11 w 480"/>
                <a:gd name="T5" fmla="*/ 176 h 183"/>
                <a:gd name="T6" fmla="*/ 0 w 480"/>
                <a:gd name="T7" fmla="*/ 8 h 183"/>
                <a:gd name="T8" fmla="*/ 18 w 480"/>
                <a:gd name="T9" fmla="*/ 0 h 183"/>
                <a:gd name="T10" fmla="*/ 441 w 480"/>
                <a:gd name="T11" fmla="*/ 0 h 183"/>
                <a:gd name="T12" fmla="*/ 461 w 480"/>
                <a:gd name="T13" fmla="*/ 8 h 183"/>
                <a:gd name="T14" fmla="*/ 480 w 480"/>
                <a:gd name="T15" fmla="*/ 176 h 183"/>
                <a:gd name="T16" fmla="*/ 461 w 48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0" h="183">
                  <a:moveTo>
                    <a:pt x="461" y="183"/>
                  </a:moveTo>
                  <a:cubicBezTo>
                    <a:pt x="30" y="183"/>
                    <a:pt x="30" y="183"/>
                    <a:pt x="30" y="183"/>
                  </a:cubicBezTo>
                  <a:cubicBezTo>
                    <a:pt x="20" y="183"/>
                    <a:pt x="11" y="180"/>
                    <a:pt x="11" y="1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8" y="0"/>
                    <a:pt x="18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452" y="0"/>
                    <a:pt x="461" y="4"/>
                    <a:pt x="461" y="8"/>
                  </a:cubicBezTo>
                  <a:cubicBezTo>
                    <a:pt x="480" y="176"/>
                    <a:pt x="480" y="176"/>
                    <a:pt x="480" y="176"/>
                  </a:cubicBezTo>
                  <a:cubicBezTo>
                    <a:pt x="480" y="180"/>
                    <a:pt x="472" y="183"/>
                    <a:pt x="461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7" name="íṩľiḑè"/>
            <p:cNvSpPr/>
            <p:nvPr/>
          </p:nvSpPr>
          <p:spPr bwMode="auto">
            <a:xfrm>
              <a:off x="6647271" y="5109716"/>
              <a:ext cx="247686" cy="93156"/>
            </a:xfrm>
            <a:custGeom>
              <a:avLst/>
              <a:gdLst>
                <a:gd name="T0" fmla="*/ 471 w 490"/>
                <a:gd name="T1" fmla="*/ 183 h 183"/>
                <a:gd name="T2" fmla="*/ 41 w 490"/>
                <a:gd name="T3" fmla="*/ 183 h 183"/>
                <a:gd name="T4" fmla="*/ 20 w 490"/>
                <a:gd name="T5" fmla="*/ 176 h 183"/>
                <a:gd name="T6" fmla="*/ 0 w 490"/>
                <a:gd name="T7" fmla="*/ 8 h 183"/>
                <a:gd name="T8" fmla="*/ 18 w 490"/>
                <a:gd name="T9" fmla="*/ 0 h 183"/>
                <a:gd name="T10" fmla="*/ 441 w 490"/>
                <a:gd name="T11" fmla="*/ 0 h 183"/>
                <a:gd name="T12" fmla="*/ 461 w 490"/>
                <a:gd name="T13" fmla="*/ 8 h 183"/>
                <a:gd name="T14" fmla="*/ 489 w 490"/>
                <a:gd name="T15" fmla="*/ 176 h 183"/>
                <a:gd name="T16" fmla="*/ 471 w 49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0" h="183">
                  <a:moveTo>
                    <a:pt x="471" y="183"/>
                  </a:moveTo>
                  <a:cubicBezTo>
                    <a:pt x="41" y="183"/>
                    <a:pt x="41" y="183"/>
                    <a:pt x="41" y="183"/>
                  </a:cubicBezTo>
                  <a:cubicBezTo>
                    <a:pt x="30" y="183"/>
                    <a:pt x="21" y="180"/>
                    <a:pt x="20" y="1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8" y="0"/>
                    <a:pt x="18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452" y="0"/>
                    <a:pt x="461" y="4"/>
                    <a:pt x="461" y="8"/>
                  </a:cubicBezTo>
                  <a:cubicBezTo>
                    <a:pt x="489" y="176"/>
                    <a:pt x="489" y="176"/>
                    <a:pt x="489" y="176"/>
                  </a:cubicBezTo>
                  <a:cubicBezTo>
                    <a:pt x="490" y="180"/>
                    <a:pt x="482" y="183"/>
                    <a:pt x="471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8" name="îṣḻíḓè"/>
            <p:cNvSpPr/>
            <p:nvPr/>
          </p:nvSpPr>
          <p:spPr bwMode="auto">
            <a:xfrm>
              <a:off x="6925644" y="5109716"/>
              <a:ext cx="253166" cy="93156"/>
            </a:xfrm>
            <a:custGeom>
              <a:avLst/>
              <a:gdLst>
                <a:gd name="T0" fmla="*/ 482 w 500"/>
                <a:gd name="T1" fmla="*/ 183 h 183"/>
                <a:gd name="T2" fmla="*/ 51 w 500"/>
                <a:gd name="T3" fmla="*/ 183 h 183"/>
                <a:gd name="T4" fmla="*/ 30 w 500"/>
                <a:gd name="T5" fmla="*/ 176 h 183"/>
                <a:gd name="T6" fmla="*/ 1 w 500"/>
                <a:gd name="T7" fmla="*/ 8 h 183"/>
                <a:gd name="T8" fmla="*/ 18 w 500"/>
                <a:gd name="T9" fmla="*/ 0 h 183"/>
                <a:gd name="T10" fmla="*/ 441 w 500"/>
                <a:gd name="T11" fmla="*/ 0 h 183"/>
                <a:gd name="T12" fmla="*/ 462 w 500"/>
                <a:gd name="T13" fmla="*/ 8 h 183"/>
                <a:gd name="T14" fmla="*/ 499 w 500"/>
                <a:gd name="T15" fmla="*/ 176 h 183"/>
                <a:gd name="T16" fmla="*/ 482 w 50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183">
                  <a:moveTo>
                    <a:pt x="482" y="183"/>
                  </a:moveTo>
                  <a:cubicBezTo>
                    <a:pt x="51" y="183"/>
                    <a:pt x="51" y="183"/>
                    <a:pt x="51" y="183"/>
                  </a:cubicBezTo>
                  <a:cubicBezTo>
                    <a:pt x="40" y="183"/>
                    <a:pt x="31" y="180"/>
                    <a:pt x="30" y="17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4"/>
                    <a:pt x="8" y="0"/>
                    <a:pt x="18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451" y="0"/>
                    <a:pt x="461" y="4"/>
                    <a:pt x="462" y="8"/>
                  </a:cubicBezTo>
                  <a:cubicBezTo>
                    <a:pt x="499" y="176"/>
                    <a:pt x="499" y="176"/>
                    <a:pt x="499" y="176"/>
                  </a:cubicBezTo>
                  <a:cubicBezTo>
                    <a:pt x="500" y="180"/>
                    <a:pt x="492" y="183"/>
                    <a:pt x="482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39" name="îṧlïḑè"/>
            <p:cNvSpPr/>
            <p:nvPr/>
          </p:nvSpPr>
          <p:spPr bwMode="auto">
            <a:xfrm>
              <a:off x="7304844" y="5271918"/>
              <a:ext cx="258645" cy="56990"/>
            </a:xfrm>
            <a:custGeom>
              <a:avLst/>
              <a:gdLst>
                <a:gd name="T0" fmla="*/ 438 w 511"/>
                <a:gd name="T1" fmla="*/ 112 h 112"/>
                <a:gd name="T2" fmla="*/ 102 w 511"/>
                <a:gd name="T3" fmla="*/ 112 h 112"/>
                <a:gd name="T4" fmla="*/ 17 w 511"/>
                <a:gd name="T5" fmla="*/ 81 h 112"/>
                <a:gd name="T6" fmla="*/ 4 w 511"/>
                <a:gd name="T7" fmla="*/ 30 h 112"/>
                <a:gd name="T8" fmla="*/ 73 w 511"/>
                <a:gd name="T9" fmla="*/ 0 h 112"/>
                <a:gd name="T10" fmla="*/ 405 w 511"/>
                <a:gd name="T11" fmla="*/ 0 h 112"/>
                <a:gd name="T12" fmla="*/ 491 w 511"/>
                <a:gd name="T13" fmla="*/ 30 h 112"/>
                <a:gd name="T14" fmla="*/ 506 w 511"/>
                <a:gd name="T15" fmla="*/ 81 h 112"/>
                <a:gd name="T16" fmla="*/ 438 w 511"/>
                <a:gd name="T17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1" h="112">
                  <a:moveTo>
                    <a:pt x="438" y="112"/>
                  </a:moveTo>
                  <a:cubicBezTo>
                    <a:pt x="102" y="112"/>
                    <a:pt x="102" y="112"/>
                    <a:pt x="102" y="112"/>
                  </a:cubicBezTo>
                  <a:cubicBezTo>
                    <a:pt x="59" y="112"/>
                    <a:pt x="21" y="98"/>
                    <a:pt x="17" y="81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0" y="13"/>
                    <a:pt x="31" y="0"/>
                    <a:pt x="73" y="0"/>
                  </a:cubicBezTo>
                  <a:cubicBezTo>
                    <a:pt x="405" y="0"/>
                    <a:pt x="405" y="0"/>
                    <a:pt x="405" y="0"/>
                  </a:cubicBezTo>
                  <a:cubicBezTo>
                    <a:pt x="447" y="0"/>
                    <a:pt x="486" y="13"/>
                    <a:pt x="491" y="30"/>
                  </a:cubicBezTo>
                  <a:cubicBezTo>
                    <a:pt x="506" y="81"/>
                    <a:pt x="506" y="81"/>
                    <a:pt x="506" y="81"/>
                  </a:cubicBezTo>
                  <a:cubicBezTo>
                    <a:pt x="511" y="98"/>
                    <a:pt x="480" y="112"/>
                    <a:pt x="438" y="112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0" name="îṣḷîḓé"/>
            <p:cNvSpPr/>
            <p:nvPr/>
          </p:nvSpPr>
          <p:spPr bwMode="auto">
            <a:xfrm>
              <a:off x="7593081" y="5271918"/>
              <a:ext cx="260837" cy="56990"/>
            </a:xfrm>
            <a:custGeom>
              <a:avLst/>
              <a:gdLst>
                <a:gd name="T0" fmla="*/ 443 w 515"/>
                <a:gd name="T1" fmla="*/ 112 h 112"/>
                <a:gd name="T2" fmla="*/ 107 w 515"/>
                <a:gd name="T3" fmla="*/ 112 h 112"/>
                <a:gd name="T4" fmla="*/ 20 w 515"/>
                <a:gd name="T5" fmla="*/ 81 h 112"/>
                <a:gd name="T6" fmla="*/ 5 w 515"/>
                <a:gd name="T7" fmla="*/ 30 h 112"/>
                <a:gd name="T8" fmla="*/ 72 w 515"/>
                <a:gd name="T9" fmla="*/ 0 h 112"/>
                <a:gd name="T10" fmla="*/ 404 w 515"/>
                <a:gd name="T11" fmla="*/ 0 h 112"/>
                <a:gd name="T12" fmla="*/ 491 w 515"/>
                <a:gd name="T13" fmla="*/ 30 h 112"/>
                <a:gd name="T14" fmla="*/ 509 w 515"/>
                <a:gd name="T15" fmla="*/ 81 h 112"/>
                <a:gd name="T16" fmla="*/ 443 w 515"/>
                <a:gd name="T17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5" h="112">
                  <a:moveTo>
                    <a:pt x="443" y="112"/>
                  </a:moveTo>
                  <a:cubicBezTo>
                    <a:pt x="107" y="112"/>
                    <a:pt x="107" y="112"/>
                    <a:pt x="107" y="112"/>
                  </a:cubicBezTo>
                  <a:cubicBezTo>
                    <a:pt x="64" y="112"/>
                    <a:pt x="25" y="98"/>
                    <a:pt x="20" y="8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0" y="13"/>
                    <a:pt x="30" y="0"/>
                    <a:pt x="72" y="0"/>
                  </a:cubicBezTo>
                  <a:cubicBezTo>
                    <a:pt x="404" y="0"/>
                    <a:pt x="404" y="0"/>
                    <a:pt x="404" y="0"/>
                  </a:cubicBezTo>
                  <a:cubicBezTo>
                    <a:pt x="446" y="0"/>
                    <a:pt x="485" y="13"/>
                    <a:pt x="491" y="30"/>
                  </a:cubicBezTo>
                  <a:cubicBezTo>
                    <a:pt x="509" y="81"/>
                    <a:pt x="509" y="81"/>
                    <a:pt x="509" y="81"/>
                  </a:cubicBezTo>
                  <a:cubicBezTo>
                    <a:pt x="515" y="98"/>
                    <a:pt x="485" y="112"/>
                    <a:pt x="443" y="112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1" name="îṩ1îďe"/>
            <p:cNvSpPr/>
            <p:nvPr/>
          </p:nvSpPr>
          <p:spPr bwMode="auto">
            <a:xfrm>
              <a:off x="7574451" y="5209447"/>
              <a:ext cx="257550" cy="54798"/>
            </a:xfrm>
            <a:custGeom>
              <a:avLst/>
              <a:gdLst>
                <a:gd name="T0" fmla="*/ 437 w 509"/>
                <a:gd name="T1" fmla="*/ 110 h 110"/>
                <a:gd name="T2" fmla="*/ 106 w 509"/>
                <a:gd name="T3" fmla="*/ 110 h 110"/>
                <a:gd name="T4" fmla="*/ 20 w 509"/>
                <a:gd name="T5" fmla="*/ 80 h 110"/>
                <a:gd name="T6" fmla="*/ 5 w 509"/>
                <a:gd name="T7" fmla="*/ 30 h 110"/>
                <a:gd name="T8" fmla="*/ 72 w 509"/>
                <a:gd name="T9" fmla="*/ 0 h 110"/>
                <a:gd name="T10" fmla="*/ 400 w 509"/>
                <a:gd name="T11" fmla="*/ 0 h 110"/>
                <a:gd name="T12" fmla="*/ 486 w 509"/>
                <a:gd name="T13" fmla="*/ 30 h 110"/>
                <a:gd name="T14" fmla="*/ 503 w 509"/>
                <a:gd name="T15" fmla="*/ 80 h 110"/>
                <a:gd name="T16" fmla="*/ 437 w 509"/>
                <a:gd name="T17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9" h="110">
                  <a:moveTo>
                    <a:pt x="437" y="110"/>
                  </a:moveTo>
                  <a:cubicBezTo>
                    <a:pt x="106" y="110"/>
                    <a:pt x="106" y="110"/>
                    <a:pt x="106" y="110"/>
                  </a:cubicBezTo>
                  <a:cubicBezTo>
                    <a:pt x="64" y="110"/>
                    <a:pt x="25" y="96"/>
                    <a:pt x="20" y="8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0" y="14"/>
                    <a:pt x="30" y="0"/>
                    <a:pt x="72" y="0"/>
                  </a:cubicBezTo>
                  <a:cubicBezTo>
                    <a:pt x="400" y="0"/>
                    <a:pt x="400" y="0"/>
                    <a:pt x="400" y="0"/>
                  </a:cubicBezTo>
                  <a:cubicBezTo>
                    <a:pt x="441" y="0"/>
                    <a:pt x="480" y="14"/>
                    <a:pt x="486" y="30"/>
                  </a:cubicBezTo>
                  <a:cubicBezTo>
                    <a:pt x="503" y="80"/>
                    <a:pt x="503" y="80"/>
                    <a:pt x="503" y="80"/>
                  </a:cubicBezTo>
                  <a:cubicBezTo>
                    <a:pt x="509" y="96"/>
                    <a:pt x="480" y="110"/>
                    <a:pt x="437" y="110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2" name="îṡľiḋè"/>
            <p:cNvSpPr/>
            <p:nvPr/>
          </p:nvSpPr>
          <p:spPr bwMode="auto">
            <a:xfrm>
              <a:off x="7881318" y="5271918"/>
              <a:ext cx="263029" cy="56990"/>
            </a:xfrm>
            <a:custGeom>
              <a:avLst/>
              <a:gdLst>
                <a:gd name="T0" fmla="*/ 449 w 520"/>
                <a:gd name="T1" fmla="*/ 112 h 112"/>
                <a:gd name="T2" fmla="*/ 113 w 520"/>
                <a:gd name="T3" fmla="*/ 112 h 112"/>
                <a:gd name="T4" fmla="*/ 25 w 520"/>
                <a:gd name="T5" fmla="*/ 81 h 112"/>
                <a:gd name="T6" fmla="*/ 6 w 520"/>
                <a:gd name="T7" fmla="*/ 30 h 112"/>
                <a:gd name="T8" fmla="*/ 72 w 520"/>
                <a:gd name="T9" fmla="*/ 0 h 112"/>
                <a:gd name="T10" fmla="*/ 404 w 520"/>
                <a:gd name="T11" fmla="*/ 0 h 112"/>
                <a:gd name="T12" fmla="*/ 493 w 520"/>
                <a:gd name="T13" fmla="*/ 30 h 112"/>
                <a:gd name="T14" fmla="*/ 513 w 520"/>
                <a:gd name="T15" fmla="*/ 81 h 112"/>
                <a:gd name="T16" fmla="*/ 449 w 520"/>
                <a:gd name="T17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0" h="112">
                  <a:moveTo>
                    <a:pt x="449" y="112"/>
                  </a:moveTo>
                  <a:cubicBezTo>
                    <a:pt x="113" y="112"/>
                    <a:pt x="113" y="112"/>
                    <a:pt x="113" y="112"/>
                  </a:cubicBezTo>
                  <a:cubicBezTo>
                    <a:pt x="70" y="112"/>
                    <a:pt x="31" y="98"/>
                    <a:pt x="25" y="81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13"/>
                    <a:pt x="30" y="0"/>
                    <a:pt x="72" y="0"/>
                  </a:cubicBezTo>
                  <a:cubicBezTo>
                    <a:pt x="404" y="0"/>
                    <a:pt x="404" y="0"/>
                    <a:pt x="404" y="0"/>
                  </a:cubicBezTo>
                  <a:cubicBezTo>
                    <a:pt x="446" y="0"/>
                    <a:pt x="486" y="13"/>
                    <a:pt x="493" y="30"/>
                  </a:cubicBezTo>
                  <a:cubicBezTo>
                    <a:pt x="513" y="81"/>
                    <a:pt x="513" y="81"/>
                    <a:pt x="513" y="81"/>
                  </a:cubicBezTo>
                  <a:cubicBezTo>
                    <a:pt x="520" y="98"/>
                    <a:pt x="491" y="112"/>
                    <a:pt x="449" y="112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3" name="íś1ïḍe"/>
            <p:cNvSpPr/>
            <p:nvPr/>
          </p:nvSpPr>
          <p:spPr bwMode="auto">
            <a:xfrm>
              <a:off x="4841136" y="5007792"/>
              <a:ext cx="249879" cy="87676"/>
            </a:xfrm>
            <a:custGeom>
              <a:avLst/>
              <a:gdLst>
                <a:gd name="T0" fmla="*/ 440 w 493"/>
                <a:gd name="T1" fmla="*/ 175 h 175"/>
                <a:gd name="T2" fmla="*/ 18 w 493"/>
                <a:gd name="T3" fmla="*/ 175 h 175"/>
                <a:gd name="T4" fmla="*/ 1 w 493"/>
                <a:gd name="T5" fmla="*/ 168 h 175"/>
                <a:gd name="T6" fmla="*/ 41 w 493"/>
                <a:gd name="T7" fmla="*/ 7 h 175"/>
                <a:gd name="T8" fmla="*/ 61 w 493"/>
                <a:gd name="T9" fmla="*/ 0 h 175"/>
                <a:gd name="T10" fmla="*/ 475 w 493"/>
                <a:gd name="T11" fmla="*/ 0 h 175"/>
                <a:gd name="T12" fmla="*/ 492 w 493"/>
                <a:gd name="T13" fmla="*/ 7 h 175"/>
                <a:gd name="T14" fmla="*/ 460 w 493"/>
                <a:gd name="T15" fmla="*/ 168 h 175"/>
                <a:gd name="T16" fmla="*/ 440 w 493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3" h="175">
                  <a:moveTo>
                    <a:pt x="440" y="175"/>
                  </a:moveTo>
                  <a:cubicBezTo>
                    <a:pt x="18" y="175"/>
                    <a:pt x="18" y="175"/>
                    <a:pt x="18" y="175"/>
                  </a:cubicBezTo>
                  <a:cubicBezTo>
                    <a:pt x="8" y="175"/>
                    <a:pt x="0" y="172"/>
                    <a:pt x="1" y="168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2" y="3"/>
                    <a:pt x="51" y="0"/>
                    <a:pt x="61" y="0"/>
                  </a:cubicBezTo>
                  <a:cubicBezTo>
                    <a:pt x="475" y="0"/>
                    <a:pt x="475" y="0"/>
                    <a:pt x="475" y="0"/>
                  </a:cubicBezTo>
                  <a:cubicBezTo>
                    <a:pt x="486" y="0"/>
                    <a:pt x="493" y="3"/>
                    <a:pt x="492" y="7"/>
                  </a:cubicBezTo>
                  <a:cubicBezTo>
                    <a:pt x="460" y="168"/>
                    <a:pt x="460" y="168"/>
                    <a:pt x="460" y="168"/>
                  </a:cubicBezTo>
                  <a:cubicBezTo>
                    <a:pt x="459" y="172"/>
                    <a:pt x="450" y="175"/>
                    <a:pt x="440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4" name="iṥḷîḓe"/>
            <p:cNvSpPr/>
            <p:nvPr/>
          </p:nvSpPr>
          <p:spPr bwMode="auto">
            <a:xfrm>
              <a:off x="5120603" y="5007792"/>
              <a:ext cx="245494" cy="87676"/>
            </a:xfrm>
            <a:custGeom>
              <a:avLst/>
              <a:gdLst>
                <a:gd name="T0" fmla="*/ 440 w 484"/>
                <a:gd name="T1" fmla="*/ 175 h 175"/>
                <a:gd name="T2" fmla="*/ 19 w 484"/>
                <a:gd name="T3" fmla="*/ 175 h 175"/>
                <a:gd name="T4" fmla="*/ 1 w 484"/>
                <a:gd name="T5" fmla="*/ 168 h 175"/>
                <a:gd name="T6" fmla="*/ 32 w 484"/>
                <a:gd name="T7" fmla="*/ 7 h 175"/>
                <a:gd name="T8" fmla="*/ 52 w 484"/>
                <a:gd name="T9" fmla="*/ 0 h 175"/>
                <a:gd name="T10" fmla="*/ 466 w 484"/>
                <a:gd name="T11" fmla="*/ 0 h 175"/>
                <a:gd name="T12" fmla="*/ 483 w 484"/>
                <a:gd name="T13" fmla="*/ 7 h 175"/>
                <a:gd name="T14" fmla="*/ 460 w 484"/>
                <a:gd name="T15" fmla="*/ 168 h 175"/>
                <a:gd name="T16" fmla="*/ 440 w 48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4" h="175">
                  <a:moveTo>
                    <a:pt x="440" y="175"/>
                  </a:moveTo>
                  <a:cubicBezTo>
                    <a:pt x="19" y="175"/>
                    <a:pt x="19" y="175"/>
                    <a:pt x="19" y="175"/>
                  </a:cubicBezTo>
                  <a:cubicBezTo>
                    <a:pt x="8" y="175"/>
                    <a:pt x="0" y="172"/>
                    <a:pt x="1" y="16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41" y="0"/>
                    <a:pt x="52" y="0"/>
                  </a:cubicBezTo>
                  <a:cubicBezTo>
                    <a:pt x="466" y="0"/>
                    <a:pt x="466" y="0"/>
                    <a:pt x="466" y="0"/>
                  </a:cubicBezTo>
                  <a:cubicBezTo>
                    <a:pt x="476" y="0"/>
                    <a:pt x="484" y="3"/>
                    <a:pt x="483" y="7"/>
                  </a:cubicBezTo>
                  <a:cubicBezTo>
                    <a:pt x="460" y="168"/>
                    <a:pt x="460" y="168"/>
                    <a:pt x="460" y="168"/>
                  </a:cubicBezTo>
                  <a:cubicBezTo>
                    <a:pt x="459" y="172"/>
                    <a:pt x="450" y="175"/>
                    <a:pt x="440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5" name="iṧļîḍé"/>
            <p:cNvSpPr/>
            <p:nvPr/>
          </p:nvSpPr>
          <p:spPr bwMode="auto">
            <a:xfrm>
              <a:off x="5400074" y="5007792"/>
              <a:ext cx="240013" cy="87676"/>
            </a:xfrm>
            <a:custGeom>
              <a:avLst/>
              <a:gdLst>
                <a:gd name="T0" fmla="*/ 440 w 474"/>
                <a:gd name="T1" fmla="*/ 175 h 175"/>
                <a:gd name="T2" fmla="*/ 19 w 474"/>
                <a:gd name="T3" fmla="*/ 175 h 175"/>
                <a:gd name="T4" fmla="*/ 1 w 474"/>
                <a:gd name="T5" fmla="*/ 168 h 175"/>
                <a:gd name="T6" fmla="*/ 22 w 474"/>
                <a:gd name="T7" fmla="*/ 7 h 175"/>
                <a:gd name="T8" fmla="*/ 42 w 474"/>
                <a:gd name="T9" fmla="*/ 0 h 175"/>
                <a:gd name="T10" fmla="*/ 456 w 474"/>
                <a:gd name="T11" fmla="*/ 0 h 175"/>
                <a:gd name="T12" fmla="*/ 474 w 474"/>
                <a:gd name="T13" fmla="*/ 7 h 175"/>
                <a:gd name="T14" fmla="*/ 460 w 474"/>
                <a:gd name="T15" fmla="*/ 168 h 175"/>
                <a:gd name="T16" fmla="*/ 440 w 47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4" h="175">
                  <a:moveTo>
                    <a:pt x="440" y="175"/>
                  </a:moveTo>
                  <a:cubicBezTo>
                    <a:pt x="19" y="175"/>
                    <a:pt x="19" y="175"/>
                    <a:pt x="19" y="175"/>
                  </a:cubicBezTo>
                  <a:cubicBezTo>
                    <a:pt x="8" y="175"/>
                    <a:pt x="0" y="172"/>
                    <a:pt x="1" y="16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3"/>
                    <a:pt x="32" y="0"/>
                    <a:pt x="42" y="0"/>
                  </a:cubicBezTo>
                  <a:cubicBezTo>
                    <a:pt x="456" y="0"/>
                    <a:pt x="456" y="0"/>
                    <a:pt x="456" y="0"/>
                  </a:cubicBezTo>
                  <a:cubicBezTo>
                    <a:pt x="466" y="0"/>
                    <a:pt x="474" y="3"/>
                    <a:pt x="474" y="7"/>
                  </a:cubicBezTo>
                  <a:cubicBezTo>
                    <a:pt x="460" y="168"/>
                    <a:pt x="460" y="168"/>
                    <a:pt x="460" y="168"/>
                  </a:cubicBezTo>
                  <a:cubicBezTo>
                    <a:pt x="460" y="172"/>
                    <a:pt x="451" y="175"/>
                    <a:pt x="440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6" name="ïşḷïḍé"/>
            <p:cNvSpPr/>
            <p:nvPr/>
          </p:nvSpPr>
          <p:spPr bwMode="auto">
            <a:xfrm>
              <a:off x="5678445" y="5007792"/>
              <a:ext cx="234534" cy="87676"/>
            </a:xfrm>
            <a:custGeom>
              <a:avLst/>
              <a:gdLst>
                <a:gd name="T0" fmla="*/ 440 w 464"/>
                <a:gd name="T1" fmla="*/ 175 h 175"/>
                <a:gd name="T2" fmla="*/ 19 w 464"/>
                <a:gd name="T3" fmla="*/ 175 h 175"/>
                <a:gd name="T4" fmla="*/ 0 w 464"/>
                <a:gd name="T5" fmla="*/ 168 h 175"/>
                <a:gd name="T6" fmla="*/ 13 w 464"/>
                <a:gd name="T7" fmla="*/ 7 h 175"/>
                <a:gd name="T8" fmla="*/ 32 w 464"/>
                <a:gd name="T9" fmla="*/ 0 h 175"/>
                <a:gd name="T10" fmla="*/ 446 w 464"/>
                <a:gd name="T11" fmla="*/ 0 h 175"/>
                <a:gd name="T12" fmla="*/ 464 w 464"/>
                <a:gd name="T13" fmla="*/ 7 h 175"/>
                <a:gd name="T14" fmla="*/ 460 w 464"/>
                <a:gd name="T15" fmla="*/ 168 h 175"/>
                <a:gd name="T16" fmla="*/ 440 w 46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4" h="175">
                  <a:moveTo>
                    <a:pt x="440" y="175"/>
                  </a:moveTo>
                  <a:cubicBezTo>
                    <a:pt x="19" y="175"/>
                    <a:pt x="19" y="175"/>
                    <a:pt x="19" y="175"/>
                  </a:cubicBezTo>
                  <a:cubicBezTo>
                    <a:pt x="8" y="175"/>
                    <a:pt x="0" y="172"/>
                    <a:pt x="0" y="168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3"/>
                    <a:pt x="22" y="0"/>
                    <a:pt x="32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56" y="0"/>
                    <a:pt x="464" y="3"/>
                    <a:pt x="464" y="7"/>
                  </a:cubicBezTo>
                  <a:cubicBezTo>
                    <a:pt x="460" y="168"/>
                    <a:pt x="460" y="168"/>
                    <a:pt x="460" y="168"/>
                  </a:cubicBezTo>
                  <a:cubicBezTo>
                    <a:pt x="459" y="172"/>
                    <a:pt x="451" y="175"/>
                    <a:pt x="440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7" name="iš1îḑe"/>
            <p:cNvSpPr/>
            <p:nvPr/>
          </p:nvSpPr>
          <p:spPr bwMode="auto">
            <a:xfrm>
              <a:off x="5957914" y="5007792"/>
              <a:ext cx="232343" cy="87676"/>
            </a:xfrm>
            <a:custGeom>
              <a:avLst/>
              <a:gdLst>
                <a:gd name="T0" fmla="*/ 441 w 460"/>
                <a:gd name="T1" fmla="*/ 175 h 175"/>
                <a:gd name="T2" fmla="*/ 19 w 460"/>
                <a:gd name="T3" fmla="*/ 175 h 175"/>
                <a:gd name="T4" fmla="*/ 0 w 460"/>
                <a:gd name="T5" fmla="*/ 168 h 175"/>
                <a:gd name="T6" fmla="*/ 4 w 460"/>
                <a:gd name="T7" fmla="*/ 7 h 175"/>
                <a:gd name="T8" fmla="*/ 22 w 460"/>
                <a:gd name="T9" fmla="*/ 0 h 175"/>
                <a:gd name="T10" fmla="*/ 436 w 460"/>
                <a:gd name="T11" fmla="*/ 0 h 175"/>
                <a:gd name="T12" fmla="*/ 455 w 460"/>
                <a:gd name="T13" fmla="*/ 7 h 175"/>
                <a:gd name="T14" fmla="*/ 459 w 460"/>
                <a:gd name="T15" fmla="*/ 168 h 175"/>
                <a:gd name="T16" fmla="*/ 441 w 460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0" h="175">
                  <a:moveTo>
                    <a:pt x="441" y="175"/>
                  </a:moveTo>
                  <a:cubicBezTo>
                    <a:pt x="19" y="175"/>
                    <a:pt x="19" y="175"/>
                    <a:pt x="19" y="175"/>
                  </a:cubicBezTo>
                  <a:cubicBezTo>
                    <a:pt x="9" y="175"/>
                    <a:pt x="0" y="172"/>
                    <a:pt x="0" y="16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3"/>
                    <a:pt x="12" y="0"/>
                    <a:pt x="22" y="0"/>
                  </a:cubicBezTo>
                  <a:cubicBezTo>
                    <a:pt x="436" y="0"/>
                    <a:pt x="436" y="0"/>
                    <a:pt x="436" y="0"/>
                  </a:cubicBezTo>
                  <a:cubicBezTo>
                    <a:pt x="447" y="0"/>
                    <a:pt x="455" y="3"/>
                    <a:pt x="455" y="7"/>
                  </a:cubicBezTo>
                  <a:cubicBezTo>
                    <a:pt x="459" y="168"/>
                    <a:pt x="459" y="168"/>
                    <a:pt x="459" y="168"/>
                  </a:cubicBezTo>
                  <a:cubicBezTo>
                    <a:pt x="460" y="172"/>
                    <a:pt x="451" y="175"/>
                    <a:pt x="441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8" name="îSḻîde"/>
            <p:cNvSpPr/>
            <p:nvPr/>
          </p:nvSpPr>
          <p:spPr bwMode="auto">
            <a:xfrm>
              <a:off x="6222040" y="5007792"/>
              <a:ext cx="235630" cy="87676"/>
            </a:xfrm>
            <a:custGeom>
              <a:avLst/>
              <a:gdLst>
                <a:gd name="T0" fmla="*/ 446 w 465"/>
                <a:gd name="T1" fmla="*/ 175 h 175"/>
                <a:gd name="T2" fmla="*/ 25 w 465"/>
                <a:gd name="T3" fmla="*/ 175 h 175"/>
                <a:gd name="T4" fmla="*/ 6 w 465"/>
                <a:gd name="T5" fmla="*/ 168 h 175"/>
                <a:gd name="T6" fmla="*/ 0 w 465"/>
                <a:gd name="T7" fmla="*/ 7 h 175"/>
                <a:gd name="T8" fmla="*/ 19 w 465"/>
                <a:gd name="T9" fmla="*/ 0 h 175"/>
                <a:gd name="T10" fmla="*/ 432 w 465"/>
                <a:gd name="T11" fmla="*/ 0 h 175"/>
                <a:gd name="T12" fmla="*/ 452 w 465"/>
                <a:gd name="T13" fmla="*/ 7 h 175"/>
                <a:gd name="T14" fmla="*/ 465 w 465"/>
                <a:gd name="T15" fmla="*/ 168 h 175"/>
                <a:gd name="T16" fmla="*/ 446 w 465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5" h="175">
                  <a:moveTo>
                    <a:pt x="446" y="175"/>
                  </a:moveTo>
                  <a:cubicBezTo>
                    <a:pt x="25" y="175"/>
                    <a:pt x="25" y="175"/>
                    <a:pt x="25" y="175"/>
                  </a:cubicBezTo>
                  <a:cubicBezTo>
                    <a:pt x="14" y="175"/>
                    <a:pt x="6" y="172"/>
                    <a:pt x="6" y="16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9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3" y="0"/>
                    <a:pt x="451" y="3"/>
                    <a:pt x="452" y="7"/>
                  </a:cubicBezTo>
                  <a:cubicBezTo>
                    <a:pt x="465" y="168"/>
                    <a:pt x="465" y="168"/>
                    <a:pt x="465" y="168"/>
                  </a:cubicBezTo>
                  <a:cubicBezTo>
                    <a:pt x="465" y="172"/>
                    <a:pt x="457" y="175"/>
                    <a:pt x="446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49" name="ísḷîdè"/>
            <p:cNvSpPr/>
            <p:nvPr/>
          </p:nvSpPr>
          <p:spPr bwMode="auto">
            <a:xfrm>
              <a:off x="6494933" y="5007792"/>
              <a:ext cx="240013" cy="87676"/>
            </a:xfrm>
            <a:custGeom>
              <a:avLst/>
              <a:gdLst>
                <a:gd name="T0" fmla="*/ 456 w 474"/>
                <a:gd name="T1" fmla="*/ 175 h 175"/>
                <a:gd name="T2" fmla="*/ 34 w 474"/>
                <a:gd name="T3" fmla="*/ 175 h 175"/>
                <a:gd name="T4" fmla="*/ 15 w 474"/>
                <a:gd name="T5" fmla="*/ 168 h 175"/>
                <a:gd name="T6" fmla="*/ 0 w 474"/>
                <a:gd name="T7" fmla="*/ 7 h 175"/>
                <a:gd name="T8" fmla="*/ 18 w 474"/>
                <a:gd name="T9" fmla="*/ 0 h 175"/>
                <a:gd name="T10" fmla="*/ 432 w 474"/>
                <a:gd name="T11" fmla="*/ 0 h 175"/>
                <a:gd name="T12" fmla="*/ 451 w 474"/>
                <a:gd name="T13" fmla="*/ 7 h 175"/>
                <a:gd name="T14" fmla="*/ 474 w 474"/>
                <a:gd name="T15" fmla="*/ 168 h 175"/>
                <a:gd name="T16" fmla="*/ 456 w 47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4" h="175">
                  <a:moveTo>
                    <a:pt x="456" y="175"/>
                  </a:moveTo>
                  <a:cubicBezTo>
                    <a:pt x="34" y="175"/>
                    <a:pt x="34" y="175"/>
                    <a:pt x="34" y="175"/>
                  </a:cubicBezTo>
                  <a:cubicBezTo>
                    <a:pt x="24" y="175"/>
                    <a:pt x="15" y="172"/>
                    <a:pt x="15" y="16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2" y="0"/>
                    <a:pt x="451" y="3"/>
                    <a:pt x="451" y="7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72"/>
                    <a:pt x="466" y="175"/>
                    <a:pt x="456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0" name="iṥlîdé"/>
            <p:cNvSpPr/>
            <p:nvPr/>
          </p:nvSpPr>
          <p:spPr bwMode="auto">
            <a:xfrm>
              <a:off x="6766729" y="5007792"/>
              <a:ext cx="244398" cy="87676"/>
            </a:xfrm>
            <a:custGeom>
              <a:avLst/>
              <a:gdLst>
                <a:gd name="T0" fmla="*/ 466 w 484"/>
                <a:gd name="T1" fmla="*/ 175 h 175"/>
                <a:gd name="T2" fmla="*/ 45 w 484"/>
                <a:gd name="T3" fmla="*/ 175 h 175"/>
                <a:gd name="T4" fmla="*/ 24 w 484"/>
                <a:gd name="T5" fmla="*/ 168 h 175"/>
                <a:gd name="T6" fmla="*/ 1 w 484"/>
                <a:gd name="T7" fmla="*/ 7 h 175"/>
                <a:gd name="T8" fmla="*/ 18 w 484"/>
                <a:gd name="T9" fmla="*/ 0 h 175"/>
                <a:gd name="T10" fmla="*/ 432 w 484"/>
                <a:gd name="T11" fmla="*/ 0 h 175"/>
                <a:gd name="T12" fmla="*/ 452 w 484"/>
                <a:gd name="T13" fmla="*/ 7 h 175"/>
                <a:gd name="T14" fmla="*/ 484 w 484"/>
                <a:gd name="T15" fmla="*/ 168 h 175"/>
                <a:gd name="T16" fmla="*/ 466 w 48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4" h="175">
                  <a:moveTo>
                    <a:pt x="466" y="175"/>
                  </a:moveTo>
                  <a:cubicBezTo>
                    <a:pt x="45" y="175"/>
                    <a:pt x="45" y="175"/>
                    <a:pt x="45" y="175"/>
                  </a:cubicBezTo>
                  <a:cubicBezTo>
                    <a:pt x="34" y="175"/>
                    <a:pt x="25" y="172"/>
                    <a:pt x="24" y="16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2" y="0"/>
                    <a:pt x="451" y="3"/>
                    <a:pt x="452" y="7"/>
                  </a:cubicBezTo>
                  <a:cubicBezTo>
                    <a:pt x="484" y="168"/>
                    <a:pt x="484" y="168"/>
                    <a:pt x="484" y="168"/>
                  </a:cubicBezTo>
                  <a:cubicBezTo>
                    <a:pt x="484" y="172"/>
                    <a:pt x="476" y="175"/>
                    <a:pt x="466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1" name="ïṣḻídé"/>
            <p:cNvSpPr/>
            <p:nvPr/>
          </p:nvSpPr>
          <p:spPr bwMode="auto">
            <a:xfrm>
              <a:off x="7036334" y="5007792"/>
              <a:ext cx="249879" cy="87676"/>
            </a:xfrm>
            <a:custGeom>
              <a:avLst/>
              <a:gdLst>
                <a:gd name="T0" fmla="*/ 476 w 494"/>
                <a:gd name="T1" fmla="*/ 175 h 175"/>
                <a:gd name="T2" fmla="*/ 54 w 494"/>
                <a:gd name="T3" fmla="*/ 175 h 175"/>
                <a:gd name="T4" fmla="*/ 34 w 494"/>
                <a:gd name="T5" fmla="*/ 168 h 175"/>
                <a:gd name="T6" fmla="*/ 1 w 494"/>
                <a:gd name="T7" fmla="*/ 7 h 175"/>
                <a:gd name="T8" fmla="*/ 18 w 494"/>
                <a:gd name="T9" fmla="*/ 0 h 175"/>
                <a:gd name="T10" fmla="*/ 432 w 494"/>
                <a:gd name="T11" fmla="*/ 0 h 175"/>
                <a:gd name="T12" fmla="*/ 453 w 494"/>
                <a:gd name="T13" fmla="*/ 7 h 175"/>
                <a:gd name="T14" fmla="*/ 493 w 494"/>
                <a:gd name="T15" fmla="*/ 168 h 175"/>
                <a:gd name="T16" fmla="*/ 476 w 494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4" h="175">
                  <a:moveTo>
                    <a:pt x="476" y="175"/>
                  </a:moveTo>
                  <a:cubicBezTo>
                    <a:pt x="54" y="175"/>
                    <a:pt x="54" y="175"/>
                    <a:pt x="54" y="175"/>
                  </a:cubicBezTo>
                  <a:cubicBezTo>
                    <a:pt x="44" y="175"/>
                    <a:pt x="35" y="172"/>
                    <a:pt x="34" y="16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42" y="0"/>
                    <a:pt x="452" y="3"/>
                    <a:pt x="453" y="7"/>
                  </a:cubicBezTo>
                  <a:cubicBezTo>
                    <a:pt x="493" y="168"/>
                    <a:pt x="493" y="168"/>
                    <a:pt x="493" y="168"/>
                  </a:cubicBezTo>
                  <a:cubicBezTo>
                    <a:pt x="494" y="172"/>
                    <a:pt x="486" y="175"/>
                    <a:pt x="476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2" name="îṣļiďé"/>
            <p:cNvSpPr/>
            <p:nvPr/>
          </p:nvSpPr>
          <p:spPr bwMode="auto">
            <a:xfrm>
              <a:off x="7307037" y="5007792"/>
              <a:ext cx="255358" cy="87676"/>
            </a:xfrm>
            <a:custGeom>
              <a:avLst/>
              <a:gdLst>
                <a:gd name="T0" fmla="*/ 485 w 503"/>
                <a:gd name="T1" fmla="*/ 175 h 175"/>
                <a:gd name="T2" fmla="*/ 63 w 503"/>
                <a:gd name="T3" fmla="*/ 175 h 175"/>
                <a:gd name="T4" fmla="*/ 42 w 503"/>
                <a:gd name="T5" fmla="*/ 168 h 175"/>
                <a:gd name="T6" fmla="*/ 1 w 503"/>
                <a:gd name="T7" fmla="*/ 7 h 175"/>
                <a:gd name="T8" fmla="*/ 17 w 503"/>
                <a:gd name="T9" fmla="*/ 0 h 175"/>
                <a:gd name="T10" fmla="*/ 431 w 503"/>
                <a:gd name="T11" fmla="*/ 0 h 175"/>
                <a:gd name="T12" fmla="*/ 452 w 503"/>
                <a:gd name="T13" fmla="*/ 7 h 175"/>
                <a:gd name="T14" fmla="*/ 502 w 503"/>
                <a:gd name="T15" fmla="*/ 168 h 175"/>
                <a:gd name="T16" fmla="*/ 485 w 503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3" h="175">
                  <a:moveTo>
                    <a:pt x="485" y="175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53" y="175"/>
                    <a:pt x="44" y="172"/>
                    <a:pt x="42" y="16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442" y="0"/>
                    <a:pt x="451" y="3"/>
                    <a:pt x="452" y="7"/>
                  </a:cubicBezTo>
                  <a:cubicBezTo>
                    <a:pt x="502" y="168"/>
                    <a:pt x="502" y="168"/>
                    <a:pt x="502" y="168"/>
                  </a:cubicBezTo>
                  <a:cubicBezTo>
                    <a:pt x="503" y="172"/>
                    <a:pt x="495" y="175"/>
                    <a:pt x="485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3" name="íṩliḓê"/>
            <p:cNvSpPr/>
            <p:nvPr/>
          </p:nvSpPr>
          <p:spPr bwMode="auto">
            <a:xfrm>
              <a:off x="7200730" y="5109717"/>
              <a:ext cx="257550" cy="93156"/>
            </a:xfrm>
            <a:custGeom>
              <a:avLst/>
              <a:gdLst>
                <a:gd name="T0" fmla="*/ 491 w 510"/>
                <a:gd name="T1" fmla="*/ 183 h 183"/>
                <a:gd name="T2" fmla="*/ 61 w 510"/>
                <a:gd name="T3" fmla="*/ 183 h 183"/>
                <a:gd name="T4" fmla="*/ 40 w 510"/>
                <a:gd name="T5" fmla="*/ 176 h 183"/>
                <a:gd name="T6" fmla="*/ 0 w 510"/>
                <a:gd name="T7" fmla="*/ 8 h 183"/>
                <a:gd name="T8" fmla="*/ 18 w 510"/>
                <a:gd name="T9" fmla="*/ 0 h 183"/>
                <a:gd name="T10" fmla="*/ 440 w 510"/>
                <a:gd name="T11" fmla="*/ 0 h 183"/>
                <a:gd name="T12" fmla="*/ 462 w 510"/>
                <a:gd name="T13" fmla="*/ 8 h 183"/>
                <a:gd name="T14" fmla="*/ 509 w 510"/>
                <a:gd name="T15" fmla="*/ 176 h 183"/>
                <a:gd name="T16" fmla="*/ 491 w 510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0" h="183">
                  <a:moveTo>
                    <a:pt x="491" y="183"/>
                  </a:moveTo>
                  <a:cubicBezTo>
                    <a:pt x="61" y="183"/>
                    <a:pt x="61" y="183"/>
                    <a:pt x="61" y="183"/>
                  </a:cubicBezTo>
                  <a:cubicBezTo>
                    <a:pt x="50" y="183"/>
                    <a:pt x="41" y="180"/>
                    <a:pt x="40" y="1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7" y="0"/>
                    <a:pt x="18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51" y="0"/>
                    <a:pt x="460" y="4"/>
                    <a:pt x="462" y="8"/>
                  </a:cubicBezTo>
                  <a:cubicBezTo>
                    <a:pt x="509" y="176"/>
                    <a:pt x="509" y="176"/>
                    <a:pt x="509" y="176"/>
                  </a:cubicBezTo>
                  <a:cubicBezTo>
                    <a:pt x="510" y="180"/>
                    <a:pt x="502" y="183"/>
                    <a:pt x="491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4" name="ísľïḍè"/>
            <p:cNvSpPr/>
            <p:nvPr/>
          </p:nvSpPr>
          <p:spPr bwMode="auto">
            <a:xfrm>
              <a:off x="7587602" y="5007792"/>
              <a:ext cx="465782" cy="87676"/>
            </a:xfrm>
            <a:custGeom>
              <a:avLst/>
              <a:gdLst>
                <a:gd name="T0" fmla="*/ 894 w 919"/>
                <a:gd name="T1" fmla="*/ 175 h 175"/>
                <a:gd name="T2" fmla="*/ 81 w 919"/>
                <a:gd name="T3" fmla="*/ 175 h 175"/>
                <a:gd name="T4" fmla="*/ 51 w 919"/>
                <a:gd name="T5" fmla="*/ 165 h 175"/>
                <a:gd name="T6" fmla="*/ 2 w 919"/>
                <a:gd name="T7" fmla="*/ 10 h 175"/>
                <a:gd name="T8" fmla="*/ 24 w 919"/>
                <a:gd name="T9" fmla="*/ 0 h 175"/>
                <a:gd name="T10" fmla="*/ 823 w 919"/>
                <a:gd name="T11" fmla="*/ 0 h 175"/>
                <a:gd name="T12" fmla="*/ 853 w 919"/>
                <a:gd name="T13" fmla="*/ 10 h 175"/>
                <a:gd name="T14" fmla="*/ 916 w 919"/>
                <a:gd name="T15" fmla="*/ 165 h 175"/>
                <a:gd name="T16" fmla="*/ 894 w 919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9" h="175">
                  <a:moveTo>
                    <a:pt x="894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66" y="175"/>
                    <a:pt x="53" y="171"/>
                    <a:pt x="51" y="165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4"/>
                    <a:pt x="10" y="0"/>
                    <a:pt x="24" y="0"/>
                  </a:cubicBezTo>
                  <a:cubicBezTo>
                    <a:pt x="823" y="0"/>
                    <a:pt x="823" y="0"/>
                    <a:pt x="823" y="0"/>
                  </a:cubicBezTo>
                  <a:cubicBezTo>
                    <a:pt x="838" y="0"/>
                    <a:pt x="851" y="4"/>
                    <a:pt x="853" y="10"/>
                  </a:cubicBezTo>
                  <a:cubicBezTo>
                    <a:pt x="916" y="165"/>
                    <a:pt x="916" y="165"/>
                    <a:pt x="916" y="165"/>
                  </a:cubicBezTo>
                  <a:cubicBezTo>
                    <a:pt x="919" y="171"/>
                    <a:pt x="909" y="175"/>
                    <a:pt x="894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5" name="îṡlîḋè"/>
            <p:cNvSpPr/>
            <p:nvPr/>
          </p:nvSpPr>
          <p:spPr bwMode="auto">
            <a:xfrm>
              <a:off x="7475813" y="5109717"/>
              <a:ext cx="620311" cy="93156"/>
            </a:xfrm>
            <a:custGeom>
              <a:avLst/>
              <a:gdLst>
                <a:gd name="T0" fmla="*/ 1197 w 1226"/>
                <a:gd name="T1" fmla="*/ 183 h 183"/>
                <a:gd name="T2" fmla="*/ 82 w 1226"/>
                <a:gd name="T3" fmla="*/ 183 h 183"/>
                <a:gd name="T4" fmla="*/ 48 w 1226"/>
                <a:gd name="T5" fmla="*/ 171 h 183"/>
                <a:gd name="T6" fmla="*/ 2 w 1226"/>
                <a:gd name="T7" fmla="*/ 12 h 183"/>
                <a:gd name="T8" fmla="*/ 28 w 1226"/>
                <a:gd name="T9" fmla="*/ 0 h 183"/>
                <a:gd name="T10" fmla="*/ 1123 w 1226"/>
                <a:gd name="T11" fmla="*/ 0 h 183"/>
                <a:gd name="T12" fmla="*/ 1158 w 1226"/>
                <a:gd name="T13" fmla="*/ 12 h 183"/>
                <a:gd name="T14" fmla="*/ 1223 w 1226"/>
                <a:gd name="T15" fmla="*/ 171 h 183"/>
                <a:gd name="T16" fmla="*/ 1197 w 1226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6" h="183">
                  <a:moveTo>
                    <a:pt x="1197" y="183"/>
                  </a:moveTo>
                  <a:cubicBezTo>
                    <a:pt x="82" y="183"/>
                    <a:pt x="82" y="183"/>
                    <a:pt x="82" y="183"/>
                  </a:cubicBezTo>
                  <a:cubicBezTo>
                    <a:pt x="65" y="183"/>
                    <a:pt x="50" y="178"/>
                    <a:pt x="48" y="17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6"/>
                    <a:pt x="12" y="0"/>
                    <a:pt x="28" y="0"/>
                  </a:cubicBezTo>
                  <a:cubicBezTo>
                    <a:pt x="1123" y="0"/>
                    <a:pt x="1123" y="0"/>
                    <a:pt x="1123" y="0"/>
                  </a:cubicBezTo>
                  <a:cubicBezTo>
                    <a:pt x="1140" y="0"/>
                    <a:pt x="1155" y="6"/>
                    <a:pt x="1158" y="12"/>
                  </a:cubicBezTo>
                  <a:cubicBezTo>
                    <a:pt x="1223" y="171"/>
                    <a:pt x="1223" y="171"/>
                    <a:pt x="1223" y="171"/>
                  </a:cubicBezTo>
                  <a:cubicBezTo>
                    <a:pt x="1226" y="178"/>
                    <a:pt x="1214" y="183"/>
                    <a:pt x="1197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6" name="ïṥḷïḋé"/>
            <p:cNvSpPr/>
            <p:nvPr/>
          </p:nvSpPr>
          <p:spPr bwMode="auto">
            <a:xfrm>
              <a:off x="4078350" y="5007792"/>
              <a:ext cx="469069" cy="87676"/>
            </a:xfrm>
            <a:custGeom>
              <a:avLst/>
              <a:gdLst>
                <a:gd name="T0" fmla="*/ 846 w 926"/>
                <a:gd name="T1" fmla="*/ 175 h 175"/>
                <a:gd name="T2" fmla="*/ 24 w 926"/>
                <a:gd name="T3" fmla="*/ 175 h 175"/>
                <a:gd name="T4" fmla="*/ 2 w 926"/>
                <a:gd name="T5" fmla="*/ 165 h 175"/>
                <a:gd name="T6" fmla="*/ 65 w 926"/>
                <a:gd name="T7" fmla="*/ 10 h 175"/>
                <a:gd name="T8" fmla="*/ 94 w 926"/>
                <a:gd name="T9" fmla="*/ 0 h 175"/>
                <a:gd name="T10" fmla="*/ 902 w 926"/>
                <a:gd name="T11" fmla="*/ 0 h 175"/>
                <a:gd name="T12" fmla="*/ 925 w 926"/>
                <a:gd name="T13" fmla="*/ 10 h 175"/>
                <a:gd name="T14" fmla="*/ 876 w 926"/>
                <a:gd name="T15" fmla="*/ 165 h 175"/>
                <a:gd name="T16" fmla="*/ 846 w 926"/>
                <a:gd name="T1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6" h="175">
                  <a:moveTo>
                    <a:pt x="846" y="175"/>
                  </a:moveTo>
                  <a:cubicBezTo>
                    <a:pt x="24" y="175"/>
                    <a:pt x="24" y="175"/>
                    <a:pt x="24" y="175"/>
                  </a:cubicBezTo>
                  <a:cubicBezTo>
                    <a:pt x="9" y="175"/>
                    <a:pt x="0" y="171"/>
                    <a:pt x="2" y="165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7" y="4"/>
                    <a:pt x="80" y="0"/>
                    <a:pt x="94" y="0"/>
                  </a:cubicBezTo>
                  <a:cubicBezTo>
                    <a:pt x="902" y="0"/>
                    <a:pt x="902" y="0"/>
                    <a:pt x="902" y="0"/>
                  </a:cubicBezTo>
                  <a:cubicBezTo>
                    <a:pt x="916" y="0"/>
                    <a:pt x="926" y="4"/>
                    <a:pt x="925" y="10"/>
                  </a:cubicBezTo>
                  <a:cubicBezTo>
                    <a:pt x="876" y="165"/>
                    <a:pt x="876" y="165"/>
                    <a:pt x="876" y="165"/>
                  </a:cubicBezTo>
                  <a:cubicBezTo>
                    <a:pt x="874" y="171"/>
                    <a:pt x="861" y="175"/>
                    <a:pt x="846" y="175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7" name="íşḻîḍé"/>
            <p:cNvSpPr/>
            <p:nvPr/>
          </p:nvSpPr>
          <p:spPr bwMode="auto">
            <a:xfrm>
              <a:off x="4030128" y="5109717"/>
              <a:ext cx="629079" cy="93156"/>
            </a:xfrm>
            <a:custGeom>
              <a:avLst/>
              <a:gdLst>
                <a:gd name="T0" fmla="*/ 1160 w 1242"/>
                <a:gd name="T1" fmla="*/ 183 h 183"/>
                <a:gd name="T2" fmla="*/ 29 w 1242"/>
                <a:gd name="T3" fmla="*/ 183 h 183"/>
                <a:gd name="T4" fmla="*/ 3 w 1242"/>
                <a:gd name="T5" fmla="*/ 171 h 183"/>
                <a:gd name="T6" fmla="*/ 67 w 1242"/>
                <a:gd name="T7" fmla="*/ 12 h 183"/>
                <a:gd name="T8" fmla="*/ 103 w 1242"/>
                <a:gd name="T9" fmla="*/ 0 h 183"/>
                <a:gd name="T10" fmla="*/ 1213 w 1242"/>
                <a:gd name="T11" fmla="*/ 0 h 183"/>
                <a:gd name="T12" fmla="*/ 1240 w 1242"/>
                <a:gd name="T13" fmla="*/ 12 h 183"/>
                <a:gd name="T14" fmla="*/ 1195 w 1242"/>
                <a:gd name="T15" fmla="*/ 171 h 183"/>
                <a:gd name="T16" fmla="*/ 1160 w 1242"/>
                <a:gd name="T17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2" h="183">
                  <a:moveTo>
                    <a:pt x="1160" y="183"/>
                  </a:moveTo>
                  <a:cubicBezTo>
                    <a:pt x="29" y="183"/>
                    <a:pt x="29" y="183"/>
                    <a:pt x="29" y="183"/>
                  </a:cubicBezTo>
                  <a:cubicBezTo>
                    <a:pt x="12" y="183"/>
                    <a:pt x="0" y="178"/>
                    <a:pt x="3" y="171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70" y="6"/>
                    <a:pt x="86" y="0"/>
                    <a:pt x="103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230" y="0"/>
                    <a:pt x="1242" y="6"/>
                    <a:pt x="1240" y="12"/>
                  </a:cubicBezTo>
                  <a:cubicBezTo>
                    <a:pt x="1195" y="171"/>
                    <a:pt x="1195" y="171"/>
                    <a:pt x="1195" y="171"/>
                  </a:cubicBezTo>
                  <a:cubicBezTo>
                    <a:pt x="1193" y="178"/>
                    <a:pt x="1177" y="183"/>
                    <a:pt x="1160" y="183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8" name="ïṣḻiḓè"/>
            <p:cNvSpPr/>
            <p:nvPr/>
          </p:nvSpPr>
          <p:spPr bwMode="auto">
            <a:xfrm>
              <a:off x="4803872" y="4909157"/>
              <a:ext cx="245494" cy="84388"/>
            </a:xfrm>
            <a:custGeom>
              <a:avLst/>
              <a:gdLst>
                <a:gd name="T0" fmla="*/ 431 w 485"/>
                <a:gd name="T1" fmla="*/ 168 h 168"/>
                <a:gd name="T2" fmla="*/ 18 w 485"/>
                <a:gd name="T3" fmla="*/ 168 h 168"/>
                <a:gd name="T4" fmla="*/ 1 w 485"/>
                <a:gd name="T5" fmla="*/ 161 h 168"/>
                <a:gd name="T6" fmla="*/ 42 w 485"/>
                <a:gd name="T7" fmla="*/ 7 h 168"/>
                <a:gd name="T8" fmla="*/ 62 w 485"/>
                <a:gd name="T9" fmla="*/ 0 h 168"/>
                <a:gd name="T10" fmla="*/ 467 w 485"/>
                <a:gd name="T11" fmla="*/ 0 h 168"/>
                <a:gd name="T12" fmla="*/ 484 w 485"/>
                <a:gd name="T13" fmla="*/ 7 h 168"/>
                <a:gd name="T14" fmla="*/ 451 w 485"/>
                <a:gd name="T15" fmla="*/ 161 h 168"/>
                <a:gd name="T16" fmla="*/ 431 w 485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168">
                  <a:moveTo>
                    <a:pt x="431" y="168"/>
                  </a:moveTo>
                  <a:cubicBezTo>
                    <a:pt x="18" y="168"/>
                    <a:pt x="18" y="168"/>
                    <a:pt x="18" y="168"/>
                  </a:cubicBezTo>
                  <a:cubicBezTo>
                    <a:pt x="8" y="168"/>
                    <a:pt x="0" y="165"/>
                    <a:pt x="1" y="161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3"/>
                    <a:pt x="52" y="0"/>
                    <a:pt x="62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7" y="0"/>
                    <a:pt x="485" y="3"/>
                    <a:pt x="484" y="7"/>
                  </a:cubicBezTo>
                  <a:cubicBezTo>
                    <a:pt x="451" y="161"/>
                    <a:pt x="451" y="161"/>
                    <a:pt x="451" y="161"/>
                  </a:cubicBezTo>
                  <a:cubicBezTo>
                    <a:pt x="450" y="165"/>
                    <a:pt x="441" y="168"/>
                    <a:pt x="43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59" name="íṧľîďè"/>
            <p:cNvSpPr/>
            <p:nvPr/>
          </p:nvSpPr>
          <p:spPr bwMode="auto">
            <a:xfrm>
              <a:off x="5075671" y="4909157"/>
              <a:ext cx="240013" cy="84388"/>
            </a:xfrm>
            <a:custGeom>
              <a:avLst/>
              <a:gdLst>
                <a:gd name="T0" fmla="*/ 431 w 475"/>
                <a:gd name="T1" fmla="*/ 168 h 168"/>
                <a:gd name="T2" fmla="*/ 18 w 475"/>
                <a:gd name="T3" fmla="*/ 168 h 168"/>
                <a:gd name="T4" fmla="*/ 1 w 475"/>
                <a:gd name="T5" fmla="*/ 161 h 168"/>
                <a:gd name="T6" fmla="*/ 32 w 475"/>
                <a:gd name="T7" fmla="*/ 7 h 168"/>
                <a:gd name="T8" fmla="*/ 52 w 475"/>
                <a:gd name="T9" fmla="*/ 0 h 168"/>
                <a:gd name="T10" fmla="*/ 457 w 475"/>
                <a:gd name="T11" fmla="*/ 0 h 168"/>
                <a:gd name="T12" fmla="*/ 475 w 475"/>
                <a:gd name="T13" fmla="*/ 7 h 168"/>
                <a:gd name="T14" fmla="*/ 450 w 475"/>
                <a:gd name="T15" fmla="*/ 161 h 168"/>
                <a:gd name="T16" fmla="*/ 431 w 475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5" h="168">
                  <a:moveTo>
                    <a:pt x="431" y="168"/>
                  </a:moveTo>
                  <a:cubicBezTo>
                    <a:pt x="18" y="168"/>
                    <a:pt x="18" y="168"/>
                    <a:pt x="18" y="168"/>
                  </a:cubicBezTo>
                  <a:cubicBezTo>
                    <a:pt x="8" y="168"/>
                    <a:pt x="0" y="165"/>
                    <a:pt x="1" y="161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3"/>
                    <a:pt x="42" y="0"/>
                    <a:pt x="52" y="0"/>
                  </a:cubicBezTo>
                  <a:cubicBezTo>
                    <a:pt x="457" y="0"/>
                    <a:pt x="457" y="0"/>
                    <a:pt x="457" y="0"/>
                  </a:cubicBezTo>
                  <a:cubicBezTo>
                    <a:pt x="467" y="0"/>
                    <a:pt x="475" y="3"/>
                    <a:pt x="475" y="7"/>
                  </a:cubicBezTo>
                  <a:cubicBezTo>
                    <a:pt x="450" y="161"/>
                    <a:pt x="450" y="161"/>
                    <a:pt x="450" y="161"/>
                  </a:cubicBezTo>
                  <a:cubicBezTo>
                    <a:pt x="450" y="165"/>
                    <a:pt x="441" y="168"/>
                    <a:pt x="43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0" name="işḷíďé"/>
            <p:cNvSpPr/>
            <p:nvPr/>
          </p:nvSpPr>
          <p:spPr bwMode="auto">
            <a:xfrm>
              <a:off x="5347467" y="4909157"/>
              <a:ext cx="235630" cy="84388"/>
            </a:xfrm>
            <a:custGeom>
              <a:avLst/>
              <a:gdLst>
                <a:gd name="T0" fmla="*/ 431 w 466"/>
                <a:gd name="T1" fmla="*/ 168 h 168"/>
                <a:gd name="T2" fmla="*/ 18 w 466"/>
                <a:gd name="T3" fmla="*/ 168 h 168"/>
                <a:gd name="T4" fmla="*/ 0 w 466"/>
                <a:gd name="T5" fmla="*/ 161 h 168"/>
                <a:gd name="T6" fmla="*/ 23 w 466"/>
                <a:gd name="T7" fmla="*/ 7 h 168"/>
                <a:gd name="T8" fmla="*/ 43 w 466"/>
                <a:gd name="T9" fmla="*/ 0 h 168"/>
                <a:gd name="T10" fmla="*/ 448 w 466"/>
                <a:gd name="T11" fmla="*/ 0 h 168"/>
                <a:gd name="T12" fmla="*/ 465 w 466"/>
                <a:gd name="T13" fmla="*/ 7 h 168"/>
                <a:gd name="T14" fmla="*/ 450 w 466"/>
                <a:gd name="T15" fmla="*/ 161 h 168"/>
                <a:gd name="T16" fmla="*/ 431 w 466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6" h="168">
                  <a:moveTo>
                    <a:pt x="431" y="168"/>
                  </a:moveTo>
                  <a:cubicBezTo>
                    <a:pt x="18" y="168"/>
                    <a:pt x="18" y="168"/>
                    <a:pt x="18" y="168"/>
                  </a:cubicBezTo>
                  <a:cubicBezTo>
                    <a:pt x="8" y="168"/>
                    <a:pt x="0" y="165"/>
                    <a:pt x="0" y="161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4" y="3"/>
                    <a:pt x="32" y="0"/>
                    <a:pt x="43" y="0"/>
                  </a:cubicBezTo>
                  <a:cubicBezTo>
                    <a:pt x="448" y="0"/>
                    <a:pt x="448" y="0"/>
                    <a:pt x="448" y="0"/>
                  </a:cubicBezTo>
                  <a:cubicBezTo>
                    <a:pt x="458" y="0"/>
                    <a:pt x="466" y="3"/>
                    <a:pt x="465" y="7"/>
                  </a:cubicBezTo>
                  <a:cubicBezTo>
                    <a:pt x="450" y="161"/>
                    <a:pt x="450" y="161"/>
                    <a:pt x="450" y="161"/>
                  </a:cubicBezTo>
                  <a:cubicBezTo>
                    <a:pt x="449" y="165"/>
                    <a:pt x="441" y="168"/>
                    <a:pt x="43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1" name="íṥḻîḓê"/>
            <p:cNvSpPr/>
            <p:nvPr/>
          </p:nvSpPr>
          <p:spPr bwMode="auto">
            <a:xfrm>
              <a:off x="5619264" y="4909157"/>
              <a:ext cx="231247" cy="84388"/>
            </a:xfrm>
            <a:custGeom>
              <a:avLst/>
              <a:gdLst>
                <a:gd name="T0" fmla="*/ 431 w 456"/>
                <a:gd name="T1" fmla="*/ 168 h 168"/>
                <a:gd name="T2" fmla="*/ 18 w 456"/>
                <a:gd name="T3" fmla="*/ 168 h 168"/>
                <a:gd name="T4" fmla="*/ 0 w 456"/>
                <a:gd name="T5" fmla="*/ 161 h 168"/>
                <a:gd name="T6" fmla="*/ 14 w 456"/>
                <a:gd name="T7" fmla="*/ 7 h 168"/>
                <a:gd name="T8" fmla="*/ 33 w 456"/>
                <a:gd name="T9" fmla="*/ 0 h 168"/>
                <a:gd name="T10" fmla="*/ 438 w 456"/>
                <a:gd name="T11" fmla="*/ 0 h 168"/>
                <a:gd name="T12" fmla="*/ 456 w 456"/>
                <a:gd name="T13" fmla="*/ 7 h 168"/>
                <a:gd name="T14" fmla="*/ 450 w 456"/>
                <a:gd name="T15" fmla="*/ 161 h 168"/>
                <a:gd name="T16" fmla="*/ 431 w 456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6" h="168">
                  <a:moveTo>
                    <a:pt x="431" y="168"/>
                  </a:moveTo>
                  <a:cubicBezTo>
                    <a:pt x="18" y="168"/>
                    <a:pt x="18" y="168"/>
                    <a:pt x="18" y="168"/>
                  </a:cubicBezTo>
                  <a:cubicBezTo>
                    <a:pt x="8" y="168"/>
                    <a:pt x="0" y="165"/>
                    <a:pt x="0" y="16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23" y="0"/>
                    <a:pt x="33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48" y="0"/>
                    <a:pt x="456" y="3"/>
                    <a:pt x="456" y="7"/>
                  </a:cubicBezTo>
                  <a:cubicBezTo>
                    <a:pt x="450" y="161"/>
                    <a:pt x="450" y="161"/>
                    <a:pt x="450" y="161"/>
                  </a:cubicBezTo>
                  <a:cubicBezTo>
                    <a:pt x="449" y="165"/>
                    <a:pt x="441" y="168"/>
                    <a:pt x="43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2" name="iṥḻïḑè"/>
            <p:cNvSpPr/>
            <p:nvPr/>
          </p:nvSpPr>
          <p:spPr bwMode="auto">
            <a:xfrm>
              <a:off x="5889965" y="4909157"/>
              <a:ext cx="227960" cy="84388"/>
            </a:xfrm>
            <a:custGeom>
              <a:avLst/>
              <a:gdLst>
                <a:gd name="T0" fmla="*/ 431 w 450"/>
                <a:gd name="T1" fmla="*/ 168 h 168"/>
                <a:gd name="T2" fmla="*/ 19 w 450"/>
                <a:gd name="T3" fmla="*/ 168 h 168"/>
                <a:gd name="T4" fmla="*/ 0 w 450"/>
                <a:gd name="T5" fmla="*/ 161 h 168"/>
                <a:gd name="T6" fmla="*/ 6 w 450"/>
                <a:gd name="T7" fmla="*/ 7 h 168"/>
                <a:gd name="T8" fmla="*/ 24 w 450"/>
                <a:gd name="T9" fmla="*/ 0 h 168"/>
                <a:gd name="T10" fmla="*/ 430 w 450"/>
                <a:gd name="T11" fmla="*/ 0 h 168"/>
                <a:gd name="T12" fmla="*/ 448 w 450"/>
                <a:gd name="T13" fmla="*/ 7 h 168"/>
                <a:gd name="T14" fmla="*/ 450 w 450"/>
                <a:gd name="T15" fmla="*/ 161 h 168"/>
                <a:gd name="T16" fmla="*/ 431 w 450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0" h="168">
                  <a:moveTo>
                    <a:pt x="431" y="168"/>
                  </a:moveTo>
                  <a:cubicBezTo>
                    <a:pt x="19" y="168"/>
                    <a:pt x="19" y="168"/>
                    <a:pt x="19" y="168"/>
                  </a:cubicBezTo>
                  <a:cubicBezTo>
                    <a:pt x="8" y="168"/>
                    <a:pt x="0" y="165"/>
                    <a:pt x="0" y="16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3"/>
                    <a:pt x="14" y="0"/>
                    <a:pt x="24" y="0"/>
                  </a:cubicBezTo>
                  <a:cubicBezTo>
                    <a:pt x="430" y="0"/>
                    <a:pt x="430" y="0"/>
                    <a:pt x="430" y="0"/>
                  </a:cubicBezTo>
                  <a:cubicBezTo>
                    <a:pt x="440" y="0"/>
                    <a:pt x="448" y="3"/>
                    <a:pt x="448" y="7"/>
                  </a:cubicBezTo>
                  <a:cubicBezTo>
                    <a:pt x="450" y="161"/>
                    <a:pt x="450" y="161"/>
                    <a:pt x="450" y="161"/>
                  </a:cubicBezTo>
                  <a:cubicBezTo>
                    <a:pt x="450" y="165"/>
                    <a:pt x="442" y="168"/>
                    <a:pt x="43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3" name="îṧḻidê"/>
            <p:cNvSpPr/>
            <p:nvPr/>
          </p:nvSpPr>
          <p:spPr bwMode="auto">
            <a:xfrm>
              <a:off x="6152995" y="4909157"/>
              <a:ext cx="229055" cy="84388"/>
            </a:xfrm>
            <a:custGeom>
              <a:avLst/>
              <a:gdLst>
                <a:gd name="T0" fmla="*/ 435 w 453"/>
                <a:gd name="T1" fmla="*/ 168 h 168"/>
                <a:gd name="T2" fmla="*/ 22 w 453"/>
                <a:gd name="T3" fmla="*/ 168 h 168"/>
                <a:gd name="T4" fmla="*/ 4 w 453"/>
                <a:gd name="T5" fmla="*/ 161 h 168"/>
                <a:gd name="T6" fmla="*/ 0 w 453"/>
                <a:gd name="T7" fmla="*/ 7 h 168"/>
                <a:gd name="T8" fmla="*/ 19 w 453"/>
                <a:gd name="T9" fmla="*/ 0 h 168"/>
                <a:gd name="T10" fmla="*/ 424 w 453"/>
                <a:gd name="T11" fmla="*/ 0 h 168"/>
                <a:gd name="T12" fmla="*/ 443 w 453"/>
                <a:gd name="T13" fmla="*/ 7 h 168"/>
                <a:gd name="T14" fmla="*/ 453 w 453"/>
                <a:gd name="T15" fmla="*/ 161 h 168"/>
                <a:gd name="T16" fmla="*/ 435 w 453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3" h="168">
                  <a:moveTo>
                    <a:pt x="435" y="168"/>
                  </a:moveTo>
                  <a:cubicBezTo>
                    <a:pt x="22" y="168"/>
                    <a:pt x="22" y="168"/>
                    <a:pt x="22" y="168"/>
                  </a:cubicBezTo>
                  <a:cubicBezTo>
                    <a:pt x="12" y="168"/>
                    <a:pt x="4" y="165"/>
                    <a:pt x="4" y="1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9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34" y="0"/>
                    <a:pt x="442" y="3"/>
                    <a:pt x="443" y="7"/>
                  </a:cubicBezTo>
                  <a:cubicBezTo>
                    <a:pt x="453" y="161"/>
                    <a:pt x="453" y="161"/>
                    <a:pt x="453" y="161"/>
                  </a:cubicBezTo>
                  <a:cubicBezTo>
                    <a:pt x="453" y="165"/>
                    <a:pt x="445" y="168"/>
                    <a:pt x="435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4" name="îṥ1ïde"/>
            <p:cNvSpPr/>
            <p:nvPr/>
          </p:nvSpPr>
          <p:spPr bwMode="auto">
            <a:xfrm>
              <a:off x="6422600" y="4909157"/>
              <a:ext cx="234534" cy="84388"/>
            </a:xfrm>
            <a:custGeom>
              <a:avLst/>
              <a:gdLst>
                <a:gd name="T0" fmla="*/ 444 w 463"/>
                <a:gd name="T1" fmla="*/ 168 h 168"/>
                <a:gd name="T2" fmla="*/ 32 w 463"/>
                <a:gd name="T3" fmla="*/ 168 h 168"/>
                <a:gd name="T4" fmla="*/ 13 w 463"/>
                <a:gd name="T5" fmla="*/ 161 h 168"/>
                <a:gd name="T6" fmla="*/ 1 w 463"/>
                <a:gd name="T7" fmla="*/ 7 h 168"/>
                <a:gd name="T8" fmla="*/ 18 w 463"/>
                <a:gd name="T9" fmla="*/ 0 h 168"/>
                <a:gd name="T10" fmla="*/ 424 w 463"/>
                <a:gd name="T11" fmla="*/ 0 h 168"/>
                <a:gd name="T12" fmla="*/ 443 w 463"/>
                <a:gd name="T13" fmla="*/ 7 h 168"/>
                <a:gd name="T14" fmla="*/ 462 w 463"/>
                <a:gd name="T15" fmla="*/ 161 h 168"/>
                <a:gd name="T16" fmla="*/ 444 w 463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168">
                  <a:moveTo>
                    <a:pt x="444" y="168"/>
                  </a:moveTo>
                  <a:cubicBezTo>
                    <a:pt x="32" y="168"/>
                    <a:pt x="32" y="168"/>
                    <a:pt x="32" y="168"/>
                  </a:cubicBezTo>
                  <a:cubicBezTo>
                    <a:pt x="21" y="168"/>
                    <a:pt x="13" y="165"/>
                    <a:pt x="13" y="16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34" y="0"/>
                    <a:pt x="442" y="3"/>
                    <a:pt x="443" y="7"/>
                  </a:cubicBezTo>
                  <a:cubicBezTo>
                    <a:pt x="462" y="161"/>
                    <a:pt x="462" y="161"/>
                    <a:pt x="462" y="161"/>
                  </a:cubicBezTo>
                  <a:cubicBezTo>
                    <a:pt x="463" y="165"/>
                    <a:pt x="455" y="168"/>
                    <a:pt x="444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5" name="íslíḋé"/>
            <p:cNvSpPr/>
            <p:nvPr/>
          </p:nvSpPr>
          <p:spPr bwMode="auto">
            <a:xfrm>
              <a:off x="6688918" y="4909157"/>
              <a:ext cx="238918" cy="84388"/>
            </a:xfrm>
            <a:custGeom>
              <a:avLst/>
              <a:gdLst>
                <a:gd name="T0" fmla="*/ 453 w 471"/>
                <a:gd name="T1" fmla="*/ 168 h 168"/>
                <a:gd name="T2" fmla="*/ 41 w 471"/>
                <a:gd name="T3" fmla="*/ 168 h 168"/>
                <a:gd name="T4" fmla="*/ 21 w 471"/>
                <a:gd name="T5" fmla="*/ 161 h 168"/>
                <a:gd name="T6" fmla="*/ 0 w 471"/>
                <a:gd name="T7" fmla="*/ 7 h 168"/>
                <a:gd name="T8" fmla="*/ 18 w 471"/>
                <a:gd name="T9" fmla="*/ 0 h 168"/>
                <a:gd name="T10" fmla="*/ 423 w 471"/>
                <a:gd name="T11" fmla="*/ 0 h 168"/>
                <a:gd name="T12" fmla="*/ 442 w 471"/>
                <a:gd name="T13" fmla="*/ 7 h 168"/>
                <a:gd name="T14" fmla="*/ 471 w 471"/>
                <a:gd name="T15" fmla="*/ 161 h 168"/>
                <a:gd name="T16" fmla="*/ 453 w 471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1" h="168">
                  <a:moveTo>
                    <a:pt x="453" y="168"/>
                  </a:moveTo>
                  <a:cubicBezTo>
                    <a:pt x="41" y="168"/>
                    <a:pt x="41" y="168"/>
                    <a:pt x="41" y="168"/>
                  </a:cubicBezTo>
                  <a:cubicBezTo>
                    <a:pt x="30" y="168"/>
                    <a:pt x="22" y="165"/>
                    <a:pt x="21" y="1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23" y="0"/>
                    <a:pt x="423" y="0"/>
                    <a:pt x="423" y="0"/>
                  </a:cubicBezTo>
                  <a:cubicBezTo>
                    <a:pt x="433" y="0"/>
                    <a:pt x="442" y="3"/>
                    <a:pt x="442" y="7"/>
                  </a:cubicBezTo>
                  <a:cubicBezTo>
                    <a:pt x="471" y="161"/>
                    <a:pt x="471" y="161"/>
                    <a:pt x="471" y="161"/>
                  </a:cubicBezTo>
                  <a:cubicBezTo>
                    <a:pt x="471" y="165"/>
                    <a:pt x="463" y="168"/>
                    <a:pt x="453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6" name="îṩlídé"/>
            <p:cNvSpPr/>
            <p:nvPr/>
          </p:nvSpPr>
          <p:spPr bwMode="auto">
            <a:xfrm>
              <a:off x="6951946" y="4909157"/>
              <a:ext cx="242207" cy="84388"/>
            </a:xfrm>
            <a:custGeom>
              <a:avLst/>
              <a:gdLst>
                <a:gd name="T0" fmla="*/ 462 w 480"/>
                <a:gd name="T1" fmla="*/ 168 h 168"/>
                <a:gd name="T2" fmla="*/ 50 w 480"/>
                <a:gd name="T3" fmla="*/ 168 h 168"/>
                <a:gd name="T4" fmla="*/ 30 w 480"/>
                <a:gd name="T5" fmla="*/ 161 h 168"/>
                <a:gd name="T6" fmla="*/ 0 w 480"/>
                <a:gd name="T7" fmla="*/ 7 h 168"/>
                <a:gd name="T8" fmla="*/ 17 w 480"/>
                <a:gd name="T9" fmla="*/ 0 h 168"/>
                <a:gd name="T10" fmla="*/ 423 w 480"/>
                <a:gd name="T11" fmla="*/ 0 h 168"/>
                <a:gd name="T12" fmla="*/ 442 w 480"/>
                <a:gd name="T13" fmla="*/ 7 h 168"/>
                <a:gd name="T14" fmla="*/ 479 w 480"/>
                <a:gd name="T15" fmla="*/ 161 h 168"/>
                <a:gd name="T16" fmla="*/ 462 w 480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0" h="168">
                  <a:moveTo>
                    <a:pt x="462" y="168"/>
                  </a:moveTo>
                  <a:cubicBezTo>
                    <a:pt x="50" y="168"/>
                    <a:pt x="50" y="168"/>
                    <a:pt x="50" y="168"/>
                  </a:cubicBezTo>
                  <a:cubicBezTo>
                    <a:pt x="39" y="168"/>
                    <a:pt x="30" y="165"/>
                    <a:pt x="30" y="1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23" y="0"/>
                    <a:pt x="423" y="0"/>
                    <a:pt x="423" y="0"/>
                  </a:cubicBezTo>
                  <a:cubicBezTo>
                    <a:pt x="433" y="0"/>
                    <a:pt x="442" y="3"/>
                    <a:pt x="442" y="7"/>
                  </a:cubicBezTo>
                  <a:cubicBezTo>
                    <a:pt x="479" y="161"/>
                    <a:pt x="479" y="161"/>
                    <a:pt x="479" y="161"/>
                  </a:cubicBezTo>
                  <a:cubicBezTo>
                    <a:pt x="480" y="165"/>
                    <a:pt x="472" y="168"/>
                    <a:pt x="462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7" name="isḷíďê"/>
            <p:cNvSpPr/>
            <p:nvPr/>
          </p:nvSpPr>
          <p:spPr bwMode="auto">
            <a:xfrm>
              <a:off x="7224840" y="4909157"/>
              <a:ext cx="247686" cy="84388"/>
            </a:xfrm>
            <a:custGeom>
              <a:avLst/>
              <a:gdLst>
                <a:gd name="T0" fmla="*/ 472 w 490"/>
                <a:gd name="T1" fmla="*/ 168 h 168"/>
                <a:gd name="T2" fmla="*/ 60 w 490"/>
                <a:gd name="T3" fmla="*/ 168 h 168"/>
                <a:gd name="T4" fmla="*/ 39 w 490"/>
                <a:gd name="T5" fmla="*/ 161 h 168"/>
                <a:gd name="T6" fmla="*/ 1 w 490"/>
                <a:gd name="T7" fmla="*/ 7 h 168"/>
                <a:gd name="T8" fmla="*/ 18 w 490"/>
                <a:gd name="T9" fmla="*/ 0 h 168"/>
                <a:gd name="T10" fmla="*/ 423 w 490"/>
                <a:gd name="T11" fmla="*/ 0 h 168"/>
                <a:gd name="T12" fmla="*/ 443 w 490"/>
                <a:gd name="T13" fmla="*/ 7 h 168"/>
                <a:gd name="T14" fmla="*/ 489 w 490"/>
                <a:gd name="T15" fmla="*/ 161 h 168"/>
                <a:gd name="T16" fmla="*/ 472 w 490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0" h="168">
                  <a:moveTo>
                    <a:pt x="472" y="168"/>
                  </a:moveTo>
                  <a:cubicBezTo>
                    <a:pt x="60" y="168"/>
                    <a:pt x="60" y="168"/>
                    <a:pt x="60" y="168"/>
                  </a:cubicBezTo>
                  <a:cubicBezTo>
                    <a:pt x="49" y="168"/>
                    <a:pt x="40" y="165"/>
                    <a:pt x="39" y="16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23" y="0"/>
                    <a:pt x="423" y="0"/>
                    <a:pt x="423" y="0"/>
                  </a:cubicBezTo>
                  <a:cubicBezTo>
                    <a:pt x="433" y="0"/>
                    <a:pt x="442" y="3"/>
                    <a:pt x="443" y="7"/>
                  </a:cubicBezTo>
                  <a:cubicBezTo>
                    <a:pt x="489" y="161"/>
                    <a:pt x="489" y="161"/>
                    <a:pt x="489" y="161"/>
                  </a:cubicBezTo>
                  <a:cubicBezTo>
                    <a:pt x="490" y="165"/>
                    <a:pt x="483" y="168"/>
                    <a:pt x="472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8" name="îsḷïḋè"/>
            <p:cNvSpPr/>
            <p:nvPr/>
          </p:nvSpPr>
          <p:spPr bwMode="auto">
            <a:xfrm>
              <a:off x="7485677" y="4909157"/>
              <a:ext cx="252071" cy="84388"/>
            </a:xfrm>
            <a:custGeom>
              <a:avLst/>
              <a:gdLst>
                <a:gd name="T0" fmla="*/ 481 w 499"/>
                <a:gd name="T1" fmla="*/ 168 h 168"/>
                <a:gd name="T2" fmla="*/ 68 w 499"/>
                <a:gd name="T3" fmla="*/ 168 h 168"/>
                <a:gd name="T4" fmla="*/ 48 w 499"/>
                <a:gd name="T5" fmla="*/ 161 h 168"/>
                <a:gd name="T6" fmla="*/ 1 w 499"/>
                <a:gd name="T7" fmla="*/ 7 h 168"/>
                <a:gd name="T8" fmla="*/ 17 w 499"/>
                <a:gd name="T9" fmla="*/ 0 h 168"/>
                <a:gd name="T10" fmla="*/ 422 w 499"/>
                <a:gd name="T11" fmla="*/ 0 h 168"/>
                <a:gd name="T12" fmla="*/ 443 w 499"/>
                <a:gd name="T13" fmla="*/ 7 h 168"/>
                <a:gd name="T14" fmla="*/ 497 w 499"/>
                <a:gd name="T15" fmla="*/ 161 h 168"/>
                <a:gd name="T16" fmla="*/ 481 w 499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168">
                  <a:moveTo>
                    <a:pt x="481" y="168"/>
                  </a:moveTo>
                  <a:cubicBezTo>
                    <a:pt x="68" y="168"/>
                    <a:pt x="68" y="168"/>
                    <a:pt x="68" y="168"/>
                  </a:cubicBezTo>
                  <a:cubicBezTo>
                    <a:pt x="58" y="168"/>
                    <a:pt x="49" y="165"/>
                    <a:pt x="48" y="16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22" y="0"/>
                    <a:pt x="422" y="0"/>
                    <a:pt x="422" y="0"/>
                  </a:cubicBezTo>
                  <a:cubicBezTo>
                    <a:pt x="432" y="0"/>
                    <a:pt x="442" y="3"/>
                    <a:pt x="443" y="7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9" y="165"/>
                    <a:pt x="491" y="168"/>
                    <a:pt x="481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9" name="îṩlidè"/>
            <p:cNvSpPr/>
            <p:nvPr/>
          </p:nvSpPr>
          <p:spPr bwMode="auto">
            <a:xfrm>
              <a:off x="7754187" y="4909157"/>
              <a:ext cx="257550" cy="84388"/>
            </a:xfrm>
            <a:custGeom>
              <a:avLst/>
              <a:gdLst>
                <a:gd name="T0" fmla="*/ 490 w 508"/>
                <a:gd name="T1" fmla="*/ 168 h 168"/>
                <a:gd name="T2" fmla="*/ 78 w 508"/>
                <a:gd name="T3" fmla="*/ 168 h 168"/>
                <a:gd name="T4" fmla="*/ 57 w 508"/>
                <a:gd name="T5" fmla="*/ 161 h 168"/>
                <a:gd name="T6" fmla="*/ 1 w 508"/>
                <a:gd name="T7" fmla="*/ 7 h 168"/>
                <a:gd name="T8" fmla="*/ 17 w 508"/>
                <a:gd name="T9" fmla="*/ 0 h 168"/>
                <a:gd name="T10" fmla="*/ 422 w 508"/>
                <a:gd name="T11" fmla="*/ 0 h 168"/>
                <a:gd name="T12" fmla="*/ 443 w 508"/>
                <a:gd name="T13" fmla="*/ 7 h 168"/>
                <a:gd name="T14" fmla="*/ 506 w 508"/>
                <a:gd name="T15" fmla="*/ 161 h 168"/>
                <a:gd name="T16" fmla="*/ 490 w 508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8" h="168">
                  <a:moveTo>
                    <a:pt x="490" y="168"/>
                  </a:moveTo>
                  <a:cubicBezTo>
                    <a:pt x="78" y="168"/>
                    <a:pt x="78" y="168"/>
                    <a:pt x="78" y="168"/>
                  </a:cubicBezTo>
                  <a:cubicBezTo>
                    <a:pt x="67" y="168"/>
                    <a:pt x="58" y="165"/>
                    <a:pt x="57" y="16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22" y="0"/>
                    <a:pt x="422" y="0"/>
                    <a:pt x="422" y="0"/>
                  </a:cubicBezTo>
                  <a:cubicBezTo>
                    <a:pt x="432" y="0"/>
                    <a:pt x="442" y="3"/>
                    <a:pt x="443" y="7"/>
                  </a:cubicBezTo>
                  <a:cubicBezTo>
                    <a:pt x="506" y="161"/>
                    <a:pt x="506" y="161"/>
                    <a:pt x="506" y="161"/>
                  </a:cubicBezTo>
                  <a:cubicBezTo>
                    <a:pt x="508" y="165"/>
                    <a:pt x="501" y="168"/>
                    <a:pt x="490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0" name="îŝḻídê"/>
            <p:cNvSpPr/>
            <p:nvPr/>
          </p:nvSpPr>
          <p:spPr bwMode="auto">
            <a:xfrm>
              <a:off x="4430153" y="4813809"/>
              <a:ext cx="246590" cy="82197"/>
            </a:xfrm>
            <a:custGeom>
              <a:avLst/>
              <a:gdLst>
                <a:gd name="T0" fmla="*/ 421 w 487"/>
                <a:gd name="T1" fmla="*/ 161 h 161"/>
                <a:gd name="T2" fmla="*/ 17 w 487"/>
                <a:gd name="T3" fmla="*/ 161 h 161"/>
                <a:gd name="T4" fmla="*/ 1 w 487"/>
                <a:gd name="T5" fmla="*/ 154 h 161"/>
                <a:gd name="T6" fmla="*/ 53 w 487"/>
                <a:gd name="T7" fmla="*/ 6 h 161"/>
                <a:gd name="T8" fmla="*/ 73 w 487"/>
                <a:gd name="T9" fmla="*/ 0 h 161"/>
                <a:gd name="T10" fmla="*/ 470 w 487"/>
                <a:gd name="T11" fmla="*/ 0 h 161"/>
                <a:gd name="T12" fmla="*/ 486 w 487"/>
                <a:gd name="T13" fmla="*/ 6 h 161"/>
                <a:gd name="T14" fmla="*/ 441 w 487"/>
                <a:gd name="T15" fmla="*/ 154 h 161"/>
                <a:gd name="T16" fmla="*/ 421 w 487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7" h="161">
                  <a:moveTo>
                    <a:pt x="421" y="161"/>
                  </a:moveTo>
                  <a:cubicBezTo>
                    <a:pt x="17" y="161"/>
                    <a:pt x="17" y="161"/>
                    <a:pt x="17" y="161"/>
                  </a:cubicBezTo>
                  <a:cubicBezTo>
                    <a:pt x="7" y="161"/>
                    <a:pt x="0" y="158"/>
                    <a:pt x="1" y="154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4" y="3"/>
                    <a:pt x="63" y="0"/>
                    <a:pt x="73" y="0"/>
                  </a:cubicBezTo>
                  <a:cubicBezTo>
                    <a:pt x="470" y="0"/>
                    <a:pt x="470" y="0"/>
                    <a:pt x="470" y="0"/>
                  </a:cubicBezTo>
                  <a:cubicBezTo>
                    <a:pt x="480" y="0"/>
                    <a:pt x="487" y="3"/>
                    <a:pt x="486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0" y="158"/>
                    <a:pt x="431" y="161"/>
                    <a:pt x="421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1" name="ïSľide"/>
            <p:cNvSpPr/>
            <p:nvPr/>
          </p:nvSpPr>
          <p:spPr bwMode="auto">
            <a:xfrm>
              <a:off x="4692086" y="4813809"/>
              <a:ext cx="242207" cy="82197"/>
            </a:xfrm>
            <a:custGeom>
              <a:avLst/>
              <a:gdLst>
                <a:gd name="T0" fmla="*/ 422 w 478"/>
                <a:gd name="T1" fmla="*/ 161 h 161"/>
                <a:gd name="T2" fmla="*/ 17 w 478"/>
                <a:gd name="T3" fmla="*/ 161 h 161"/>
                <a:gd name="T4" fmla="*/ 1 w 478"/>
                <a:gd name="T5" fmla="*/ 154 h 161"/>
                <a:gd name="T6" fmla="*/ 44 w 478"/>
                <a:gd name="T7" fmla="*/ 6 h 161"/>
                <a:gd name="T8" fmla="*/ 64 w 478"/>
                <a:gd name="T9" fmla="*/ 0 h 161"/>
                <a:gd name="T10" fmla="*/ 461 w 478"/>
                <a:gd name="T11" fmla="*/ 0 h 161"/>
                <a:gd name="T12" fmla="*/ 478 w 478"/>
                <a:gd name="T13" fmla="*/ 6 h 161"/>
                <a:gd name="T14" fmla="*/ 441 w 478"/>
                <a:gd name="T15" fmla="*/ 154 h 161"/>
                <a:gd name="T16" fmla="*/ 422 w 478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8" h="161">
                  <a:moveTo>
                    <a:pt x="422" y="161"/>
                  </a:moveTo>
                  <a:cubicBezTo>
                    <a:pt x="17" y="161"/>
                    <a:pt x="17" y="161"/>
                    <a:pt x="17" y="161"/>
                  </a:cubicBezTo>
                  <a:cubicBezTo>
                    <a:pt x="7" y="161"/>
                    <a:pt x="0" y="158"/>
                    <a:pt x="1" y="154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5" y="3"/>
                    <a:pt x="54" y="0"/>
                    <a:pt x="64" y="0"/>
                  </a:cubicBezTo>
                  <a:cubicBezTo>
                    <a:pt x="461" y="0"/>
                    <a:pt x="461" y="0"/>
                    <a:pt x="461" y="0"/>
                  </a:cubicBezTo>
                  <a:cubicBezTo>
                    <a:pt x="471" y="0"/>
                    <a:pt x="478" y="3"/>
                    <a:pt x="478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1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2" name="íŝḷîḓê"/>
            <p:cNvSpPr/>
            <p:nvPr/>
          </p:nvSpPr>
          <p:spPr bwMode="auto">
            <a:xfrm>
              <a:off x="4960595" y="4813809"/>
              <a:ext cx="237822" cy="82197"/>
            </a:xfrm>
            <a:custGeom>
              <a:avLst/>
              <a:gdLst>
                <a:gd name="T0" fmla="*/ 422 w 470"/>
                <a:gd name="T1" fmla="*/ 161 h 161"/>
                <a:gd name="T2" fmla="*/ 18 w 470"/>
                <a:gd name="T3" fmla="*/ 161 h 161"/>
                <a:gd name="T4" fmla="*/ 1 w 470"/>
                <a:gd name="T5" fmla="*/ 154 h 161"/>
                <a:gd name="T6" fmla="*/ 36 w 470"/>
                <a:gd name="T7" fmla="*/ 6 h 161"/>
                <a:gd name="T8" fmla="*/ 55 w 470"/>
                <a:gd name="T9" fmla="*/ 0 h 161"/>
                <a:gd name="T10" fmla="*/ 452 w 470"/>
                <a:gd name="T11" fmla="*/ 0 h 161"/>
                <a:gd name="T12" fmla="*/ 469 w 470"/>
                <a:gd name="T13" fmla="*/ 6 h 161"/>
                <a:gd name="T14" fmla="*/ 441 w 470"/>
                <a:gd name="T15" fmla="*/ 154 h 161"/>
                <a:gd name="T16" fmla="*/ 422 w 470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0" h="161">
                  <a:moveTo>
                    <a:pt x="422" y="161"/>
                  </a:moveTo>
                  <a:cubicBezTo>
                    <a:pt x="18" y="161"/>
                    <a:pt x="18" y="161"/>
                    <a:pt x="18" y="161"/>
                  </a:cubicBezTo>
                  <a:cubicBezTo>
                    <a:pt x="8" y="161"/>
                    <a:pt x="0" y="158"/>
                    <a:pt x="1" y="154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3"/>
                    <a:pt x="45" y="0"/>
                    <a:pt x="55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62" y="0"/>
                    <a:pt x="470" y="3"/>
                    <a:pt x="469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1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3" name="îṡlíḋé"/>
            <p:cNvSpPr/>
            <p:nvPr/>
          </p:nvSpPr>
          <p:spPr bwMode="auto">
            <a:xfrm>
              <a:off x="5222528" y="4813809"/>
              <a:ext cx="233439" cy="82197"/>
            </a:xfrm>
            <a:custGeom>
              <a:avLst/>
              <a:gdLst>
                <a:gd name="T0" fmla="*/ 422 w 461"/>
                <a:gd name="T1" fmla="*/ 161 h 161"/>
                <a:gd name="T2" fmla="*/ 18 w 461"/>
                <a:gd name="T3" fmla="*/ 161 h 161"/>
                <a:gd name="T4" fmla="*/ 1 w 461"/>
                <a:gd name="T5" fmla="*/ 154 h 161"/>
                <a:gd name="T6" fmla="*/ 27 w 461"/>
                <a:gd name="T7" fmla="*/ 6 h 161"/>
                <a:gd name="T8" fmla="*/ 46 w 461"/>
                <a:gd name="T9" fmla="*/ 0 h 161"/>
                <a:gd name="T10" fmla="*/ 443 w 461"/>
                <a:gd name="T11" fmla="*/ 0 h 161"/>
                <a:gd name="T12" fmla="*/ 460 w 461"/>
                <a:gd name="T13" fmla="*/ 6 h 161"/>
                <a:gd name="T14" fmla="*/ 441 w 461"/>
                <a:gd name="T15" fmla="*/ 154 h 161"/>
                <a:gd name="T16" fmla="*/ 422 w 461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1" h="161">
                  <a:moveTo>
                    <a:pt x="422" y="161"/>
                  </a:moveTo>
                  <a:cubicBezTo>
                    <a:pt x="18" y="161"/>
                    <a:pt x="18" y="161"/>
                    <a:pt x="18" y="161"/>
                  </a:cubicBezTo>
                  <a:cubicBezTo>
                    <a:pt x="8" y="161"/>
                    <a:pt x="0" y="158"/>
                    <a:pt x="1" y="15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8" y="3"/>
                    <a:pt x="36" y="0"/>
                    <a:pt x="46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53" y="0"/>
                    <a:pt x="461" y="3"/>
                    <a:pt x="460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1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4" name="ïš1îḋe"/>
            <p:cNvSpPr/>
            <p:nvPr/>
          </p:nvSpPr>
          <p:spPr bwMode="auto">
            <a:xfrm>
              <a:off x="5493229" y="4813809"/>
              <a:ext cx="229055" cy="82197"/>
            </a:xfrm>
            <a:custGeom>
              <a:avLst/>
              <a:gdLst>
                <a:gd name="T0" fmla="*/ 422 w 452"/>
                <a:gd name="T1" fmla="*/ 161 h 161"/>
                <a:gd name="T2" fmla="*/ 18 w 452"/>
                <a:gd name="T3" fmla="*/ 161 h 161"/>
                <a:gd name="T4" fmla="*/ 1 w 452"/>
                <a:gd name="T5" fmla="*/ 154 h 161"/>
                <a:gd name="T6" fmla="*/ 18 w 452"/>
                <a:gd name="T7" fmla="*/ 6 h 161"/>
                <a:gd name="T8" fmla="*/ 37 w 452"/>
                <a:gd name="T9" fmla="*/ 0 h 161"/>
                <a:gd name="T10" fmla="*/ 434 w 452"/>
                <a:gd name="T11" fmla="*/ 0 h 161"/>
                <a:gd name="T12" fmla="*/ 452 w 452"/>
                <a:gd name="T13" fmla="*/ 6 h 161"/>
                <a:gd name="T14" fmla="*/ 441 w 452"/>
                <a:gd name="T15" fmla="*/ 154 h 161"/>
                <a:gd name="T16" fmla="*/ 422 w 452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2" h="161">
                  <a:moveTo>
                    <a:pt x="422" y="161"/>
                  </a:moveTo>
                  <a:cubicBezTo>
                    <a:pt x="18" y="161"/>
                    <a:pt x="18" y="161"/>
                    <a:pt x="18" y="161"/>
                  </a:cubicBezTo>
                  <a:cubicBezTo>
                    <a:pt x="8" y="161"/>
                    <a:pt x="0" y="158"/>
                    <a:pt x="1" y="154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3"/>
                    <a:pt x="27" y="0"/>
                    <a:pt x="37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4" y="0"/>
                    <a:pt x="452" y="3"/>
                    <a:pt x="452" y="6"/>
                  </a:cubicBezTo>
                  <a:cubicBezTo>
                    <a:pt x="441" y="154"/>
                    <a:pt x="441" y="154"/>
                    <a:pt x="441" y="154"/>
                  </a:cubicBezTo>
                  <a:cubicBezTo>
                    <a:pt x="441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5" name="ïSļîḓê"/>
            <p:cNvSpPr/>
            <p:nvPr/>
          </p:nvSpPr>
          <p:spPr bwMode="auto">
            <a:xfrm>
              <a:off x="5752972" y="4813809"/>
              <a:ext cx="224671" cy="82197"/>
            </a:xfrm>
            <a:custGeom>
              <a:avLst/>
              <a:gdLst>
                <a:gd name="T0" fmla="*/ 422 w 443"/>
                <a:gd name="T1" fmla="*/ 161 h 161"/>
                <a:gd name="T2" fmla="*/ 18 w 443"/>
                <a:gd name="T3" fmla="*/ 161 h 161"/>
                <a:gd name="T4" fmla="*/ 0 w 443"/>
                <a:gd name="T5" fmla="*/ 154 h 161"/>
                <a:gd name="T6" fmla="*/ 9 w 443"/>
                <a:gd name="T7" fmla="*/ 6 h 161"/>
                <a:gd name="T8" fmla="*/ 28 w 443"/>
                <a:gd name="T9" fmla="*/ 0 h 161"/>
                <a:gd name="T10" fmla="*/ 425 w 443"/>
                <a:gd name="T11" fmla="*/ 0 h 161"/>
                <a:gd name="T12" fmla="*/ 443 w 443"/>
                <a:gd name="T13" fmla="*/ 6 h 161"/>
                <a:gd name="T14" fmla="*/ 440 w 443"/>
                <a:gd name="T15" fmla="*/ 154 h 161"/>
                <a:gd name="T16" fmla="*/ 422 w 443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3" h="161">
                  <a:moveTo>
                    <a:pt x="422" y="161"/>
                  </a:moveTo>
                  <a:cubicBezTo>
                    <a:pt x="18" y="161"/>
                    <a:pt x="18" y="161"/>
                    <a:pt x="18" y="161"/>
                  </a:cubicBezTo>
                  <a:cubicBezTo>
                    <a:pt x="8" y="161"/>
                    <a:pt x="0" y="158"/>
                    <a:pt x="0" y="154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3"/>
                    <a:pt x="18" y="0"/>
                    <a:pt x="28" y="0"/>
                  </a:cubicBezTo>
                  <a:cubicBezTo>
                    <a:pt x="425" y="0"/>
                    <a:pt x="425" y="0"/>
                    <a:pt x="425" y="0"/>
                  </a:cubicBezTo>
                  <a:cubicBezTo>
                    <a:pt x="435" y="0"/>
                    <a:pt x="443" y="3"/>
                    <a:pt x="443" y="6"/>
                  </a:cubicBezTo>
                  <a:cubicBezTo>
                    <a:pt x="440" y="154"/>
                    <a:pt x="440" y="154"/>
                    <a:pt x="440" y="154"/>
                  </a:cubicBezTo>
                  <a:cubicBezTo>
                    <a:pt x="440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6" name="î$ḻíďè"/>
            <p:cNvSpPr/>
            <p:nvPr/>
          </p:nvSpPr>
          <p:spPr bwMode="auto">
            <a:xfrm>
              <a:off x="6023672" y="4813809"/>
              <a:ext cx="222479" cy="82197"/>
            </a:xfrm>
            <a:custGeom>
              <a:avLst/>
              <a:gdLst>
                <a:gd name="T0" fmla="*/ 422 w 440"/>
                <a:gd name="T1" fmla="*/ 161 h 161"/>
                <a:gd name="T2" fmla="*/ 18 w 440"/>
                <a:gd name="T3" fmla="*/ 161 h 161"/>
                <a:gd name="T4" fmla="*/ 0 w 440"/>
                <a:gd name="T5" fmla="*/ 154 h 161"/>
                <a:gd name="T6" fmla="*/ 1 w 440"/>
                <a:gd name="T7" fmla="*/ 6 h 161"/>
                <a:gd name="T8" fmla="*/ 19 w 440"/>
                <a:gd name="T9" fmla="*/ 0 h 161"/>
                <a:gd name="T10" fmla="*/ 416 w 440"/>
                <a:gd name="T11" fmla="*/ 0 h 161"/>
                <a:gd name="T12" fmla="*/ 434 w 440"/>
                <a:gd name="T13" fmla="*/ 6 h 161"/>
                <a:gd name="T14" fmla="*/ 440 w 440"/>
                <a:gd name="T15" fmla="*/ 154 h 161"/>
                <a:gd name="T16" fmla="*/ 422 w 440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161">
                  <a:moveTo>
                    <a:pt x="422" y="161"/>
                  </a:moveTo>
                  <a:cubicBezTo>
                    <a:pt x="18" y="161"/>
                    <a:pt x="18" y="161"/>
                    <a:pt x="18" y="161"/>
                  </a:cubicBezTo>
                  <a:cubicBezTo>
                    <a:pt x="8" y="161"/>
                    <a:pt x="0" y="158"/>
                    <a:pt x="0" y="1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9" y="0"/>
                    <a:pt x="19" y="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26" y="0"/>
                    <a:pt x="434" y="3"/>
                    <a:pt x="434" y="6"/>
                  </a:cubicBezTo>
                  <a:cubicBezTo>
                    <a:pt x="440" y="154"/>
                    <a:pt x="440" y="154"/>
                    <a:pt x="440" y="154"/>
                  </a:cubicBezTo>
                  <a:cubicBezTo>
                    <a:pt x="440" y="158"/>
                    <a:pt x="432" y="161"/>
                    <a:pt x="422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7" name="îŝ1íḋé"/>
            <p:cNvSpPr/>
            <p:nvPr/>
          </p:nvSpPr>
          <p:spPr bwMode="auto">
            <a:xfrm>
              <a:off x="6281222" y="4813809"/>
              <a:ext cx="226864" cy="82197"/>
            </a:xfrm>
            <a:custGeom>
              <a:avLst/>
              <a:gdLst>
                <a:gd name="T0" fmla="*/ 431 w 448"/>
                <a:gd name="T1" fmla="*/ 161 h 161"/>
                <a:gd name="T2" fmla="*/ 26 w 448"/>
                <a:gd name="T3" fmla="*/ 161 h 161"/>
                <a:gd name="T4" fmla="*/ 8 w 448"/>
                <a:gd name="T5" fmla="*/ 154 h 161"/>
                <a:gd name="T6" fmla="*/ 1 w 448"/>
                <a:gd name="T7" fmla="*/ 6 h 161"/>
                <a:gd name="T8" fmla="*/ 18 w 448"/>
                <a:gd name="T9" fmla="*/ 0 h 161"/>
                <a:gd name="T10" fmla="*/ 415 w 448"/>
                <a:gd name="T11" fmla="*/ 0 h 161"/>
                <a:gd name="T12" fmla="*/ 434 w 448"/>
                <a:gd name="T13" fmla="*/ 6 h 161"/>
                <a:gd name="T14" fmla="*/ 448 w 448"/>
                <a:gd name="T15" fmla="*/ 154 h 161"/>
                <a:gd name="T16" fmla="*/ 431 w 448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8" h="161">
                  <a:moveTo>
                    <a:pt x="431" y="161"/>
                  </a:moveTo>
                  <a:cubicBezTo>
                    <a:pt x="26" y="161"/>
                    <a:pt x="26" y="161"/>
                    <a:pt x="26" y="161"/>
                  </a:cubicBezTo>
                  <a:cubicBezTo>
                    <a:pt x="16" y="161"/>
                    <a:pt x="8" y="158"/>
                    <a:pt x="8" y="1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8" y="0"/>
                    <a:pt x="18" y="0"/>
                  </a:cubicBezTo>
                  <a:cubicBezTo>
                    <a:pt x="415" y="0"/>
                    <a:pt x="415" y="0"/>
                    <a:pt x="415" y="0"/>
                  </a:cubicBezTo>
                  <a:cubicBezTo>
                    <a:pt x="425" y="0"/>
                    <a:pt x="434" y="3"/>
                    <a:pt x="434" y="6"/>
                  </a:cubicBezTo>
                  <a:cubicBezTo>
                    <a:pt x="448" y="154"/>
                    <a:pt x="448" y="154"/>
                    <a:pt x="448" y="154"/>
                  </a:cubicBezTo>
                  <a:cubicBezTo>
                    <a:pt x="448" y="158"/>
                    <a:pt x="441" y="161"/>
                    <a:pt x="431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8" name="íślíde"/>
            <p:cNvSpPr/>
            <p:nvPr/>
          </p:nvSpPr>
          <p:spPr bwMode="auto">
            <a:xfrm>
              <a:off x="6546442" y="4813809"/>
              <a:ext cx="231247" cy="82197"/>
            </a:xfrm>
            <a:custGeom>
              <a:avLst/>
              <a:gdLst>
                <a:gd name="T0" fmla="*/ 439 w 457"/>
                <a:gd name="T1" fmla="*/ 161 h 161"/>
                <a:gd name="T2" fmla="*/ 35 w 457"/>
                <a:gd name="T3" fmla="*/ 161 h 161"/>
                <a:gd name="T4" fmla="*/ 16 w 457"/>
                <a:gd name="T5" fmla="*/ 154 h 161"/>
                <a:gd name="T6" fmla="*/ 0 w 457"/>
                <a:gd name="T7" fmla="*/ 6 h 161"/>
                <a:gd name="T8" fmla="*/ 17 w 457"/>
                <a:gd name="T9" fmla="*/ 0 h 161"/>
                <a:gd name="T10" fmla="*/ 414 w 457"/>
                <a:gd name="T11" fmla="*/ 0 h 161"/>
                <a:gd name="T12" fmla="*/ 433 w 457"/>
                <a:gd name="T13" fmla="*/ 6 h 161"/>
                <a:gd name="T14" fmla="*/ 456 w 457"/>
                <a:gd name="T15" fmla="*/ 154 h 161"/>
                <a:gd name="T16" fmla="*/ 439 w 457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7" h="161">
                  <a:moveTo>
                    <a:pt x="439" y="161"/>
                  </a:moveTo>
                  <a:cubicBezTo>
                    <a:pt x="35" y="161"/>
                    <a:pt x="35" y="161"/>
                    <a:pt x="35" y="161"/>
                  </a:cubicBezTo>
                  <a:cubicBezTo>
                    <a:pt x="25" y="161"/>
                    <a:pt x="16" y="158"/>
                    <a:pt x="16" y="1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14" y="0"/>
                    <a:pt x="414" y="0"/>
                    <a:pt x="414" y="0"/>
                  </a:cubicBezTo>
                  <a:cubicBezTo>
                    <a:pt x="424" y="0"/>
                    <a:pt x="433" y="3"/>
                    <a:pt x="433" y="6"/>
                  </a:cubicBezTo>
                  <a:cubicBezTo>
                    <a:pt x="456" y="154"/>
                    <a:pt x="456" y="154"/>
                    <a:pt x="456" y="154"/>
                  </a:cubicBezTo>
                  <a:cubicBezTo>
                    <a:pt x="457" y="158"/>
                    <a:pt x="449" y="161"/>
                    <a:pt x="439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79" name="ïṥļïďè"/>
            <p:cNvSpPr/>
            <p:nvPr/>
          </p:nvSpPr>
          <p:spPr bwMode="auto">
            <a:xfrm>
              <a:off x="6810568" y="4813809"/>
              <a:ext cx="236726" cy="82197"/>
            </a:xfrm>
            <a:custGeom>
              <a:avLst/>
              <a:gdLst>
                <a:gd name="T0" fmla="*/ 448 w 466"/>
                <a:gd name="T1" fmla="*/ 161 h 161"/>
                <a:gd name="T2" fmla="*/ 44 w 466"/>
                <a:gd name="T3" fmla="*/ 161 h 161"/>
                <a:gd name="T4" fmla="*/ 25 w 466"/>
                <a:gd name="T5" fmla="*/ 154 h 161"/>
                <a:gd name="T6" fmla="*/ 1 w 466"/>
                <a:gd name="T7" fmla="*/ 6 h 161"/>
                <a:gd name="T8" fmla="*/ 17 w 466"/>
                <a:gd name="T9" fmla="*/ 0 h 161"/>
                <a:gd name="T10" fmla="*/ 415 w 466"/>
                <a:gd name="T11" fmla="*/ 0 h 161"/>
                <a:gd name="T12" fmla="*/ 434 w 466"/>
                <a:gd name="T13" fmla="*/ 6 h 161"/>
                <a:gd name="T14" fmla="*/ 465 w 466"/>
                <a:gd name="T15" fmla="*/ 154 h 161"/>
                <a:gd name="T16" fmla="*/ 448 w 466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6" h="161">
                  <a:moveTo>
                    <a:pt x="448" y="161"/>
                  </a:moveTo>
                  <a:cubicBezTo>
                    <a:pt x="44" y="161"/>
                    <a:pt x="44" y="161"/>
                    <a:pt x="44" y="161"/>
                  </a:cubicBezTo>
                  <a:cubicBezTo>
                    <a:pt x="34" y="161"/>
                    <a:pt x="25" y="158"/>
                    <a:pt x="25" y="1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8" y="0"/>
                    <a:pt x="17" y="0"/>
                  </a:cubicBezTo>
                  <a:cubicBezTo>
                    <a:pt x="415" y="0"/>
                    <a:pt x="415" y="0"/>
                    <a:pt x="415" y="0"/>
                  </a:cubicBezTo>
                  <a:cubicBezTo>
                    <a:pt x="424" y="0"/>
                    <a:pt x="433" y="3"/>
                    <a:pt x="434" y="6"/>
                  </a:cubicBezTo>
                  <a:cubicBezTo>
                    <a:pt x="465" y="154"/>
                    <a:pt x="465" y="154"/>
                    <a:pt x="465" y="154"/>
                  </a:cubicBezTo>
                  <a:cubicBezTo>
                    <a:pt x="466" y="158"/>
                    <a:pt x="458" y="161"/>
                    <a:pt x="448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0" name="iślîḋê"/>
            <p:cNvSpPr/>
            <p:nvPr/>
          </p:nvSpPr>
          <p:spPr bwMode="auto">
            <a:xfrm>
              <a:off x="7072503" y="4813809"/>
              <a:ext cx="240013" cy="82197"/>
            </a:xfrm>
            <a:custGeom>
              <a:avLst/>
              <a:gdLst>
                <a:gd name="T0" fmla="*/ 457 w 475"/>
                <a:gd name="T1" fmla="*/ 161 h 161"/>
                <a:gd name="T2" fmla="*/ 53 w 475"/>
                <a:gd name="T3" fmla="*/ 161 h 161"/>
                <a:gd name="T4" fmla="*/ 33 w 475"/>
                <a:gd name="T5" fmla="*/ 154 h 161"/>
                <a:gd name="T6" fmla="*/ 1 w 475"/>
                <a:gd name="T7" fmla="*/ 6 h 161"/>
                <a:gd name="T8" fmla="*/ 17 w 475"/>
                <a:gd name="T9" fmla="*/ 0 h 161"/>
                <a:gd name="T10" fmla="*/ 414 w 475"/>
                <a:gd name="T11" fmla="*/ 0 h 161"/>
                <a:gd name="T12" fmla="*/ 434 w 475"/>
                <a:gd name="T13" fmla="*/ 6 h 161"/>
                <a:gd name="T14" fmla="*/ 474 w 475"/>
                <a:gd name="T15" fmla="*/ 154 h 161"/>
                <a:gd name="T16" fmla="*/ 457 w 475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5" h="161">
                  <a:moveTo>
                    <a:pt x="457" y="161"/>
                  </a:moveTo>
                  <a:cubicBezTo>
                    <a:pt x="53" y="161"/>
                    <a:pt x="53" y="161"/>
                    <a:pt x="53" y="161"/>
                  </a:cubicBezTo>
                  <a:cubicBezTo>
                    <a:pt x="43" y="161"/>
                    <a:pt x="34" y="158"/>
                    <a:pt x="33" y="1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14" y="0"/>
                    <a:pt x="414" y="0"/>
                    <a:pt x="414" y="0"/>
                  </a:cubicBezTo>
                  <a:cubicBezTo>
                    <a:pt x="424" y="0"/>
                    <a:pt x="433" y="3"/>
                    <a:pt x="434" y="6"/>
                  </a:cubicBezTo>
                  <a:cubicBezTo>
                    <a:pt x="474" y="154"/>
                    <a:pt x="474" y="154"/>
                    <a:pt x="474" y="154"/>
                  </a:cubicBezTo>
                  <a:cubicBezTo>
                    <a:pt x="475" y="158"/>
                    <a:pt x="467" y="161"/>
                    <a:pt x="457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1" name="ïsľiḓê"/>
            <p:cNvSpPr/>
            <p:nvPr/>
          </p:nvSpPr>
          <p:spPr bwMode="auto">
            <a:xfrm>
              <a:off x="7324571" y="4813809"/>
              <a:ext cx="244398" cy="82197"/>
            </a:xfrm>
            <a:custGeom>
              <a:avLst/>
              <a:gdLst>
                <a:gd name="T0" fmla="*/ 466 w 483"/>
                <a:gd name="T1" fmla="*/ 161 h 161"/>
                <a:gd name="T2" fmla="*/ 61 w 483"/>
                <a:gd name="T3" fmla="*/ 161 h 161"/>
                <a:gd name="T4" fmla="*/ 41 w 483"/>
                <a:gd name="T5" fmla="*/ 154 h 161"/>
                <a:gd name="T6" fmla="*/ 1 w 483"/>
                <a:gd name="T7" fmla="*/ 6 h 161"/>
                <a:gd name="T8" fmla="*/ 17 w 483"/>
                <a:gd name="T9" fmla="*/ 0 h 161"/>
                <a:gd name="T10" fmla="*/ 414 w 483"/>
                <a:gd name="T11" fmla="*/ 0 h 161"/>
                <a:gd name="T12" fmla="*/ 434 w 483"/>
                <a:gd name="T13" fmla="*/ 6 h 161"/>
                <a:gd name="T14" fmla="*/ 482 w 483"/>
                <a:gd name="T15" fmla="*/ 154 h 161"/>
                <a:gd name="T16" fmla="*/ 466 w 483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3" h="161">
                  <a:moveTo>
                    <a:pt x="466" y="161"/>
                  </a:moveTo>
                  <a:cubicBezTo>
                    <a:pt x="61" y="161"/>
                    <a:pt x="61" y="161"/>
                    <a:pt x="61" y="161"/>
                  </a:cubicBezTo>
                  <a:cubicBezTo>
                    <a:pt x="51" y="161"/>
                    <a:pt x="42" y="158"/>
                    <a:pt x="41" y="1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7" y="0"/>
                    <a:pt x="17" y="0"/>
                  </a:cubicBezTo>
                  <a:cubicBezTo>
                    <a:pt x="414" y="0"/>
                    <a:pt x="414" y="0"/>
                    <a:pt x="414" y="0"/>
                  </a:cubicBezTo>
                  <a:cubicBezTo>
                    <a:pt x="424" y="0"/>
                    <a:pt x="433" y="3"/>
                    <a:pt x="434" y="6"/>
                  </a:cubicBezTo>
                  <a:cubicBezTo>
                    <a:pt x="482" y="154"/>
                    <a:pt x="482" y="154"/>
                    <a:pt x="482" y="154"/>
                  </a:cubicBezTo>
                  <a:cubicBezTo>
                    <a:pt x="483" y="158"/>
                    <a:pt x="476" y="161"/>
                    <a:pt x="466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2" name="ïs1íḋe"/>
            <p:cNvSpPr/>
            <p:nvPr/>
          </p:nvSpPr>
          <p:spPr bwMode="auto">
            <a:xfrm>
              <a:off x="7585410" y="4813809"/>
              <a:ext cx="381392" cy="82197"/>
            </a:xfrm>
            <a:custGeom>
              <a:avLst/>
              <a:gdLst>
                <a:gd name="T0" fmla="*/ 706 w 753"/>
                <a:gd name="T1" fmla="*/ 161 h 161"/>
                <a:gd name="T2" fmla="*/ 102 w 753"/>
                <a:gd name="T3" fmla="*/ 161 h 161"/>
                <a:gd name="T4" fmla="*/ 45 w 753"/>
                <a:gd name="T5" fmla="*/ 142 h 161"/>
                <a:gd name="T6" fmla="*/ 4 w 753"/>
                <a:gd name="T7" fmla="*/ 18 h 161"/>
                <a:gd name="T8" fmla="*/ 47 w 753"/>
                <a:gd name="T9" fmla="*/ 0 h 161"/>
                <a:gd name="T10" fmla="*/ 641 w 753"/>
                <a:gd name="T11" fmla="*/ 0 h 161"/>
                <a:gd name="T12" fmla="*/ 698 w 753"/>
                <a:gd name="T13" fmla="*/ 18 h 161"/>
                <a:gd name="T14" fmla="*/ 749 w 753"/>
                <a:gd name="T15" fmla="*/ 142 h 161"/>
                <a:gd name="T16" fmla="*/ 706 w 753"/>
                <a:gd name="T1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3" h="161">
                  <a:moveTo>
                    <a:pt x="706" y="161"/>
                  </a:moveTo>
                  <a:cubicBezTo>
                    <a:pt x="102" y="161"/>
                    <a:pt x="102" y="161"/>
                    <a:pt x="102" y="161"/>
                  </a:cubicBezTo>
                  <a:cubicBezTo>
                    <a:pt x="74" y="161"/>
                    <a:pt x="48" y="153"/>
                    <a:pt x="45" y="14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8"/>
                    <a:pt x="20" y="0"/>
                    <a:pt x="47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69" y="0"/>
                    <a:pt x="694" y="8"/>
                    <a:pt x="698" y="18"/>
                  </a:cubicBezTo>
                  <a:cubicBezTo>
                    <a:pt x="749" y="142"/>
                    <a:pt x="749" y="142"/>
                    <a:pt x="749" y="142"/>
                  </a:cubicBezTo>
                  <a:cubicBezTo>
                    <a:pt x="753" y="153"/>
                    <a:pt x="734" y="161"/>
                    <a:pt x="706" y="161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3" name="iṩ1iďe"/>
            <p:cNvSpPr/>
            <p:nvPr/>
          </p:nvSpPr>
          <p:spPr bwMode="auto">
            <a:xfrm>
              <a:off x="4119997" y="4909157"/>
              <a:ext cx="390160" cy="84388"/>
            </a:xfrm>
            <a:custGeom>
              <a:avLst/>
              <a:gdLst>
                <a:gd name="T0" fmla="*/ 665 w 770"/>
                <a:gd name="T1" fmla="*/ 168 h 168"/>
                <a:gd name="T2" fmla="*/ 48 w 770"/>
                <a:gd name="T3" fmla="*/ 168 h 168"/>
                <a:gd name="T4" fmla="*/ 5 w 770"/>
                <a:gd name="T5" fmla="*/ 148 h 168"/>
                <a:gd name="T6" fmla="*/ 57 w 770"/>
                <a:gd name="T7" fmla="*/ 19 h 168"/>
                <a:gd name="T8" fmla="*/ 116 w 770"/>
                <a:gd name="T9" fmla="*/ 0 h 168"/>
                <a:gd name="T10" fmla="*/ 722 w 770"/>
                <a:gd name="T11" fmla="*/ 0 h 168"/>
                <a:gd name="T12" fmla="*/ 766 w 770"/>
                <a:gd name="T13" fmla="*/ 19 h 168"/>
                <a:gd name="T14" fmla="*/ 724 w 770"/>
                <a:gd name="T15" fmla="*/ 148 h 168"/>
                <a:gd name="T16" fmla="*/ 665 w 770"/>
                <a:gd name="T1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0" h="168">
                  <a:moveTo>
                    <a:pt x="665" y="168"/>
                  </a:moveTo>
                  <a:cubicBezTo>
                    <a:pt x="48" y="168"/>
                    <a:pt x="48" y="168"/>
                    <a:pt x="48" y="168"/>
                  </a:cubicBezTo>
                  <a:cubicBezTo>
                    <a:pt x="20" y="168"/>
                    <a:pt x="0" y="159"/>
                    <a:pt x="5" y="148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61" y="8"/>
                    <a:pt x="87" y="0"/>
                    <a:pt x="116" y="0"/>
                  </a:cubicBezTo>
                  <a:cubicBezTo>
                    <a:pt x="722" y="0"/>
                    <a:pt x="722" y="0"/>
                    <a:pt x="722" y="0"/>
                  </a:cubicBezTo>
                  <a:cubicBezTo>
                    <a:pt x="750" y="0"/>
                    <a:pt x="770" y="8"/>
                    <a:pt x="766" y="19"/>
                  </a:cubicBezTo>
                  <a:cubicBezTo>
                    <a:pt x="724" y="148"/>
                    <a:pt x="724" y="148"/>
                    <a:pt x="724" y="148"/>
                  </a:cubicBezTo>
                  <a:cubicBezTo>
                    <a:pt x="720" y="159"/>
                    <a:pt x="694" y="168"/>
                    <a:pt x="665" y="168"/>
                  </a:cubicBez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4" name="iṣliďe"/>
            <p:cNvSpPr/>
            <p:nvPr/>
          </p:nvSpPr>
          <p:spPr bwMode="auto">
            <a:xfrm>
              <a:off x="4285486" y="4466390"/>
              <a:ext cx="609351" cy="106308"/>
            </a:xfrm>
            <a:prstGeom prst="rect">
              <a:avLst/>
            </a:pr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5" name="ïśḻíďé"/>
            <p:cNvSpPr/>
            <p:nvPr/>
          </p:nvSpPr>
          <p:spPr bwMode="auto">
            <a:xfrm>
              <a:off x="7219360" y="4464198"/>
              <a:ext cx="609351" cy="109595"/>
            </a:xfrm>
            <a:prstGeom prst="rect">
              <a:avLst/>
            </a:pr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6" name="isļïḍé"/>
            <p:cNvSpPr/>
            <p:nvPr/>
          </p:nvSpPr>
          <p:spPr bwMode="auto">
            <a:xfrm>
              <a:off x="4657015" y="2287630"/>
              <a:ext cx="2759617" cy="1722842"/>
            </a:xfrm>
            <a:custGeom>
              <a:avLst/>
              <a:gdLst>
                <a:gd name="T0" fmla="*/ 5452 w 5452"/>
                <a:gd name="T1" fmla="*/ 2286 h 3409"/>
                <a:gd name="T2" fmla="*/ 4762 w 5452"/>
                <a:gd name="T3" fmla="*/ 3322 h 3409"/>
                <a:gd name="T4" fmla="*/ 4451 w 5452"/>
                <a:gd name="T5" fmla="*/ 3409 h 3409"/>
                <a:gd name="T6" fmla="*/ 1090 w 5452"/>
                <a:gd name="T7" fmla="*/ 3409 h 3409"/>
                <a:gd name="T8" fmla="*/ 1008 w 5452"/>
                <a:gd name="T9" fmla="*/ 3403 h 3409"/>
                <a:gd name="T10" fmla="*/ 370 w 5452"/>
                <a:gd name="T11" fmla="*/ 3119 h 3409"/>
                <a:gd name="T12" fmla="*/ 370 w 5452"/>
                <a:gd name="T13" fmla="*/ 3119 h 3409"/>
                <a:gd name="T14" fmla="*/ 0 w 5452"/>
                <a:gd name="T15" fmla="*/ 2286 h 3409"/>
                <a:gd name="T16" fmla="*/ 964 w 5452"/>
                <a:gd name="T17" fmla="*/ 1176 h 3409"/>
                <a:gd name="T18" fmla="*/ 1899 w 5452"/>
                <a:gd name="T19" fmla="*/ 398 h 3409"/>
                <a:gd name="T20" fmla="*/ 2330 w 5452"/>
                <a:gd name="T21" fmla="*/ 501 h 3409"/>
                <a:gd name="T22" fmla="*/ 3379 w 5452"/>
                <a:gd name="T23" fmla="*/ 0 h 3409"/>
                <a:gd name="T24" fmla="*/ 4007 w 5452"/>
                <a:gd name="T25" fmla="*/ 155 h 3409"/>
                <a:gd name="T26" fmla="*/ 4007 w 5452"/>
                <a:gd name="T27" fmla="*/ 155 h 3409"/>
                <a:gd name="T28" fmla="*/ 4007 w 5452"/>
                <a:gd name="T29" fmla="*/ 155 h 3409"/>
                <a:gd name="T30" fmla="*/ 4689 w 5452"/>
                <a:gd name="T31" fmla="*/ 1027 h 3409"/>
                <a:gd name="T32" fmla="*/ 4691 w 5452"/>
                <a:gd name="T33" fmla="*/ 1034 h 3409"/>
                <a:gd name="T34" fmla="*/ 5040 w 5452"/>
                <a:gd name="T35" fmla="*/ 1417 h 3409"/>
                <a:gd name="T36" fmla="*/ 5315 w 5452"/>
                <a:gd name="T37" fmla="*/ 1749 h 3409"/>
                <a:gd name="T38" fmla="*/ 5452 w 5452"/>
                <a:gd name="T39" fmla="*/ 2286 h 3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52" h="3409">
                  <a:moveTo>
                    <a:pt x="5452" y="2286"/>
                  </a:moveTo>
                  <a:cubicBezTo>
                    <a:pt x="5452" y="2753"/>
                    <a:pt x="5167" y="3153"/>
                    <a:pt x="4762" y="3322"/>
                  </a:cubicBezTo>
                  <a:cubicBezTo>
                    <a:pt x="4671" y="3377"/>
                    <a:pt x="4565" y="3409"/>
                    <a:pt x="4451" y="3409"/>
                  </a:cubicBezTo>
                  <a:cubicBezTo>
                    <a:pt x="1090" y="3409"/>
                    <a:pt x="1090" y="3409"/>
                    <a:pt x="1090" y="3409"/>
                  </a:cubicBezTo>
                  <a:cubicBezTo>
                    <a:pt x="1063" y="3409"/>
                    <a:pt x="1035" y="3406"/>
                    <a:pt x="1008" y="3403"/>
                  </a:cubicBezTo>
                  <a:cubicBezTo>
                    <a:pt x="764" y="3378"/>
                    <a:pt x="543" y="3275"/>
                    <a:pt x="370" y="3119"/>
                  </a:cubicBezTo>
                  <a:cubicBezTo>
                    <a:pt x="370" y="3119"/>
                    <a:pt x="370" y="3119"/>
                    <a:pt x="370" y="3119"/>
                  </a:cubicBezTo>
                  <a:cubicBezTo>
                    <a:pt x="143" y="2914"/>
                    <a:pt x="0" y="2617"/>
                    <a:pt x="0" y="2286"/>
                  </a:cubicBezTo>
                  <a:cubicBezTo>
                    <a:pt x="0" y="1720"/>
                    <a:pt x="419" y="1253"/>
                    <a:pt x="964" y="1176"/>
                  </a:cubicBezTo>
                  <a:cubicBezTo>
                    <a:pt x="1045" y="733"/>
                    <a:pt x="1433" y="398"/>
                    <a:pt x="1899" y="398"/>
                  </a:cubicBezTo>
                  <a:cubicBezTo>
                    <a:pt x="2054" y="398"/>
                    <a:pt x="2201" y="435"/>
                    <a:pt x="2330" y="501"/>
                  </a:cubicBezTo>
                  <a:cubicBezTo>
                    <a:pt x="2578" y="196"/>
                    <a:pt x="2956" y="0"/>
                    <a:pt x="3379" y="0"/>
                  </a:cubicBezTo>
                  <a:cubicBezTo>
                    <a:pt x="3606" y="0"/>
                    <a:pt x="3820" y="56"/>
                    <a:pt x="4007" y="155"/>
                  </a:cubicBezTo>
                  <a:cubicBezTo>
                    <a:pt x="4007" y="155"/>
                    <a:pt x="4007" y="155"/>
                    <a:pt x="4007" y="155"/>
                  </a:cubicBezTo>
                  <a:cubicBezTo>
                    <a:pt x="4007" y="155"/>
                    <a:pt x="4007" y="155"/>
                    <a:pt x="4007" y="155"/>
                  </a:cubicBezTo>
                  <a:cubicBezTo>
                    <a:pt x="4344" y="332"/>
                    <a:pt x="4596" y="648"/>
                    <a:pt x="4689" y="1027"/>
                  </a:cubicBezTo>
                  <a:cubicBezTo>
                    <a:pt x="4690" y="1029"/>
                    <a:pt x="4690" y="1032"/>
                    <a:pt x="4691" y="1034"/>
                  </a:cubicBezTo>
                  <a:cubicBezTo>
                    <a:pt x="4884" y="1058"/>
                    <a:pt x="5034" y="1219"/>
                    <a:pt x="5040" y="1417"/>
                  </a:cubicBezTo>
                  <a:cubicBezTo>
                    <a:pt x="5152" y="1509"/>
                    <a:pt x="5246" y="1621"/>
                    <a:pt x="5315" y="1749"/>
                  </a:cubicBezTo>
                  <a:cubicBezTo>
                    <a:pt x="5403" y="1908"/>
                    <a:pt x="5452" y="2091"/>
                    <a:pt x="5452" y="22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7" name="ïṥlïḋê"/>
            <p:cNvSpPr/>
            <p:nvPr/>
          </p:nvSpPr>
          <p:spPr bwMode="auto">
            <a:xfrm>
              <a:off x="3036096" y="1512789"/>
              <a:ext cx="1772161" cy="1540913"/>
            </a:xfrm>
            <a:custGeom>
              <a:avLst/>
              <a:gdLst>
                <a:gd name="T0" fmla="*/ 3401 w 3501"/>
                <a:gd name="T1" fmla="*/ 1844 h 3050"/>
                <a:gd name="T2" fmla="*/ 1220 w 3501"/>
                <a:gd name="T3" fmla="*/ 2645 h 3050"/>
                <a:gd name="T4" fmla="*/ 1004 w 3501"/>
                <a:gd name="T5" fmla="*/ 3050 h 3050"/>
                <a:gd name="T6" fmla="*/ 923 w 3501"/>
                <a:gd name="T7" fmla="*/ 2754 h 3050"/>
                <a:gd name="T8" fmla="*/ 768 w 3501"/>
                <a:gd name="T9" fmla="*/ 2811 h 3050"/>
                <a:gd name="T10" fmla="*/ 604 w 3501"/>
                <a:gd name="T11" fmla="*/ 2735 h 3050"/>
                <a:gd name="T12" fmla="*/ 24 w 3501"/>
                <a:gd name="T13" fmla="*/ 1156 h 3050"/>
                <a:gd name="T14" fmla="*/ 100 w 3501"/>
                <a:gd name="T15" fmla="*/ 992 h 3050"/>
                <a:gd name="T16" fmla="*/ 2732 w 3501"/>
                <a:gd name="T17" fmla="*/ 24 h 3050"/>
                <a:gd name="T18" fmla="*/ 2897 w 3501"/>
                <a:gd name="T19" fmla="*/ 101 h 3050"/>
                <a:gd name="T20" fmla="*/ 3477 w 3501"/>
                <a:gd name="T21" fmla="*/ 1679 h 3050"/>
                <a:gd name="T22" fmla="*/ 3401 w 3501"/>
                <a:gd name="T23" fmla="*/ 1844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01" h="3050">
                  <a:moveTo>
                    <a:pt x="3401" y="1844"/>
                  </a:moveTo>
                  <a:cubicBezTo>
                    <a:pt x="1220" y="2645"/>
                    <a:pt x="1220" y="2645"/>
                    <a:pt x="1220" y="2645"/>
                  </a:cubicBezTo>
                  <a:cubicBezTo>
                    <a:pt x="1004" y="3050"/>
                    <a:pt x="1004" y="3050"/>
                    <a:pt x="1004" y="3050"/>
                  </a:cubicBezTo>
                  <a:cubicBezTo>
                    <a:pt x="923" y="2754"/>
                    <a:pt x="923" y="2754"/>
                    <a:pt x="923" y="2754"/>
                  </a:cubicBezTo>
                  <a:cubicBezTo>
                    <a:pt x="768" y="2811"/>
                    <a:pt x="768" y="2811"/>
                    <a:pt x="768" y="2811"/>
                  </a:cubicBezTo>
                  <a:cubicBezTo>
                    <a:pt x="702" y="2835"/>
                    <a:pt x="628" y="2801"/>
                    <a:pt x="604" y="2735"/>
                  </a:cubicBezTo>
                  <a:cubicBezTo>
                    <a:pt x="24" y="1156"/>
                    <a:pt x="24" y="1156"/>
                    <a:pt x="24" y="1156"/>
                  </a:cubicBezTo>
                  <a:cubicBezTo>
                    <a:pt x="0" y="1090"/>
                    <a:pt x="34" y="1016"/>
                    <a:pt x="100" y="992"/>
                  </a:cubicBezTo>
                  <a:cubicBezTo>
                    <a:pt x="2732" y="24"/>
                    <a:pt x="2732" y="24"/>
                    <a:pt x="2732" y="24"/>
                  </a:cubicBezTo>
                  <a:cubicBezTo>
                    <a:pt x="2799" y="0"/>
                    <a:pt x="2873" y="34"/>
                    <a:pt x="2897" y="101"/>
                  </a:cubicBezTo>
                  <a:cubicBezTo>
                    <a:pt x="3477" y="1679"/>
                    <a:pt x="3477" y="1679"/>
                    <a:pt x="3477" y="1679"/>
                  </a:cubicBezTo>
                  <a:cubicBezTo>
                    <a:pt x="3501" y="1746"/>
                    <a:pt x="3467" y="1819"/>
                    <a:pt x="3401" y="1844"/>
                  </a:cubicBezTo>
                  <a:close/>
                </a:path>
              </a:pathLst>
            </a:custGeom>
            <a:solidFill>
              <a:srgbClr val="CAD7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8" name="ïṡlïdê"/>
            <p:cNvSpPr/>
            <p:nvPr/>
          </p:nvSpPr>
          <p:spPr bwMode="auto">
            <a:xfrm>
              <a:off x="4057526" y="1749515"/>
              <a:ext cx="1435702" cy="1151848"/>
            </a:xfrm>
            <a:custGeom>
              <a:avLst/>
              <a:gdLst>
                <a:gd name="T0" fmla="*/ 617 w 2835"/>
                <a:gd name="T1" fmla="*/ 2259 h 2279"/>
                <a:gd name="T2" fmla="*/ 2386 w 2835"/>
                <a:gd name="T3" fmla="*/ 1609 h 2279"/>
                <a:gd name="T4" fmla="*/ 2731 w 2835"/>
                <a:gd name="T5" fmla="*/ 1743 h 2279"/>
                <a:gd name="T6" fmla="*/ 2628 w 2835"/>
                <a:gd name="T7" fmla="*/ 1520 h 2279"/>
                <a:gd name="T8" fmla="*/ 2753 w 2835"/>
                <a:gd name="T9" fmla="*/ 1474 h 2279"/>
                <a:gd name="T10" fmla="*/ 2815 w 2835"/>
                <a:gd name="T11" fmla="*/ 1342 h 2279"/>
                <a:gd name="T12" fmla="*/ 2352 w 2835"/>
                <a:gd name="T13" fmla="*/ 80 h 2279"/>
                <a:gd name="T14" fmla="*/ 2219 w 2835"/>
                <a:gd name="T15" fmla="*/ 20 h 2279"/>
                <a:gd name="T16" fmla="*/ 82 w 2835"/>
                <a:gd name="T17" fmla="*/ 805 h 2279"/>
                <a:gd name="T18" fmla="*/ 20 w 2835"/>
                <a:gd name="T19" fmla="*/ 937 h 2279"/>
                <a:gd name="T20" fmla="*/ 484 w 2835"/>
                <a:gd name="T21" fmla="*/ 2199 h 2279"/>
                <a:gd name="T22" fmla="*/ 617 w 2835"/>
                <a:gd name="T23" fmla="*/ 2259 h 2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35" h="2279">
                  <a:moveTo>
                    <a:pt x="617" y="2259"/>
                  </a:moveTo>
                  <a:cubicBezTo>
                    <a:pt x="2386" y="1609"/>
                    <a:pt x="2386" y="1609"/>
                    <a:pt x="2386" y="1609"/>
                  </a:cubicBezTo>
                  <a:cubicBezTo>
                    <a:pt x="2731" y="1743"/>
                    <a:pt x="2731" y="1743"/>
                    <a:pt x="2731" y="1743"/>
                  </a:cubicBezTo>
                  <a:cubicBezTo>
                    <a:pt x="2628" y="1520"/>
                    <a:pt x="2628" y="1520"/>
                    <a:pt x="2628" y="1520"/>
                  </a:cubicBezTo>
                  <a:cubicBezTo>
                    <a:pt x="2753" y="1474"/>
                    <a:pt x="2753" y="1474"/>
                    <a:pt x="2753" y="1474"/>
                  </a:cubicBezTo>
                  <a:cubicBezTo>
                    <a:pt x="2807" y="1454"/>
                    <a:pt x="2835" y="1395"/>
                    <a:pt x="2815" y="1342"/>
                  </a:cubicBezTo>
                  <a:cubicBezTo>
                    <a:pt x="2352" y="80"/>
                    <a:pt x="2352" y="80"/>
                    <a:pt x="2352" y="80"/>
                  </a:cubicBezTo>
                  <a:cubicBezTo>
                    <a:pt x="2332" y="27"/>
                    <a:pt x="2273" y="0"/>
                    <a:pt x="2219" y="20"/>
                  </a:cubicBezTo>
                  <a:cubicBezTo>
                    <a:pt x="82" y="805"/>
                    <a:pt x="82" y="805"/>
                    <a:pt x="82" y="805"/>
                  </a:cubicBezTo>
                  <a:cubicBezTo>
                    <a:pt x="28" y="825"/>
                    <a:pt x="0" y="884"/>
                    <a:pt x="20" y="937"/>
                  </a:cubicBezTo>
                  <a:cubicBezTo>
                    <a:pt x="484" y="2199"/>
                    <a:pt x="484" y="2199"/>
                    <a:pt x="484" y="2199"/>
                  </a:cubicBezTo>
                  <a:cubicBezTo>
                    <a:pt x="503" y="2252"/>
                    <a:pt x="563" y="2279"/>
                    <a:pt x="617" y="2259"/>
                  </a:cubicBezTo>
                  <a:close/>
                </a:path>
              </a:pathLst>
            </a:custGeom>
            <a:solidFill>
              <a:srgbClr val="F06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89" name="ïšļiḑe"/>
            <p:cNvSpPr/>
            <p:nvPr/>
          </p:nvSpPr>
          <p:spPr bwMode="auto">
            <a:xfrm>
              <a:off x="4502486" y="2345716"/>
              <a:ext cx="131514" cy="131514"/>
            </a:xfrm>
            <a:custGeom>
              <a:avLst/>
              <a:gdLst>
                <a:gd name="T0" fmla="*/ 239 w 260"/>
                <a:gd name="T1" fmla="*/ 91 h 261"/>
                <a:gd name="T2" fmla="*/ 170 w 260"/>
                <a:gd name="T3" fmla="*/ 239 h 261"/>
                <a:gd name="T4" fmla="*/ 22 w 260"/>
                <a:gd name="T5" fmla="*/ 170 h 261"/>
                <a:gd name="T6" fmla="*/ 91 w 260"/>
                <a:gd name="T7" fmla="*/ 22 h 261"/>
                <a:gd name="T8" fmla="*/ 239 w 260"/>
                <a:gd name="T9" fmla="*/ 9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61">
                  <a:moveTo>
                    <a:pt x="239" y="91"/>
                  </a:moveTo>
                  <a:cubicBezTo>
                    <a:pt x="260" y="151"/>
                    <a:pt x="230" y="217"/>
                    <a:pt x="170" y="239"/>
                  </a:cubicBezTo>
                  <a:cubicBezTo>
                    <a:pt x="110" y="261"/>
                    <a:pt x="44" y="230"/>
                    <a:pt x="22" y="170"/>
                  </a:cubicBezTo>
                  <a:cubicBezTo>
                    <a:pt x="0" y="111"/>
                    <a:pt x="31" y="44"/>
                    <a:pt x="91" y="22"/>
                  </a:cubicBezTo>
                  <a:cubicBezTo>
                    <a:pt x="150" y="0"/>
                    <a:pt x="217" y="31"/>
                    <a:pt x="239" y="91"/>
                  </a:cubicBezTo>
                  <a:close/>
                </a:path>
              </a:pathLst>
            </a:custGeom>
            <a:solidFill>
              <a:srgbClr val="3D4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0" name="îṩḷíde"/>
            <p:cNvSpPr/>
            <p:nvPr/>
          </p:nvSpPr>
          <p:spPr bwMode="auto">
            <a:xfrm>
              <a:off x="4715101" y="2267903"/>
              <a:ext cx="131514" cy="131514"/>
            </a:xfrm>
            <a:custGeom>
              <a:avLst/>
              <a:gdLst>
                <a:gd name="T0" fmla="*/ 239 w 261"/>
                <a:gd name="T1" fmla="*/ 91 h 261"/>
                <a:gd name="T2" fmla="*/ 170 w 261"/>
                <a:gd name="T3" fmla="*/ 239 h 261"/>
                <a:gd name="T4" fmla="*/ 22 w 261"/>
                <a:gd name="T5" fmla="*/ 170 h 261"/>
                <a:gd name="T6" fmla="*/ 91 w 261"/>
                <a:gd name="T7" fmla="*/ 22 h 261"/>
                <a:gd name="T8" fmla="*/ 239 w 261"/>
                <a:gd name="T9" fmla="*/ 9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261">
                  <a:moveTo>
                    <a:pt x="239" y="91"/>
                  </a:moveTo>
                  <a:cubicBezTo>
                    <a:pt x="261" y="151"/>
                    <a:pt x="230" y="217"/>
                    <a:pt x="170" y="239"/>
                  </a:cubicBezTo>
                  <a:cubicBezTo>
                    <a:pt x="110" y="261"/>
                    <a:pt x="44" y="230"/>
                    <a:pt x="22" y="170"/>
                  </a:cubicBezTo>
                  <a:cubicBezTo>
                    <a:pt x="0" y="111"/>
                    <a:pt x="31" y="44"/>
                    <a:pt x="91" y="22"/>
                  </a:cubicBezTo>
                  <a:cubicBezTo>
                    <a:pt x="150" y="0"/>
                    <a:pt x="217" y="31"/>
                    <a:pt x="239" y="91"/>
                  </a:cubicBezTo>
                  <a:close/>
                </a:path>
              </a:pathLst>
            </a:custGeom>
            <a:solidFill>
              <a:srgbClr val="3D4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1" name="ïṧ1iḋé"/>
            <p:cNvSpPr/>
            <p:nvPr/>
          </p:nvSpPr>
          <p:spPr bwMode="auto">
            <a:xfrm>
              <a:off x="4913469" y="2194474"/>
              <a:ext cx="132612" cy="132610"/>
            </a:xfrm>
            <a:custGeom>
              <a:avLst/>
              <a:gdLst>
                <a:gd name="T0" fmla="*/ 239 w 261"/>
                <a:gd name="T1" fmla="*/ 91 h 261"/>
                <a:gd name="T2" fmla="*/ 170 w 261"/>
                <a:gd name="T3" fmla="*/ 239 h 261"/>
                <a:gd name="T4" fmla="*/ 22 w 261"/>
                <a:gd name="T5" fmla="*/ 170 h 261"/>
                <a:gd name="T6" fmla="*/ 91 w 261"/>
                <a:gd name="T7" fmla="*/ 22 h 261"/>
                <a:gd name="T8" fmla="*/ 239 w 261"/>
                <a:gd name="T9" fmla="*/ 9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261">
                  <a:moveTo>
                    <a:pt x="239" y="91"/>
                  </a:moveTo>
                  <a:cubicBezTo>
                    <a:pt x="261" y="150"/>
                    <a:pt x="230" y="217"/>
                    <a:pt x="170" y="239"/>
                  </a:cubicBezTo>
                  <a:cubicBezTo>
                    <a:pt x="110" y="261"/>
                    <a:pt x="44" y="230"/>
                    <a:pt x="22" y="170"/>
                  </a:cubicBezTo>
                  <a:cubicBezTo>
                    <a:pt x="0" y="110"/>
                    <a:pt x="31" y="44"/>
                    <a:pt x="91" y="22"/>
                  </a:cubicBezTo>
                  <a:cubicBezTo>
                    <a:pt x="150" y="0"/>
                    <a:pt x="217" y="31"/>
                    <a:pt x="239" y="91"/>
                  </a:cubicBezTo>
                  <a:close/>
                </a:path>
              </a:pathLst>
            </a:custGeom>
            <a:solidFill>
              <a:srgbClr val="3D4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2" name="işľïḋé"/>
            <p:cNvSpPr/>
            <p:nvPr/>
          </p:nvSpPr>
          <p:spPr bwMode="auto">
            <a:xfrm>
              <a:off x="7720210" y="3001095"/>
              <a:ext cx="932659" cy="997320"/>
            </a:xfrm>
            <a:custGeom>
              <a:avLst/>
              <a:gdLst>
                <a:gd name="T0" fmla="*/ 0 w 851"/>
                <a:gd name="T1" fmla="*/ 387 h 910"/>
                <a:gd name="T2" fmla="*/ 425 w 851"/>
                <a:gd name="T3" fmla="*/ 0 h 910"/>
                <a:gd name="T4" fmla="*/ 851 w 851"/>
                <a:gd name="T5" fmla="*/ 381 h 910"/>
                <a:gd name="T6" fmla="*/ 848 w 851"/>
                <a:gd name="T7" fmla="*/ 908 h 910"/>
                <a:gd name="T8" fmla="*/ 12 w 851"/>
                <a:gd name="T9" fmla="*/ 910 h 910"/>
                <a:gd name="T10" fmla="*/ 0 w 851"/>
                <a:gd name="T11" fmla="*/ 387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1" h="910">
                  <a:moveTo>
                    <a:pt x="0" y="387"/>
                  </a:moveTo>
                  <a:lnTo>
                    <a:pt x="425" y="0"/>
                  </a:lnTo>
                  <a:lnTo>
                    <a:pt x="851" y="381"/>
                  </a:lnTo>
                  <a:lnTo>
                    <a:pt x="848" y="908"/>
                  </a:lnTo>
                  <a:lnTo>
                    <a:pt x="12" y="910"/>
                  </a:lnTo>
                  <a:lnTo>
                    <a:pt x="0" y="387"/>
                  </a:lnTo>
                  <a:close/>
                </a:path>
              </a:pathLst>
            </a:custGeom>
            <a:solidFill>
              <a:srgbClr val="CE52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3" name="iṣḷîďê"/>
            <p:cNvSpPr/>
            <p:nvPr/>
          </p:nvSpPr>
          <p:spPr bwMode="auto">
            <a:xfrm>
              <a:off x="7802407" y="3207136"/>
              <a:ext cx="775936" cy="754017"/>
            </a:xfrm>
            <a:custGeom>
              <a:avLst/>
              <a:gdLst>
                <a:gd name="T0" fmla="*/ 708 w 708"/>
                <a:gd name="T1" fmla="*/ 686 h 688"/>
                <a:gd name="T2" fmla="*/ 1 w 708"/>
                <a:gd name="T3" fmla="*/ 688 h 688"/>
                <a:gd name="T4" fmla="*/ 0 w 708"/>
                <a:gd name="T5" fmla="*/ 2 h 688"/>
                <a:gd name="T6" fmla="*/ 706 w 708"/>
                <a:gd name="T7" fmla="*/ 0 h 688"/>
                <a:gd name="T8" fmla="*/ 708 w 708"/>
                <a:gd name="T9" fmla="*/ 686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688">
                  <a:moveTo>
                    <a:pt x="708" y="686"/>
                  </a:moveTo>
                  <a:lnTo>
                    <a:pt x="1" y="688"/>
                  </a:lnTo>
                  <a:lnTo>
                    <a:pt x="0" y="2"/>
                  </a:lnTo>
                  <a:lnTo>
                    <a:pt x="706" y="0"/>
                  </a:lnTo>
                  <a:lnTo>
                    <a:pt x="708" y="6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4" name="îşḻiḍè"/>
            <p:cNvSpPr/>
            <p:nvPr/>
          </p:nvSpPr>
          <p:spPr bwMode="auto">
            <a:xfrm>
              <a:off x="7721306" y="3772647"/>
              <a:ext cx="932659" cy="310155"/>
            </a:xfrm>
            <a:custGeom>
              <a:avLst/>
              <a:gdLst>
                <a:gd name="T0" fmla="*/ 0 w 851"/>
                <a:gd name="T1" fmla="*/ 283 h 283"/>
                <a:gd name="T2" fmla="*/ 851 w 851"/>
                <a:gd name="T3" fmla="*/ 282 h 283"/>
                <a:gd name="T4" fmla="*/ 550 w 851"/>
                <a:gd name="T5" fmla="*/ 0 h 283"/>
                <a:gd name="T6" fmla="*/ 302 w 851"/>
                <a:gd name="T7" fmla="*/ 0 h 283"/>
                <a:gd name="T8" fmla="*/ 0 w 851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1" h="283">
                  <a:moveTo>
                    <a:pt x="0" y="283"/>
                  </a:moveTo>
                  <a:lnTo>
                    <a:pt x="851" y="282"/>
                  </a:lnTo>
                  <a:lnTo>
                    <a:pt x="550" y="0"/>
                  </a:lnTo>
                  <a:lnTo>
                    <a:pt x="302" y="0"/>
                  </a:lnTo>
                  <a:lnTo>
                    <a:pt x="0" y="283"/>
                  </a:lnTo>
                  <a:close/>
                </a:path>
              </a:pathLst>
            </a:custGeom>
            <a:solidFill>
              <a:srgbClr val="F060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5" name="íśḻîde"/>
            <p:cNvSpPr/>
            <p:nvPr/>
          </p:nvSpPr>
          <p:spPr bwMode="auto">
            <a:xfrm>
              <a:off x="7721306" y="3442763"/>
              <a:ext cx="332074" cy="640037"/>
            </a:xfrm>
            <a:custGeom>
              <a:avLst/>
              <a:gdLst>
                <a:gd name="T0" fmla="*/ 1 w 303"/>
                <a:gd name="T1" fmla="*/ 584 h 584"/>
                <a:gd name="T2" fmla="*/ 0 w 303"/>
                <a:gd name="T3" fmla="*/ 0 h 584"/>
                <a:gd name="T4" fmla="*/ 303 w 303"/>
                <a:gd name="T5" fmla="*/ 301 h 584"/>
                <a:gd name="T6" fmla="*/ 1 w 303"/>
                <a:gd name="T7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" h="584">
                  <a:moveTo>
                    <a:pt x="1" y="584"/>
                  </a:moveTo>
                  <a:lnTo>
                    <a:pt x="0" y="0"/>
                  </a:lnTo>
                  <a:lnTo>
                    <a:pt x="303" y="301"/>
                  </a:lnTo>
                  <a:lnTo>
                    <a:pt x="1" y="584"/>
                  </a:ln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96" name="î$ľíďè"/>
            <p:cNvSpPr/>
            <p:nvPr/>
          </p:nvSpPr>
          <p:spPr bwMode="auto">
            <a:xfrm>
              <a:off x="8324077" y="3440573"/>
              <a:ext cx="330978" cy="640037"/>
            </a:xfrm>
            <a:custGeom>
              <a:avLst/>
              <a:gdLst>
                <a:gd name="T0" fmla="*/ 302 w 302"/>
                <a:gd name="T1" fmla="*/ 584 h 584"/>
                <a:gd name="T2" fmla="*/ 301 w 302"/>
                <a:gd name="T3" fmla="*/ 0 h 584"/>
                <a:gd name="T4" fmla="*/ 0 w 302"/>
                <a:gd name="T5" fmla="*/ 303 h 584"/>
                <a:gd name="T6" fmla="*/ 302 w 302"/>
                <a:gd name="T7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" h="584">
                  <a:moveTo>
                    <a:pt x="302" y="584"/>
                  </a:moveTo>
                  <a:lnTo>
                    <a:pt x="301" y="0"/>
                  </a:lnTo>
                  <a:lnTo>
                    <a:pt x="0" y="303"/>
                  </a:lnTo>
                  <a:lnTo>
                    <a:pt x="302" y="584"/>
                  </a:lnTo>
                  <a:close/>
                </a:path>
              </a:pathLst>
            </a:custGeom>
            <a:solidFill>
              <a:srgbClr val="5267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4493260" y="1584325"/>
            <a:ext cx="6605270" cy="746125"/>
            <a:chOff x="6707" y="1652"/>
            <a:chExt cx="9500" cy="1402"/>
          </a:xfrm>
        </p:grpSpPr>
        <p:sp>
          <p:nvSpPr>
            <p:cNvPr id="4" name="矩形 3"/>
            <p:cNvSpPr/>
            <p:nvPr>
              <p:custDataLst>
                <p:tags r:id="rId16"/>
              </p:custDataLst>
            </p:nvPr>
          </p:nvSpPr>
          <p:spPr>
            <a:xfrm>
              <a:off x="8063" y="1652"/>
              <a:ext cx="8145" cy="1402"/>
            </a:xfrm>
            <a:prstGeom prst="rect">
              <a:avLst/>
            </a:prstGeom>
            <a:noFill/>
            <a:ln>
              <a:solidFill>
                <a:srgbClr val="132D8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/>
            <p:cNvSpPr/>
            <p:nvPr>
              <p:custDataLst>
                <p:tags r:id="rId17"/>
              </p:custDataLst>
            </p:nvPr>
          </p:nvSpPr>
          <p:spPr>
            <a:xfrm>
              <a:off x="6707" y="1652"/>
              <a:ext cx="1356" cy="1402"/>
            </a:xfrm>
            <a:prstGeom prst="rect">
              <a:avLst/>
            </a:prstGeom>
            <a:solidFill>
              <a:srgbClr val="122C86"/>
            </a:solidFill>
            <a:ln>
              <a:solidFill>
                <a:srgbClr val="132D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spc="3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01</a:t>
              </a:r>
            </a:p>
          </p:txBody>
        </p:sp>
      </p:grp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493895" y="2677795"/>
            <a:ext cx="6605330" cy="746125"/>
            <a:chOff x="6707" y="1652"/>
            <a:chExt cx="9500" cy="1402"/>
          </a:xfrm>
        </p:grpSpPr>
        <p:sp>
          <p:nvSpPr>
            <p:cNvPr id="10" name="矩形 9"/>
            <p:cNvSpPr/>
            <p:nvPr>
              <p:custDataLst>
                <p:tags r:id="rId14"/>
              </p:custDataLst>
            </p:nvPr>
          </p:nvSpPr>
          <p:spPr>
            <a:xfrm>
              <a:off x="8063" y="1652"/>
              <a:ext cx="8145" cy="1402"/>
            </a:xfrm>
            <a:prstGeom prst="rect">
              <a:avLst/>
            </a:prstGeom>
            <a:noFill/>
            <a:ln>
              <a:solidFill>
                <a:srgbClr val="274DA7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15"/>
              </p:custDataLst>
            </p:nvPr>
          </p:nvSpPr>
          <p:spPr>
            <a:xfrm>
              <a:off x="6707" y="1652"/>
              <a:ext cx="1356" cy="1402"/>
            </a:xfrm>
            <a:prstGeom prst="rect">
              <a:avLst/>
            </a:prstGeom>
            <a:solidFill>
              <a:srgbClr val="274DA7"/>
            </a:solidFill>
            <a:ln>
              <a:solidFill>
                <a:srgbClr val="274D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spc="3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02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494529" y="3730625"/>
            <a:ext cx="6604695" cy="746125"/>
            <a:chOff x="6707" y="1652"/>
            <a:chExt cx="9500" cy="1402"/>
          </a:xfrm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8063" y="1652"/>
              <a:ext cx="8145" cy="1402"/>
            </a:xfrm>
            <a:prstGeom prst="rect">
              <a:avLst/>
            </a:prstGeom>
            <a:noFill/>
            <a:ln>
              <a:solidFill>
                <a:srgbClr val="538C5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6707" y="1652"/>
              <a:ext cx="1356" cy="1402"/>
            </a:xfrm>
            <a:prstGeom prst="rect">
              <a:avLst/>
            </a:prstGeom>
            <a:solidFill>
              <a:srgbClr val="538C5B"/>
            </a:solidFill>
            <a:ln>
              <a:solidFill>
                <a:srgbClr val="538C5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spc="3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03</a:t>
              </a:r>
            </a:p>
          </p:txBody>
        </p:sp>
      </p:grpSp>
      <p:grpSp>
        <p:nvGrpSpPr>
          <p:cNvPr id="16" name="组合 15"/>
          <p:cNvGrpSpPr/>
          <p:nvPr>
            <p:custDataLst>
              <p:tags r:id="rId5"/>
            </p:custDataLst>
          </p:nvPr>
        </p:nvGrpSpPr>
        <p:grpSpPr>
          <a:xfrm>
            <a:off x="4495165" y="4784090"/>
            <a:ext cx="6604060" cy="746125"/>
            <a:chOff x="6707" y="1652"/>
            <a:chExt cx="9500" cy="1402"/>
          </a:xfrm>
        </p:grpSpPr>
        <p:sp>
          <p:nvSpPr>
            <p:cNvPr id="17" name="矩形 16"/>
            <p:cNvSpPr/>
            <p:nvPr>
              <p:custDataLst>
                <p:tags r:id="rId10"/>
              </p:custDataLst>
            </p:nvPr>
          </p:nvSpPr>
          <p:spPr>
            <a:xfrm>
              <a:off x="8063" y="1652"/>
              <a:ext cx="8145" cy="1402"/>
            </a:xfrm>
            <a:prstGeom prst="rect">
              <a:avLst/>
            </a:prstGeom>
            <a:noFill/>
            <a:ln>
              <a:solidFill>
                <a:srgbClr val="5AC91D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11"/>
              </p:custDataLst>
            </p:nvPr>
          </p:nvSpPr>
          <p:spPr>
            <a:xfrm>
              <a:off x="6707" y="1652"/>
              <a:ext cx="1356" cy="1402"/>
            </a:xfrm>
            <a:prstGeom prst="rect">
              <a:avLst/>
            </a:prstGeom>
            <a:solidFill>
              <a:srgbClr val="5AC91D"/>
            </a:solidFill>
            <a:ln>
              <a:solidFill>
                <a:srgbClr val="5AC9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spc="3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04</a:t>
              </a:r>
            </a:p>
          </p:txBody>
        </p:sp>
      </p:grp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6155690" y="1773555"/>
            <a:ext cx="3250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最大转化投放介绍</a:t>
            </a:r>
          </a:p>
        </p:txBody>
      </p:sp>
      <p:sp>
        <p:nvSpPr>
          <p:cNvPr id="197" name="文本框 196"/>
          <p:cNvSpPr txBox="1"/>
          <p:nvPr>
            <p:custDataLst>
              <p:tags r:id="rId7"/>
            </p:custDataLst>
          </p:nvPr>
        </p:nvSpPr>
        <p:spPr>
          <a:xfrm>
            <a:off x="6155690" y="2834640"/>
            <a:ext cx="395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最大转化</a:t>
            </a:r>
            <a:r>
              <a:rPr lang="zh-CN" altLang="en-US" sz="2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投放操作详解</a:t>
            </a:r>
            <a:endParaRPr lang="zh-CN" altLang="en-US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8" name="文本框 197"/>
          <p:cNvSpPr txBox="1"/>
          <p:nvPr>
            <p:custDataLst>
              <p:tags r:id="rId8"/>
            </p:custDataLst>
          </p:nvPr>
        </p:nvSpPr>
        <p:spPr>
          <a:xfrm>
            <a:off x="6155690" y="3895725"/>
            <a:ext cx="4474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最大转化投放优化</a:t>
            </a:r>
            <a:r>
              <a:rPr lang="zh-CN" altLang="en-US" sz="2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建议</a:t>
            </a:r>
            <a:r>
              <a:rPr lang="en-US" altLang="zh-CN" sz="2000" b="1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2000" b="1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必读）</a:t>
            </a:r>
            <a:endParaRPr lang="zh-CN" altLang="en-US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9" name="文本框 198"/>
          <p:cNvSpPr txBox="1"/>
          <p:nvPr>
            <p:custDataLst>
              <p:tags r:id="rId9"/>
            </p:custDataLst>
          </p:nvPr>
        </p:nvSpPr>
        <p:spPr>
          <a:xfrm>
            <a:off x="6155690" y="4956810"/>
            <a:ext cx="4382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最大转化投放</a:t>
            </a:r>
            <a:r>
              <a:rPr lang="en-US" altLang="zh-CN" sz="2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Q&amp;A</a:t>
            </a:r>
            <a:r>
              <a:rPr lang="en-US" altLang="zh-CN" sz="2000" b="1" spc="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2000" b="1" spc="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必读）</a:t>
            </a:r>
            <a:endParaRPr lang="en-US" altLang="zh-CN" sz="2400" b="1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66444" y="2602230"/>
            <a:ext cx="10800715" cy="815340"/>
            <a:chOff x="2935" y="3730"/>
            <a:chExt cx="12034" cy="1284"/>
          </a:xfrm>
        </p:grpSpPr>
        <p:sp>
          <p:nvSpPr>
            <p:cNvPr id="19" name="文本框 18"/>
            <p:cNvSpPr txBox="1"/>
            <p:nvPr/>
          </p:nvSpPr>
          <p:spPr>
            <a:xfrm>
              <a:off x="2935" y="3730"/>
              <a:ext cx="12034" cy="1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spc="3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PART 1</a:t>
              </a:r>
              <a:r>
                <a:rPr lang="en-US" altLang="zh-CN" sz="36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4400" b="1" dirty="0"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| </a:t>
              </a:r>
              <a:r>
                <a:rPr lang="zh-CN" altLang="en-US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最大转化投放</a:t>
              </a:r>
              <a:r>
                <a:rPr lang="zh-CN" altLang="en-US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（</a:t>
              </a:r>
              <a:r>
                <a:rPr lang="en-US" altLang="zh-CN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Nobid</a:t>
              </a:r>
              <a:r>
                <a:rPr lang="zh-CN" altLang="en-US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）介绍</a:t>
              </a:r>
            </a:p>
          </p:txBody>
        </p:sp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3456" y="4942"/>
              <a:ext cx="2089" cy="72"/>
            </a:xfrm>
            <a:prstGeom prst="rect">
              <a:avLst/>
            </a:prstGeom>
            <a:solidFill>
              <a:srgbClr val="0E2164"/>
            </a:solidFill>
            <a:ln>
              <a:solidFill>
                <a:srgbClr val="132D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3200" b="1" dirty="0">
                <a:solidFill>
                  <a:schemeClr val="bg2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476035" y="3977690"/>
            <a:ext cx="7241086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✳ 请注意：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360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搜索最大转化投放当前仅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2.0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目标优化。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（若使用原有投放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包切换投放模式，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建议选择学习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期的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投放包。）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1375410" y="1802765"/>
            <a:ext cx="9489440" cy="168719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>
            <a:defPPr>
              <a:defRPr lang="zh-CN"/>
            </a:defPPr>
            <a:lvl1pPr>
              <a:lnSpc>
                <a:spcPts val="2300"/>
              </a:lnSpc>
              <a:defRPr sz="2800" b="1">
                <a:solidFill>
                  <a:srgbClr val="218C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lnSpc>
                <a:spcPts val="3200"/>
              </a:lnSpc>
            </a:pPr>
            <a:r>
              <a:rPr lang="zh-CN" altLang="en-US" sz="1500" dirty="0" smtClean="0">
                <a:solidFill>
                  <a:srgbClr val="122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最大转化投放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是一款只需设置</a:t>
            </a:r>
            <a:r>
              <a:rPr lang="zh-CN" altLang="en-US" sz="1500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转化类型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500" u="sng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oCPC包预算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500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无需设置出价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的产品。</a:t>
            </a: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核心逻辑：</a:t>
            </a:r>
            <a:r>
              <a:rPr lang="zh-CN" altLang="en-US" sz="1500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以消耗包预算为首要目标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，系统在客户排期内消耗完预算的同时，探索</a:t>
            </a:r>
            <a:r>
              <a:rPr lang="zh-CN" altLang="en-US" sz="1500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较低</a:t>
            </a:r>
            <a:r>
              <a:rPr lang="zh-CN" altLang="en-US" sz="1500" dirty="0" smtClean="0">
                <a:solidFill>
                  <a:srgbClr val="132D86"/>
                </a:solidFill>
                <a:sym typeface="+mn-ea"/>
              </a:rPr>
              <a:t>转化成本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</a:t>
            </a:r>
            <a:r>
              <a:rPr lang="zh-CN" altLang="en-US" sz="1500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更多转化</a:t>
            </a: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运行机制：该产品基于历史投放数据，投放初期出价由低到高逐步提升，寻找与预算的平衡点，若消费过快，算法将及时降低出价，确保预算覆盖整个排期。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850398" y="1288530"/>
            <a:ext cx="2338572" cy="416245"/>
          </a:xfrm>
          <a:prstGeom prst="roundRect">
            <a:avLst/>
          </a:prstGeom>
          <a:solidFill>
            <a:srgbClr val="132D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最大转化投放概念</a:t>
            </a:r>
          </a:p>
        </p:txBody>
      </p:sp>
      <p:sp>
        <p:nvSpPr>
          <p:cNvPr id="4" name="矩形 3"/>
          <p:cNvSpPr/>
          <p:nvPr/>
        </p:nvSpPr>
        <p:spPr>
          <a:xfrm>
            <a:off x="1375410" y="4504055"/>
            <a:ext cx="10047605" cy="86614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1500" b="1" dirty="0" smtClean="0">
                <a:solidFill>
                  <a:srgbClr val="122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最大转化投放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转化成本约束，需通过调控</a:t>
            </a:r>
            <a:r>
              <a:rPr lang="zh-CN" altLang="en-US" sz="1500" b="1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包预算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  <a:r>
              <a:rPr lang="zh-CN" altLang="en-US" sz="1500" b="1" dirty="0" smtClean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成本调控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。（若无特别说明，下文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均指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包预算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  <a:p>
            <a:pPr marL="285750" indent="-28575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预算较高时，成本会有上浮，因此</a:t>
            </a:r>
            <a:r>
              <a:rPr lang="zh-CN" altLang="en-US" sz="1500" b="1" dirty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设置合理</a:t>
            </a:r>
            <a:r>
              <a:rPr lang="zh-CN" altLang="en-US" sz="1500" b="1" dirty="0">
                <a:solidFill>
                  <a:srgbClr val="132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对于成本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把控特别重要。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50398" y="3918912"/>
            <a:ext cx="2338572" cy="390198"/>
          </a:xfrm>
          <a:prstGeom prst="roundRect">
            <a:avLst/>
          </a:prstGeom>
          <a:solidFill>
            <a:srgbClr val="274DA7"/>
          </a:solidFill>
          <a:ln>
            <a:solidFill>
              <a:srgbClr val="274D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最大转化与成本调控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850398" y="1288530"/>
            <a:ext cx="4270242" cy="460260"/>
          </a:xfrm>
          <a:prstGeom prst="roundRect">
            <a:avLst/>
          </a:prstGeom>
          <a:solidFill>
            <a:srgbClr val="132D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最大转化投放（</a:t>
            </a:r>
            <a:r>
              <a:rPr lang="en-US" altLang="zh-CN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Nobid</a:t>
            </a: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）适配客户及场景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28700" y="2205990"/>
            <a:ext cx="7098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头部客户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探量拓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--Nobid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获取最大曝光及转化；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二、节点客户放量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--Nobid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提升跑量速率；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三、中小客户起量困难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—Nobid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加速冷启。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34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1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034187"/>
              </p:ext>
            </p:extLst>
          </p:nvPr>
        </p:nvGraphicFramePr>
        <p:xfrm>
          <a:off x="491491" y="2085454"/>
          <a:ext cx="11109958" cy="2594610"/>
        </p:xfrm>
        <a:graphic>
          <a:graphicData uri="http://schemas.openxmlformats.org/drawingml/2006/table">
            <a:tbl>
              <a:tblPr/>
              <a:tblGrid>
                <a:gridCol w="1426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0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0162">
                  <a:extLst>
                    <a:ext uri="{9D8B030D-6E8A-4147-A177-3AD203B41FA5}">
                      <a16:colId xmlns:a16="http://schemas.microsoft.com/office/drawing/2014/main" val="3186262757"/>
                    </a:ext>
                  </a:extLst>
                </a:gridCol>
              </a:tblGrid>
              <a:tr h="461794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出价方式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预算消耗目标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转化成本目标</a:t>
                      </a: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最大转化投放（</a:t>
                      </a:r>
                      <a:r>
                        <a:rPr lang="en-US" altLang="zh-CN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Nobid</a:t>
                      </a:r>
                      <a:r>
                        <a:rPr lang="zh-CN" altLang="en-US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系统自动出价，贴合流量曲线由低到高进行出价探索，尽可能实现在花完所设置预算的前提下探索最大转化量；</a:t>
                      </a: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尽可能消耗完设置的预算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无目标成本概念，也无须设置出价，系统尽可能探索最优成本。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altLang="zh-CN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广告主可以设置目标出价，系统会基于广告主设定的出价或者根据当下建议出价浮动跑量；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预算不一定能消耗完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客户目标出价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89636" y="1280961"/>
            <a:ext cx="5806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最大转化投放与常规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ocpc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模式，跑量逻辑上有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何不同？</a:t>
            </a:r>
          </a:p>
        </p:txBody>
      </p:sp>
      <p:sp>
        <p:nvSpPr>
          <p:cNvPr id="2" name="矩形 1"/>
          <p:cNvSpPr/>
          <p:nvPr/>
        </p:nvSpPr>
        <p:spPr>
          <a:xfrm>
            <a:off x="2871706" y="4959489"/>
            <a:ext cx="6274475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✳ 请注意：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360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搜索最大转化投放当前仅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2.0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目标优化。</a:t>
            </a:r>
            <a:endParaRPr lang="en-US" altLang="zh-CN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（若使用原有投放包切换投放模式，建议选择学习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期的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投放包。）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endParaRPr lang="zh-CN" altLang="en-US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5882054" y="1261208"/>
            <a:ext cx="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84150" y="282893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1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50264" y="1288415"/>
            <a:ext cx="3013076" cy="437515"/>
          </a:xfrm>
          <a:prstGeom prst="roundRect">
            <a:avLst/>
          </a:prstGeom>
          <a:solidFill>
            <a:srgbClr val="538C5B"/>
          </a:solidFill>
          <a:ln>
            <a:solidFill>
              <a:srgbClr val="538C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Nobid</a:t>
            </a: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模式的优势与风险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000760" y="1971675"/>
            <a:ext cx="4371783" cy="2249805"/>
            <a:chOff x="1576" y="3054"/>
            <a:chExt cx="7540" cy="3543"/>
          </a:xfrm>
        </p:grpSpPr>
        <p:sp>
          <p:nvSpPr>
            <p:cNvPr id="4" name="矩形 3"/>
            <p:cNvSpPr/>
            <p:nvPr/>
          </p:nvSpPr>
          <p:spPr>
            <a:xfrm>
              <a:off x="1944" y="3737"/>
              <a:ext cx="7172" cy="28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有效进行预算消耗，实现放量需求</a:t>
              </a:r>
            </a:p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起</a:t>
              </a: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量速度更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快</a:t>
              </a:r>
              <a:endPara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无需修改目标成本</a:t>
              </a:r>
            </a:p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增加关键词扩匹配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76" y="3054"/>
              <a:ext cx="1569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rgbClr val="132D8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优势：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89065" y="1971675"/>
            <a:ext cx="4890086" cy="1362710"/>
            <a:chOff x="1576" y="6534"/>
            <a:chExt cx="7747" cy="2146"/>
          </a:xfrm>
        </p:grpSpPr>
        <p:sp>
          <p:nvSpPr>
            <p:cNvPr id="2" name="矩形 1"/>
            <p:cNvSpPr/>
            <p:nvPr/>
          </p:nvSpPr>
          <p:spPr>
            <a:xfrm>
              <a:off x="1944" y="7177"/>
              <a:ext cx="7379" cy="1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成本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相对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常规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会波动</a:t>
              </a:r>
              <a:endPara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28600" indent="-2286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没有</a:t>
              </a: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成本约束，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需要预算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调控来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实现</a:t>
              </a: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成本调控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576" y="6534"/>
              <a:ext cx="1569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rgbClr val="132D8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风险：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5882054" y="1261208"/>
            <a:ext cx="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84150" y="282893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1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50264" y="968375"/>
            <a:ext cx="2830196" cy="426085"/>
          </a:xfrm>
          <a:prstGeom prst="roundRect">
            <a:avLst/>
          </a:prstGeom>
          <a:solidFill>
            <a:srgbClr val="538C5B"/>
          </a:solidFill>
          <a:ln>
            <a:solidFill>
              <a:srgbClr val="538C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Nobid</a:t>
            </a: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跑量能力具体优势</a:t>
            </a:r>
          </a:p>
        </p:txBody>
      </p:sp>
      <p:sp>
        <p:nvSpPr>
          <p:cNvPr id="4" name="矩形 3"/>
          <p:cNvSpPr/>
          <p:nvPr/>
        </p:nvSpPr>
        <p:spPr>
          <a:xfrm>
            <a:off x="798660" y="1636732"/>
            <a:ext cx="1016678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系统自动出价</a:t>
            </a:r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无须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人工设置目标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出价，省时省力，模型贴合流量曲线自动出价探索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探量空间大：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行业大盘数据，最大转化（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Nobid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）相较常规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模式，预算消耗率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+16pp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，提升比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28%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，最大化探索优质流量。</a:t>
            </a:r>
            <a:endParaRPr lang="en-US" altLang="zh-CN" sz="16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冷启周期短：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网服、医疗等行业大盘数据，启用最大转化（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Nobid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）后一周内跑量速率平均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+40%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，转化样本积累速率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+30%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，冷启窗口期平均缩短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28%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endParaRPr lang="en-US" altLang="zh-CN" sz="1400" kern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zh-CN" altLang="en-US" sz="14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（数据</a:t>
            </a:r>
            <a:r>
              <a:rPr lang="zh-CN" altLang="en-US" sz="1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为头部行业大盘均值，具体以客户实际跑</a:t>
            </a:r>
            <a:r>
              <a:rPr lang="zh-CN" altLang="en-US" sz="14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量效果为准）</a:t>
            </a:r>
          </a:p>
          <a:p>
            <a:pPr>
              <a:lnSpc>
                <a:spcPct val="200000"/>
              </a:lnSpc>
            </a:pPr>
            <a:endParaRPr lang="en-US" altLang="zh-CN" sz="16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17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166495" y="2522220"/>
            <a:ext cx="92976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PART 2</a:t>
            </a:r>
            <a:r>
              <a:rPr lang="en-US" altLang="zh-CN" sz="4800" b="1" dirty="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 | </a:t>
            </a:r>
            <a:r>
              <a:rPr lang="zh-CN" altLang="en-US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最大转化</a:t>
            </a:r>
            <a:r>
              <a:rPr lang="zh-CN" altLang="en-US" sz="40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投放操作详解</a:t>
            </a:r>
            <a:endParaRPr lang="zh-CN" altLang="en-US" sz="4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endParaRPr lang="zh-CN" altLang="en-US" sz="4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216982" y="3337560"/>
            <a:ext cx="1874912" cy="45720"/>
          </a:xfrm>
          <a:prstGeom prst="rect">
            <a:avLst/>
          </a:prstGeom>
          <a:solidFill>
            <a:srgbClr val="0E2164"/>
          </a:solidFill>
          <a:ln>
            <a:solidFill>
              <a:srgbClr val="132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3200" b="1" dirty="0">
              <a:solidFill>
                <a:schemeClr val="bg2"/>
              </a:solidFill>
              <a:latin typeface="Bahnschrift Light Condensed" panose="020B0502040204020203" charset="0"/>
              <a:ea typeface="Noto Serif SC Light" panose="02020200000000000000" charset="-122"/>
              <a:cs typeface="Bahnschrift Light Condense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25752" y="5370929"/>
            <a:ext cx="951734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说明：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搜索推广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最大转化投放模型下，新增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包预算“字段，按包维度预算进行跑量调控。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建站使用第三方客服工具，仍需授权以后才会回传转化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33095" y="735965"/>
            <a:ext cx="2547620" cy="422910"/>
          </a:xfrm>
          <a:prstGeom prst="roundRect">
            <a:avLst/>
          </a:prstGeom>
          <a:solidFill>
            <a:srgbClr val="132D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最大转化投放流程</a:t>
            </a:r>
          </a:p>
        </p:txBody>
      </p:sp>
      <p:sp>
        <p:nvSpPr>
          <p:cNvPr id="6" name="Rounded Rectangle"/>
          <p:cNvSpPr/>
          <p:nvPr/>
        </p:nvSpPr>
        <p:spPr>
          <a:xfrm>
            <a:off x="4606605" y="1444625"/>
            <a:ext cx="3535680" cy="414655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STEP 2</a:t>
            </a:r>
            <a:r>
              <a:rPr lang="zh-CN" altLang="en-US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：</a:t>
            </a:r>
            <a:r>
              <a:rPr lang="en-US" altLang="zh-CN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转化目标与数据回传</a:t>
            </a:r>
          </a:p>
        </p:txBody>
      </p:sp>
      <p:sp>
        <p:nvSpPr>
          <p:cNvPr id="35" name="Rounded Rectangle"/>
          <p:cNvSpPr/>
          <p:nvPr/>
        </p:nvSpPr>
        <p:spPr>
          <a:xfrm>
            <a:off x="4427853" y="2070735"/>
            <a:ext cx="3893187" cy="3034030"/>
          </a:xfrm>
          <a:prstGeom prst="roundRect">
            <a:avLst>
              <a:gd name="adj" fmla="val 0"/>
            </a:avLst>
          </a:prstGeom>
          <a:solidFill>
            <a:srgbClr val="0070C0">
              <a:alpha val="10000"/>
            </a:srgbClr>
          </a:solidFill>
          <a:ln w="12700">
            <a:miter lim="400000"/>
          </a:ln>
        </p:spPr>
        <p:txBody>
          <a:bodyPr lIns="216000" tIns="288000" rIns="216000" bIns="288000" anchor="ctr"/>
          <a:lstStyle/>
          <a:p>
            <a:pPr lvl="0" algn="ctr" defTabSz="412750" hangingPunct="0">
              <a:defRPr/>
            </a:pPr>
            <a:endParaRPr lang="zh-CN" altLang="en-US" sz="900" kern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M Sans Medium"/>
              <a:sym typeface="DM Sans Medium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0717" y="2203301"/>
            <a:ext cx="376745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转化目标：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✳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当前仅支持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浅层目标跑量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咨询按钮点击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电话按钮点击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下载按钮点击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注册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数据回传逻辑与常规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ocpc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保持一致</a:t>
            </a:r>
          </a:p>
        </p:txBody>
      </p:sp>
      <p:sp>
        <p:nvSpPr>
          <p:cNvPr id="7" name="Rounded Rectangle"/>
          <p:cNvSpPr/>
          <p:nvPr/>
        </p:nvSpPr>
        <p:spPr>
          <a:xfrm>
            <a:off x="8507095" y="1444625"/>
            <a:ext cx="3159760" cy="41465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STEP 3：投放</a:t>
            </a:r>
            <a:r>
              <a:rPr lang="zh-CN" altLang="en-US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与</a:t>
            </a:r>
            <a:r>
              <a:rPr lang="en-US" altLang="zh-CN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优化</a:t>
            </a:r>
          </a:p>
        </p:txBody>
      </p:sp>
      <p:sp>
        <p:nvSpPr>
          <p:cNvPr id="36" name="Rounded Rectangle"/>
          <p:cNvSpPr/>
          <p:nvPr/>
        </p:nvSpPr>
        <p:spPr>
          <a:xfrm>
            <a:off x="8507095" y="2070735"/>
            <a:ext cx="3181985" cy="3035300"/>
          </a:xfrm>
          <a:prstGeom prst="roundRect">
            <a:avLst>
              <a:gd name="adj" fmla="val 0"/>
            </a:avLst>
          </a:prstGeom>
          <a:solidFill>
            <a:srgbClr val="002060">
              <a:alpha val="10000"/>
            </a:srgbClr>
          </a:solidFill>
          <a:ln w="12700">
            <a:miter lim="400000"/>
          </a:ln>
        </p:spPr>
        <p:txBody>
          <a:bodyPr lIns="216000" tIns="288000" rIns="216000" bIns="288000" anchor="ctr"/>
          <a:lstStyle/>
          <a:p>
            <a:pPr lvl="0" algn="ctr" defTabSz="412750" hangingPunct="0">
              <a:defRPr/>
            </a:pPr>
            <a:endParaRPr lang="zh-CN" altLang="en-US" sz="900" kern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M Sans Medium"/>
              <a:sym typeface="DM Sans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613140" y="2223770"/>
            <a:ext cx="3083560" cy="2119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检查预算、时段等设置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关键词优化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完善创意丰富度，确保过审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积累经验，优化调整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"/>
          <p:cNvSpPr/>
          <p:nvPr/>
        </p:nvSpPr>
        <p:spPr>
          <a:xfrm>
            <a:off x="631190" y="2071370"/>
            <a:ext cx="3610607" cy="3034030"/>
          </a:xfrm>
          <a:prstGeom prst="roundRect">
            <a:avLst>
              <a:gd name="adj" fmla="val 0"/>
            </a:avLst>
          </a:prstGeom>
          <a:solidFill>
            <a:schemeClr val="accent3">
              <a:alpha val="10244"/>
            </a:schemeClr>
          </a:solidFill>
          <a:ln w="12700">
            <a:miter lim="400000"/>
          </a:ln>
        </p:spPr>
        <p:txBody>
          <a:bodyPr lIns="216000" tIns="288000" rIns="216000" bIns="288000" anchor="ctr"/>
          <a:lstStyle/>
          <a:p>
            <a:pPr lvl="0" algn="ctr" defTabSz="412750" hangingPunct="0">
              <a:defRPr/>
            </a:pPr>
            <a:endParaRPr lang="zh-CN" altLang="en-US" sz="900" kern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M Sans Medium"/>
              <a:sym typeface="DM Sans Medium"/>
            </a:endParaRPr>
          </a:p>
        </p:txBody>
      </p:sp>
      <p:sp>
        <p:nvSpPr>
          <p:cNvPr id="8" name="Rounded Rectangle"/>
          <p:cNvSpPr/>
          <p:nvPr/>
        </p:nvSpPr>
        <p:spPr>
          <a:xfrm>
            <a:off x="633095" y="1444625"/>
            <a:ext cx="3672205" cy="41465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STEP 1</a:t>
            </a:r>
            <a:r>
              <a:rPr lang="zh-CN" altLang="en-US" sz="1500" b="1" kern="0" noProof="0" dirty="0" smtClean="0">
                <a:ln>
                  <a:noFill/>
                </a:ln>
                <a:solidFill>
                  <a:srgbClr val="FC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DM Sans Medium"/>
                <a:sym typeface="DM Sans Medium"/>
              </a:rPr>
              <a:t>：投放包设置</a:t>
            </a:r>
            <a:endParaRPr kumimoji="0" lang="zh-CN" altLang="en-US" sz="1500" b="1" i="0" u="none" strike="noStrike" kern="0" cap="none" spc="0" normalizeH="0" baseline="0" noProof="0" dirty="0" smtClean="0">
              <a:ln>
                <a:noFill/>
              </a:ln>
              <a:solidFill>
                <a:srgbClr val="FC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DM Sans Medium"/>
              <a:sym typeface="DM Sans Medium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3745" y="2223770"/>
            <a:ext cx="337883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可新建投放包或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切换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oCPC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包的投放模式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（若使用原有投放包，建议选择学习期的投放包。）</a:t>
            </a:r>
            <a:endParaRPr lang="zh-CN" altLang="en-US" sz="1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出价模式：新增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最大转化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无需设置目标转化成本</a:t>
            </a:r>
            <a:endParaRPr lang="zh-CN" altLang="en-US" sz="1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必须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ocpc【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预算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1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ü"/>
            </a:pP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633095" y="735965"/>
            <a:ext cx="3275965" cy="422910"/>
          </a:xfrm>
          <a:prstGeom prst="roundRect">
            <a:avLst/>
          </a:prstGeom>
          <a:solidFill>
            <a:srgbClr val="132D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最大转化投放流程</a:t>
            </a:r>
            <a:r>
              <a:rPr lang="en-US" altLang="zh-CN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355"/>
          <a:stretch>
            <a:fillRect/>
          </a:stretch>
        </p:blipFill>
        <p:spPr>
          <a:xfrm>
            <a:off x="1798955" y="1279837"/>
            <a:ext cx="7642225" cy="34334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9775" y="4713292"/>
            <a:ext cx="10551795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添加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投放包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点睛界面新增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最大转化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出价模式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出价模式选择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最大转化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在预算范围内探索较低转化成本，尽量获得更多转化</a:t>
            </a:r>
          </a:p>
          <a:p>
            <a:pPr marL="285750" lvl="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填写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包预算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当日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oCPC包消费到达包预算后，对应流量范围内停止投放，建议设置预算高于1.5倍近7日oCPC消费；设置包预算时，计划预算依然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生效；若未设置计划预算仅设置包预算，引擎也会将包预算针对所绑定计划进行智能分配和调控。</a:t>
            </a:r>
            <a:endParaRPr lang="zh-CN" altLang="en-US" sz="1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8160" y="5658485"/>
            <a:ext cx="111290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oCPC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列表页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，最大转化投放模式的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ocpc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投放包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投放阶段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出价模式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均显示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最大转化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字样。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33095" y="735965"/>
            <a:ext cx="3275965" cy="422910"/>
          </a:xfrm>
          <a:prstGeom prst="roundRect">
            <a:avLst/>
          </a:prstGeom>
          <a:solidFill>
            <a:srgbClr val="132D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最大转化投放流程</a:t>
            </a:r>
            <a:r>
              <a:rPr lang="en-US" altLang="zh-CN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" y="1496695"/>
            <a:ext cx="12091670" cy="3941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646554" y="2649220"/>
            <a:ext cx="9246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PART 3</a:t>
            </a:r>
            <a:r>
              <a:rPr lang="en-US" altLang="zh-CN" sz="4400" b="1" dirty="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| </a:t>
            </a:r>
            <a:r>
              <a:rPr lang="zh-CN" altLang="en-US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</a:t>
            </a:r>
            <a:r>
              <a:rPr lang="zh-CN" altLang="en-US" sz="40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转化投放优化建议</a:t>
            </a:r>
            <a:r>
              <a:rPr lang="zh-CN" altLang="en-US" sz="2800" b="1" spc="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（必读</a:t>
            </a:r>
            <a:r>
              <a:rPr lang="zh-CN" altLang="en-US" sz="2800" b="1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lang="zh-CN" altLang="en-US" sz="4000" b="1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1485462" y="3371850"/>
            <a:ext cx="1874912" cy="45720"/>
          </a:xfrm>
          <a:prstGeom prst="rect">
            <a:avLst/>
          </a:prstGeom>
          <a:solidFill>
            <a:srgbClr val="0E2164"/>
          </a:solidFill>
          <a:ln>
            <a:solidFill>
              <a:srgbClr val="132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3200" b="1" dirty="0">
              <a:solidFill>
                <a:schemeClr val="bg2"/>
              </a:solidFill>
              <a:latin typeface="Bahnschrift Light Condensed" panose="020B0502040204020203" charset="0"/>
              <a:ea typeface="Noto Serif SC Light" panose="02020200000000000000" charset="-122"/>
              <a:cs typeface="Bahnschrift Light Condense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850900" y="3867785"/>
            <a:ext cx="5224933" cy="1633855"/>
            <a:chOff x="10052" y="424"/>
            <a:chExt cx="8228" cy="2573"/>
          </a:xfrm>
        </p:grpSpPr>
        <p:sp>
          <p:nvSpPr>
            <p:cNvPr id="13" name="矩形 12"/>
            <p:cNvSpPr/>
            <p:nvPr/>
          </p:nvSpPr>
          <p:spPr>
            <a:xfrm>
              <a:off x="10430" y="1252"/>
              <a:ext cx="7850" cy="1745"/>
            </a:xfrm>
            <a:prstGeom prst="rect">
              <a:avLst/>
            </a:prstGeom>
          </p:spPr>
          <p:txBody>
            <a:bodyPr wrap="square" numCol="1">
              <a:spAutoFit/>
            </a:bodyPr>
            <a:lstStyle/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建议</a:t>
              </a:r>
              <a:r>
                <a:rPr lang="zh-CN" altLang="en-US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关注并</a:t>
              </a:r>
              <a:r>
                <a:rPr lang="zh-CN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优化关</a:t>
              </a:r>
              <a:r>
                <a:rPr lang="zh-CN" altLang="zh-CN" sz="1400" kern="1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键词</a:t>
              </a:r>
              <a:r>
                <a:rPr lang="zh-CN" altLang="zh-CN" sz="1400" kern="10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kumimoji="0" lang="zh-CN" altLang="zh-CN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kumimoji="0" lang="zh-CN" altLang="en-US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最大转化投放模式下，</a:t>
              </a:r>
              <a:r>
                <a:rPr kumimoji="0" lang="zh-CN" altLang="zh-CN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关键词可能打破</a:t>
              </a:r>
              <a:r>
                <a:rPr kumimoji="0" lang="zh-CN" altLang="en-US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原有</a:t>
              </a:r>
              <a:r>
                <a:rPr kumimoji="0" lang="zh-CN" altLang="zh-CN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匹配类型</a:t>
              </a:r>
              <a:r>
                <a:rPr kumimoji="0" lang="zh-CN" altLang="en-US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，系统采用智能匹配逻辑</a:t>
              </a:r>
              <a:r>
                <a:rPr kumimoji="0" lang="zh-CN" altLang="zh-CN" sz="1400" b="0" i="0" u="none" strike="noStrike" kern="1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zh-CN" altLang="zh-CN" sz="1400" kern="1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建议优化</a:t>
              </a: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创意的多样性和丰富度</a:t>
              </a:r>
              <a:r>
                <a:rPr lang="zh-CN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并</a:t>
              </a:r>
              <a:r>
                <a:rPr lang="zh-CN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确保</a:t>
              </a: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过审</a:t>
              </a:r>
              <a:r>
                <a:rPr kumimoji="0" lang="zh-CN" altLang="zh-CN" sz="16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kumimoji="0" lang="en-US" altLang="zh-CN" sz="1600" b="1" i="0" u="none" strike="noStrike" kern="1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0052" y="424"/>
              <a:ext cx="2475" cy="666"/>
            </a:xfrm>
            <a:prstGeom prst="roundRect">
              <a:avLst/>
            </a:prstGeom>
            <a:solidFill>
              <a:srgbClr val="538C5B"/>
            </a:solidFill>
            <a:ln>
              <a:solidFill>
                <a:srgbClr val="538C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关键词与创意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850265" y="1268095"/>
            <a:ext cx="3837940" cy="897255"/>
            <a:chOff x="1339" y="1997"/>
            <a:chExt cx="6044" cy="1413"/>
          </a:xfrm>
        </p:grpSpPr>
        <p:sp>
          <p:nvSpPr>
            <p:cNvPr id="3" name="圆角矩形 2"/>
            <p:cNvSpPr/>
            <p:nvPr>
              <p:custDataLst>
                <p:tags r:id="rId6"/>
              </p:custDataLst>
            </p:nvPr>
          </p:nvSpPr>
          <p:spPr>
            <a:xfrm>
              <a:off x="1339" y="1997"/>
              <a:ext cx="2476" cy="666"/>
            </a:xfrm>
            <a:prstGeom prst="roundRect">
              <a:avLst/>
            </a:prstGeom>
            <a:solidFill>
              <a:srgbClr val="132D8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投放原则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718" y="2758"/>
              <a:ext cx="5665" cy="6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初始小预算设置</a:t>
              </a:r>
              <a:r>
                <a:rPr lang="en-US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耐心投放</a:t>
              </a:r>
              <a:r>
                <a:rPr lang="en-US" altLang="zh-CN" sz="1400" kern="10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少调整</a:t>
              </a:r>
              <a:endParaRPr lang="zh-CN" altLang="zh-CN" sz="1400" kern="1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850265" y="2351405"/>
            <a:ext cx="4121150" cy="1231265"/>
            <a:chOff x="1339" y="4157"/>
            <a:chExt cx="6490" cy="1939"/>
          </a:xfrm>
        </p:grpSpPr>
        <p:sp>
          <p:nvSpPr>
            <p:cNvPr id="4" name="圆角矩形 3"/>
            <p:cNvSpPr/>
            <p:nvPr>
              <p:custDataLst>
                <p:tags r:id="rId4"/>
              </p:custDataLst>
            </p:nvPr>
          </p:nvSpPr>
          <p:spPr>
            <a:xfrm>
              <a:off x="1339" y="4157"/>
              <a:ext cx="2476" cy="666"/>
            </a:xfrm>
            <a:prstGeom prst="roundRect">
              <a:avLst/>
            </a:prstGeom>
            <a:solidFill>
              <a:srgbClr val="274DA7"/>
            </a:solidFill>
            <a:ln>
              <a:solidFill>
                <a:srgbClr val="274D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kern="100" noProof="0" dirty="0" err="1" smtClean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投放包来源</a:t>
              </a: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1718" y="4935"/>
              <a:ext cx="6111" cy="11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zh-CN" sz="1400" kern="1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建议</a:t>
              </a:r>
              <a:r>
                <a:rPr lang="zh-CN" altLang="zh-CN" sz="1400" b="1" kern="100" noProof="0" dirty="0" smtClean="0">
                  <a:ln>
                    <a:noFill/>
                  </a:ln>
                  <a:solidFill>
                    <a:srgbClr val="538C5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新建</a:t>
              </a:r>
              <a:r>
                <a:rPr lang="zh-CN" altLang="zh-CN" sz="1400" kern="1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投放包进行初期尝试，积累经验后逐步控制投放包数量、提升预算金额。</a:t>
              </a:r>
              <a:endParaRPr kumimoji="0" lang="en-US" altLang="zh-CN" sz="1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03</a:t>
            </a:r>
          </a:p>
        </p:txBody>
      </p:sp>
      <p:sp>
        <p:nvSpPr>
          <p:cNvPr id="28" name="矩形 27"/>
          <p:cNvSpPr/>
          <p:nvPr/>
        </p:nvSpPr>
        <p:spPr>
          <a:xfrm>
            <a:off x="6445945" y="1983740"/>
            <a:ext cx="5006915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排期尽量设为全天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至少连续投放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zh-CN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小时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，设置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后勿轻易更改，如需更改需尽早操作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（若修改后排期结束时间距当前时间过近（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30mins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内），可能导致消费骤增，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建议所调整的排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期结束时间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当前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时间间隔</a:t>
            </a:r>
            <a:r>
              <a:rPr lang="en-US" altLang="zh-CN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1h 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以上。）</a:t>
            </a:r>
            <a:endParaRPr lang="zh-CN" altLang="en-US" sz="1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若投放在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一天内中断超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2h 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，重新起投可能成本不稳定，建议连续投放。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起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投需经历出价探索阶段，起投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1h 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内建议勿修改预算或</a:t>
            </a:r>
            <a:r>
              <a:rPr lang="zh-CN" altLang="en-US" sz="1400" kern="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暂停。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若起投 2-3h 仍无花费，需先确认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基础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设置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是否无误（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如词</a:t>
            </a:r>
            <a:r>
              <a:rPr lang="zh-CN" altLang="en-US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包、创意设置及过审情况），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再提工单排查。</a:t>
            </a:r>
            <a:endParaRPr lang="zh-CN" altLang="en-US" sz="1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2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圆角矩形 28"/>
          <p:cNvSpPr/>
          <p:nvPr>
            <p:custDataLst>
              <p:tags r:id="rId3"/>
            </p:custDataLst>
          </p:nvPr>
        </p:nvSpPr>
        <p:spPr>
          <a:xfrm>
            <a:off x="6296025" y="1267460"/>
            <a:ext cx="1572260" cy="422910"/>
          </a:xfrm>
          <a:prstGeom prst="roundRect">
            <a:avLst/>
          </a:prstGeom>
          <a:solidFill>
            <a:srgbClr val="5AC91D"/>
          </a:solidFill>
          <a:ln>
            <a:solidFill>
              <a:srgbClr val="5AC9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</a:t>
            </a:r>
            <a:r>
              <a:rPr lang="zh-CN" altLang="en-US" sz="1600" b="1" kern="100" noProof="0" dirty="0" err="1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日程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03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84885" y="1263079"/>
            <a:ext cx="10506075" cy="2787586"/>
            <a:chOff x="1551" y="1914"/>
            <a:chExt cx="16545" cy="4390"/>
          </a:xfrm>
        </p:grpSpPr>
        <p:sp>
          <p:nvSpPr>
            <p:cNvPr id="8" name="矩形 7"/>
            <p:cNvSpPr/>
            <p:nvPr/>
          </p:nvSpPr>
          <p:spPr>
            <a:xfrm>
              <a:off x="1909" y="2598"/>
              <a:ext cx="16187" cy="3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just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初期小预算，观察效果：</a:t>
              </a:r>
            </a:p>
            <a:p>
              <a:pPr marR="0" lvl="1" indent="0" algn="just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kumimoji="0" lang="zh-CN" altLang="en-US" sz="1400" b="0" i="0" u="none" strike="noStrike" kern="100" cap="none" spc="0" normalizeH="0" baseline="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如转化成本＜100，建议设置500预算</a:t>
              </a:r>
            </a:p>
            <a:p>
              <a:pPr marR="0" lvl="1" indent="0" algn="just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kumimoji="0" lang="zh-CN" altLang="en-US" sz="1400" b="0" i="0" u="none" strike="noStrike" kern="100" cap="none" spc="0" normalizeH="0" baseline="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如转化成本＞100，建议设置500-1000预算</a:t>
              </a:r>
            </a:p>
            <a:p>
              <a:pPr marR="0" lvl="1" indent="0" algn="just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kumimoji="0" lang="zh-CN" altLang="en-US" sz="1400" b="0" i="0" u="none" strike="noStrike" kern="100" cap="none" spc="0" normalizeH="0" baseline="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如转化成本＞300，建议设置3-5个转化的预算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效果好，预算上调，建议幅度上限30%；效果差，预算下调，建议幅度上限30%</a:t>
              </a:r>
              <a:endPara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eg。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假设</a:t>
              </a:r>
              <a:r>
                <a:rPr lang="en-US" altLang="zh-CN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每日设置</a:t>
              </a:r>
              <a:r>
                <a:rPr lang="en-US" altLang="zh-CN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10个转化左右的预算，持续稳定投放，可能5天累计转化会超过50个。周期成本反而低于预期成本</a:t>
              </a:r>
              <a:r>
                <a:rPr lang="zh-CN" altLang="en-US" sz="1400" kern="1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。</a:t>
              </a:r>
              <a:endParaRPr lang="zh-CN" altLang="en-US" sz="1400" kern="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marR="0" lvl="0" indent="-342900" algn="just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400" b="0" i="0" u="none" strike="noStrike" kern="100" cap="none" spc="0" normalizeH="0" baseline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551" y="1914"/>
              <a:ext cx="2860" cy="666"/>
            </a:xfrm>
            <a:prstGeom prst="roundRect">
              <a:avLst/>
            </a:prstGeom>
            <a:solidFill>
              <a:srgbClr val="5AC91D"/>
            </a:solidFill>
            <a:ln>
              <a:solidFill>
                <a:srgbClr val="5AC9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kern="100" noProof="0" dirty="0" err="1" smtClean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投放包初始</a:t>
              </a:r>
              <a:r>
                <a:rPr lang="zh-CN" altLang="zh-CN" sz="1600" b="1" kern="10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预算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84885" y="3910964"/>
            <a:ext cx="10194925" cy="2369186"/>
            <a:chOff x="1551" y="6489"/>
            <a:chExt cx="16055" cy="3731"/>
          </a:xfrm>
        </p:grpSpPr>
        <p:sp>
          <p:nvSpPr>
            <p:cNvPr id="20" name="矩形 19"/>
            <p:cNvSpPr/>
            <p:nvPr/>
          </p:nvSpPr>
          <p:spPr>
            <a:xfrm>
              <a:off x="1909" y="7215"/>
              <a:ext cx="15697" cy="30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需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注意账户预算大于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Nobid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包预算，且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Nobid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包预算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常规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模式当日预算之和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</a:t>
              </a: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超过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日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预算</a:t>
              </a:r>
              <a:r>
                <a:rPr lang="en-US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----</a:t>
              </a:r>
              <a:r>
                <a:rPr lang="zh-CN" altLang="en-US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否则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影响</a:t>
              </a:r>
              <a:r>
                <a:rPr lang="zh-CN" altLang="zh-CN" sz="14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预算分配，造成成本波动</a:t>
              </a:r>
              <a:r>
                <a:rPr lang="zh-CN" altLang="zh-CN" sz="1400" kern="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zh-CN" altLang="en-US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若常规</a:t>
              </a:r>
              <a:r>
                <a:rPr lang="en-US" altLang="zh-CN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模式下计划预算为不限，则按照近</a:t>
              </a:r>
              <a:r>
                <a:rPr lang="en-US" altLang="zh-CN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7</a:t>
              </a:r>
              <a:r>
                <a:rPr lang="zh-CN" altLang="en-US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天日均消费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作为当日预算</a:t>
              </a:r>
              <a:r>
                <a:rPr lang="zh-CN" altLang="en-US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预估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fontAlgn="auto">
                <a:lnSpc>
                  <a:spcPct val="150000"/>
                </a:lnSpc>
              </a:pPr>
              <a:r>
                <a:rPr lang="en-US" altLang="zh-CN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eg.</a:t>
              </a:r>
            </a:p>
            <a:p>
              <a:pPr marL="285750" indent="-285750" algn="just" fontAlgn="auto">
                <a:lnSpc>
                  <a:spcPts val="22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若账户下仅</a:t>
              </a:r>
              <a:r>
                <a:rPr lang="zh-CN" altLang="en-US" sz="14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有最大转化模式投放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，则投放包预算之和需尽量低于账户日预算；</a:t>
              </a:r>
              <a:endParaRPr lang="en-US" altLang="zh-CN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 algn="just" fontAlgn="auto">
                <a:lnSpc>
                  <a:spcPts val="22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若账户下同时存在常规</a:t>
              </a:r>
              <a:r>
                <a:rPr lang="en-US" altLang="zh-CN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模式及最大转化投放模式，则两种模式下的当日预算总和，尽量不要超过账户日预算。</a:t>
              </a:r>
              <a:endParaRPr lang="en-US" altLang="zh-CN" sz="1400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fontAlgn="auto">
                <a:lnSpc>
                  <a:spcPts val="2200"/>
                </a:lnSpc>
              </a:pPr>
              <a:r>
                <a:rPr lang="zh-CN" altLang="en-US" sz="1400" kern="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否则易造成预算分配和成本波动，</a:t>
              </a:r>
            </a:p>
          </p:txBody>
        </p:sp>
        <p:sp>
          <p:nvSpPr>
            <p:cNvPr id="21" name="圆角矩形 20"/>
            <p:cNvSpPr/>
            <p:nvPr>
              <p:custDataLst>
                <p:tags r:id="rId1"/>
              </p:custDataLst>
            </p:nvPr>
          </p:nvSpPr>
          <p:spPr>
            <a:xfrm>
              <a:off x="1551" y="6489"/>
              <a:ext cx="2860" cy="687"/>
            </a:xfrm>
            <a:prstGeom prst="roundRect">
              <a:avLst/>
            </a:prstGeom>
            <a:solidFill>
              <a:srgbClr val="FD9D14"/>
            </a:solidFill>
            <a:ln>
              <a:solidFill>
                <a:srgbClr val="FD9D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包预算分配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125405" y="341449"/>
            <a:ext cx="74279" cy="291992"/>
          </a:xfrm>
          <a:prstGeom prst="rect">
            <a:avLst/>
          </a:prstGeom>
          <a:solidFill>
            <a:srgbClr val="FD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Rectangle 14"/>
          <p:cNvSpPr/>
          <p:nvPr/>
        </p:nvSpPr>
        <p:spPr>
          <a:xfrm>
            <a:off x="365732" y="317977"/>
            <a:ext cx="1261884" cy="372410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粗黑简体" panose="02000000000000000000" pitchFamily="2" charset="-122"/>
                <a:ea typeface="方正兰亭粗黑简体" panose="02000000000000000000" pitchFamily="2" charset="-122"/>
                <a:cs typeface="+mn-ea"/>
                <a:sym typeface="+mn-lt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兰亭粗黑简体" panose="02000000000000000000" pitchFamily="2" charset="-122"/>
              <a:ea typeface="方正兰亭粗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421" y="206743"/>
            <a:ext cx="1675498" cy="57300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6674" y="2037080"/>
            <a:ext cx="9220200" cy="2389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-342900" algn="just" fontAlgn="auto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起投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1h</a:t>
            </a: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内请勿调整预算，首次调整时间建议为起投次日；</a:t>
            </a:r>
            <a:endParaRPr lang="zh-CN" alt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-342900" algn="just" fontAlgn="auto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消费稳定后勿频繁调预算，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天不超过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3 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次；</a:t>
            </a:r>
          </a:p>
          <a:p>
            <a:pPr lvl="0" indent="-342900" algn="just" fontAlgn="auto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预算调整遵循当天越早越好原则，且单次调整幅度建议不超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30%</a:t>
            </a:r>
            <a:endParaRPr lang="zh-CN" altLang="en-US" sz="14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-342900" algn="just" fontAlgn="auto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调整频率建议间隔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1h 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以上。</a:t>
            </a:r>
            <a:r>
              <a:rPr lang="zh-CN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预算调整后存在一定的出价探索时间，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1h </a:t>
            </a:r>
            <a:r>
              <a:rPr lang="zh-CN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内消费较慢为正常现象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zh-CN" sz="14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-342900" algn="just" fontAlgn="auto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1 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天内预算持续调整（如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1k</a:t>
            </a:r>
            <a:r>
              <a:rPr lang="en-US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→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1w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）且最终成本符合预期，次日建议将最终预算下调</a:t>
            </a:r>
            <a:r>
              <a:rPr lang="en-US" altLang="zh-CN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30%-50%</a:t>
            </a:r>
            <a:r>
              <a:rPr lang="zh-CN" altLang="en-US" sz="14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，关注成本后再增加，否则可能导致成本不稳定。</a:t>
            </a: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996674" y="1427480"/>
            <a:ext cx="1929406" cy="389890"/>
          </a:xfrm>
          <a:prstGeom prst="roundRect">
            <a:avLst/>
          </a:prstGeom>
          <a:solidFill>
            <a:srgbClr val="274DA7"/>
          </a:solidFill>
          <a:ln>
            <a:solidFill>
              <a:srgbClr val="274D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kern="100" noProof="0" dirty="0" err="1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包预算调整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760854" y="2601139"/>
            <a:ext cx="8869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PART 4</a:t>
            </a:r>
            <a:r>
              <a:rPr lang="en-US" altLang="zh-CN" sz="4400" b="1" dirty="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| </a:t>
            </a:r>
            <a:r>
              <a:rPr lang="zh-CN" altLang="en-US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</a:t>
            </a:r>
            <a:r>
              <a:rPr lang="zh-CN" altLang="en-US" sz="40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转化投放</a:t>
            </a:r>
            <a:r>
              <a:rPr lang="en-US" altLang="zh-CN" sz="40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Q&amp;A</a:t>
            </a:r>
            <a:r>
              <a:rPr lang="zh-CN" altLang="en-US" sz="4000" b="1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800" b="1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（必读）</a:t>
            </a:r>
            <a:endParaRPr lang="en-US" altLang="zh-CN" sz="4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828362" y="3324860"/>
            <a:ext cx="1874912" cy="45720"/>
          </a:xfrm>
          <a:prstGeom prst="rect">
            <a:avLst/>
          </a:prstGeom>
          <a:solidFill>
            <a:srgbClr val="0E2164"/>
          </a:solidFill>
          <a:ln>
            <a:solidFill>
              <a:srgbClr val="132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3200" b="1" dirty="0">
              <a:solidFill>
                <a:schemeClr val="bg2"/>
              </a:solidFill>
              <a:latin typeface="Bahnschrift Light Condensed" panose="020B0502040204020203" charset="0"/>
              <a:ea typeface="Noto Serif SC Light" panose="02020200000000000000" charset="-122"/>
              <a:cs typeface="Bahnschrift Light Condense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6985" y="-8890"/>
            <a:ext cx="12219305" cy="6882765"/>
            <a:chOff x="-43" y="-14"/>
            <a:chExt cx="19243" cy="10839"/>
          </a:xfrm>
        </p:grpSpPr>
        <p:sp>
          <p:nvSpPr>
            <p:cNvPr id="4" name="矩形 3"/>
            <p:cNvSpPr/>
            <p:nvPr userDrawn="1"/>
          </p:nvSpPr>
          <p:spPr>
            <a:xfrm>
              <a:off x="-26" y="-14"/>
              <a:ext cx="7250" cy="2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6230" y="-14"/>
              <a:ext cx="7222" cy="258"/>
            </a:xfrm>
            <a:prstGeom prst="rect">
              <a:avLst/>
            </a:prstGeom>
            <a:solidFill>
              <a:srgbClr val="5AC9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2960" y="-14"/>
              <a:ext cx="6240" cy="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43" y="10542"/>
              <a:ext cx="7250" cy="2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6213" y="10540"/>
              <a:ext cx="7222" cy="2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943" y="10539"/>
              <a:ext cx="6240" cy="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Rectangle 14"/>
          <p:cNvSpPr/>
          <p:nvPr/>
        </p:nvSpPr>
        <p:spPr>
          <a:xfrm>
            <a:off x="1283942" y="1006317"/>
            <a:ext cx="1261884" cy="372410"/>
          </a:xfrm>
          <a:prstGeom prst="rect">
            <a:avLst/>
          </a:prstGeom>
        </p:spPr>
        <p:txBody>
          <a:bodyPr wrap="none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04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1375" y="4319535"/>
            <a:ext cx="1125156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Q4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最大转化（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Nobid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）投放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模式是否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支持赔付？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A4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不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支持赔付。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请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合理调控预算，关注投放数据。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8531" y="3205710"/>
            <a:ext cx="10534071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Q3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报表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字段在哪里查看？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A3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报表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查询方式与常规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oCPC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投放模式一致，最大转化投放模式下的相关报表无目标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转化成本、成本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比值字段。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9180" y="2170492"/>
            <a:ext cx="886523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Q2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最大转化（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Nobid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）投放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模式与跑量阶段有无关系？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A2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最大转化投放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模式下无跑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量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阶段概念。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1375" y="1140460"/>
            <a:ext cx="542671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Q1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最大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转化（</a:t>
            </a:r>
            <a:r>
              <a:rPr kumimoji="1" lang="en-US" altLang="zh-CN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Nobid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）投放模式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支持哪些客户？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A1</a:t>
            </a:r>
            <a:r>
              <a:rPr kumimoji="1" lang="zh-CN" altLang="en-US" sz="1600" b="1" dirty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oCPC2.0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权限的账户可使用该功能。</a:t>
            </a:r>
          </a:p>
        </p:txBody>
      </p:sp>
      <p:grpSp>
        <p:nvGrpSpPr>
          <p:cNvPr id="249" name="组合 248"/>
          <p:cNvGrpSpPr/>
          <p:nvPr/>
        </p:nvGrpSpPr>
        <p:grpSpPr>
          <a:xfrm>
            <a:off x="6973137" y="450983"/>
            <a:ext cx="4948249" cy="1297172"/>
            <a:chOff x="3203084" y="3864147"/>
            <a:chExt cx="8102353" cy="2124013"/>
          </a:xfrm>
        </p:grpSpPr>
        <p:sp>
          <p:nvSpPr>
            <p:cNvPr id="250" name="任意多边形: 形状 5"/>
            <p:cNvSpPr/>
            <p:nvPr/>
          </p:nvSpPr>
          <p:spPr>
            <a:xfrm>
              <a:off x="9087779" y="4773679"/>
              <a:ext cx="271822" cy="271822"/>
            </a:xfrm>
            <a:custGeom>
              <a:avLst/>
              <a:gdLst>
                <a:gd name="connsiteX0" fmla="*/ 270540 w 271822"/>
                <a:gd name="connsiteY0" fmla="*/ 137193 h 271822"/>
                <a:gd name="connsiteX1" fmla="*/ 137193 w 271822"/>
                <a:gd name="connsiteY1" fmla="*/ 270540 h 271822"/>
                <a:gd name="connsiteX2" fmla="*/ 3847 w 271822"/>
                <a:gd name="connsiteY2" fmla="*/ 137193 h 271822"/>
                <a:gd name="connsiteX3" fmla="*/ 137193 w 271822"/>
                <a:gd name="connsiteY3" fmla="*/ 3847 h 271822"/>
                <a:gd name="connsiteX4" fmla="*/ 270540 w 271822"/>
                <a:gd name="connsiteY4" fmla="*/ 137193 h 27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822" h="271822">
                  <a:moveTo>
                    <a:pt x="270540" y="137193"/>
                  </a:moveTo>
                  <a:cubicBezTo>
                    <a:pt x="270540" y="211047"/>
                    <a:pt x="210534" y="270540"/>
                    <a:pt x="137193" y="270540"/>
                  </a:cubicBezTo>
                  <a:cubicBezTo>
                    <a:pt x="63340" y="270540"/>
                    <a:pt x="3847" y="211047"/>
                    <a:pt x="3847" y="137193"/>
                  </a:cubicBezTo>
                  <a:cubicBezTo>
                    <a:pt x="3847" y="63853"/>
                    <a:pt x="63340" y="3847"/>
                    <a:pt x="137193" y="3847"/>
                  </a:cubicBezTo>
                  <a:cubicBezTo>
                    <a:pt x="211047" y="3847"/>
                    <a:pt x="270540" y="63853"/>
                    <a:pt x="270540" y="137193"/>
                  </a:cubicBezTo>
                  <a:close/>
                </a:path>
              </a:pathLst>
            </a:custGeom>
            <a:solidFill>
              <a:srgbClr val="23B1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6"/>
            <p:cNvSpPr/>
            <p:nvPr/>
          </p:nvSpPr>
          <p:spPr>
            <a:xfrm>
              <a:off x="9129321" y="4857790"/>
              <a:ext cx="184634" cy="133347"/>
            </a:xfrm>
            <a:custGeom>
              <a:avLst/>
              <a:gdLst>
                <a:gd name="connsiteX0" fmla="*/ 179249 w 184633"/>
                <a:gd name="connsiteY0" fmla="*/ 47954 h 133346"/>
                <a:gd name="connsiteX1" fmla="*/ 175659 w 184633"/>
                <a:gd name="connsiteY1" fmla="*/ 50005 h 133346"/>
                <a:gd name="connsiteX2" fmla="*/ 164376 w 184633"/>
                <a:gd name="connsiteY2" fmla="*/ 62827 h 133346"/>
                <a:gd name="connsiteX3" fmla="*/ 94625 w 184633"/>
                <a:gd name="connsiteY3" fmla="*/ 12052 h 133346"/>
                <a:gd name="connsiteX4" fmla="*/ 61801 w 184633"/>
                <a:gd name="connsiteY4" fmla="*/ 18720 h 133346"/>
                <a:gd name="connsiteX5" fmla="*/ 45902 w 184633"/>
                <a:gd name="connsiteY5" fmla="*/ 3847 h 133346"/>
                <a:gd name="connsiteX6" fmla="*/ 48466 w 184633"/>
                <a:gd name="connsiteY6" fmla="*/ 26413 h 133346"/>
                <a:gd name="connsiteX7" fmla="*/ 26413 w 184633"/>
                <a:gd name="connsiteY7" fmla="*/ 56672 h 133346"/>
                <a:gd name="connsiteX8" fmla="*/ 8463 w 184633"/>
                <a:gd name="connsiteY8" fmla="*/ 56672 h 133346"/>
                <a:gd name="connsiteX9" fmla="*/ 3847 w 184633"/>
                <a:gd name="connsiteY9" fmla="*/ 61288 h 133346"/>
                <a:gd name="connsiteX10" fmla="*/ 3847 w 184633"/>
                <a:gd name="connsiteY10" fmla="*/ 87958 h 133346"/>
                <a:gd name="connsiteX11" fmla="*/ 8463 w 184633"/>
                <a:gd name="connsiteY11" fmla="*/ 92061 h 133346"/>
                <a:gd name="connsiteX12" fmla="*/ 32055 w 184633"/>
                <a:gd name="connsiteY12" fmla="*/ 92061 h 133346"/>
                <a:gd name="connsiteX13" fmla="*/ 35132 w 184633"/>
                <a:gd name="connsiteY13" fmla="*/ 96676 h 133346"/>
                <a:gd name="connsiteX14" fmla="*/ 59750 w 184633"/>
                <a:gd name="connsiteY14" fmla="*/ 84367 h 133346"/>
                <a:gd name="connsiteX15" fmla="*/ 63852 w 184633"/>
                <a:gd name="connsiteY15" fmla="*/ 82829 h 133346"/>
                <a:gd name="connsiteX16" fmla="*/ 65391 w 184633"/>
                <a:gd name="connsiteY16" fmla="*/ 86932 h 133346"/>
                <a:gd name="connsiteX17" fmla="*/ 40260 w 184633"/>
                <a:gd name="connsiteY17" fmla="*/ 101805 h 133346"/>
                <a:gd name="connsiteX18" fmla="*/ 49492 w 184633"/>
                <a:gd name="connsiteY18" fmla="*/ 109498 h 133346"/>
                <a:gd name="connsiteX19" fmla="*/ 49492 w 184633"/>
                <a:gd name="connsiteY19" fmla="*/ 127962 h 133346"/>
                <a:gd name="connsiteX20" fmla="*/ 54108 w 184633"/>
                <a:gd name="connsiteY20" fmla="*/ 132065 h 133346"/>
                <a:gd name="connsiteX21" fmla="*/ 68981 w 184633"/>
                <a:gd name="connsiteY21" fmla="*/ 132065 h 133346"/>
                <a:gd name="connsiteX22" fmla="*/ 73597 w 184633"/>
                <a:gd name="connsiteY22" fmla="*/ 127962 h 133346"/>
                <a:gd name="connsiteX23" fmla="*/ 73597 w 184633"/>
                <a:gd name="connsiteY23" fmla="*/ 120269 h 133346"/>
                <a:gd name="connsiteX24" fmla="*/ 96164 w 184633"/>
                <a:gd name="connsiteY24" fmla="*/ 123346 h 133346"/>
                <a:gd name="connsiteX25" fmla="*/ 122833 w 184633"/>
                <a:gd name="connsiteY25" fmla="*/ 119243 h 133346"/>
                <a:gd name="connsiteX26" fmla="*/ 122833 w 184633"/>
                <a:gd name="connsiteY26" fmla="*/ 128474 h 133346"/>
                <a:gd name="connsiteX27" fmla="*/ 127449 w 184633"/>
                <a:gd name="connsiteY27" fmla="*/ 132577 h 133346"/>
                <a:gd name="connsiteX28" fmla="*/ 142322 w 184633"/>
                <a:gd name="connsiteY28" fmla="*/ 132577 h 133346"/>
                <a:gd name="connsiteX29" fmla="*/ 146938 w 184633"/>
                <a:gd name="connsiteY29" fmla="*/ 128474 h 133346"/>
                <a:gd name="connsiteX30" fmla="*/ 146938 w 184633"/>
                <a:gd name="connsiteY30" fmla="*/ 106934 h 133346"/>
                <a:gd name="connsiteX31" fmla="*/ 166940 w 184633"/>
                <a:gd name="connsiteY31" fmla="*/ 69494 h 133346"/>
                <a:gd name="connsiteX32" fmla="*/ 183865 w 184633"/>
                <a:gd name="connsiteY32" fmla="*/ 52056 h 133346"/>
                <a:gd name="connsiteX33" fmla="*/ 179249 w 184633"/>
                <a:gd name="connsiteY33" fmla="*/ 47954 h 133346"/>
                <a:gd name="connsiteX34" fmla="*/ 52057 w 184633"/>
                <a:gd name="connsiteY34" fmla="*/ 56159 h 133346"/>
                <a:gd name="connsiteX35" fmla="*/ 43851 w 184633"/>
                <a:gd name="connsiteY35" fmla="*/ 47954 h 133346"/>
                <a:gd name="connsiteX36" fmla="*/ 52057 w 184633"/>
                <a:gd name="connsiteY36" fmla="*/ 39748 h 133346"/>
                <a:gd name="connsiteX37" fmla="*/ 60262 w 184633"/>
                <a:gd name="connsiteY37" fmla="*/ 47954 h 133346"/>
                <a:gd name="connsiteX38" fmla="*/ 52057 w 184633"/>
                <a:gd name="connsiteY38" fmla="*/ 56159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4633" h="133346">
                  <a:moveTo>
                    <a:pt x="179249" y="47954"/>
                  </a:moveTo>
                  <a:cubicBezTo>
                    <a:pt x="177710" y="47441"/>
                    <a:pt x="175659" y="48466"/>
                    <a:pt x="175659" y="50005"/>
                  </a:cubicBezTo>
                  <a:cubicBezTo>
                    <a:pt x="175659" y="50005"/>
                    <a:pt x="173094" y="59237"/>
                    <a:pt x="164376" y="62827"/>
                  </a:cubicBezTo>
                  <a:cubicBezTo>
                    <a:pt x="161298" y="34106"/>
                    <a:pt x="131039" y="12052"/>
                    <a:pt x="94625" y="12052"/>
                  </a:cubicBezTo>
                  <a:cubicBezTo>
                    <a:pt x="82829" y="12052"/>
                    <a:pt x="71545" y="14617"/>
                    <a:pt x="61801" y="18720"/>
                  </a:cubicBezTo>
                  <a:lnTo>
                    <a:pt x="45902" y="3847"/>
                  </a:lnTo>
                  <a:lnTo>
                    <a:pt x="48466" y="26413"/>
                  </a:lnTo>
                  <a:cubicBezTo>
                    <a:pt x="37183" y="34106"/>
                    <a:pt x="29490" y="44876"/>
                    <a:pt x="26413" y="56672"/>
                  </a:cubicBezTo>
                  <a:lnTo>
                    <a:pt x="8463" y="56672"/>
                  </a:lnTo>
                  <a:cubicBezTo>
                    <a:pt x="5898" y="56672"/>
                    <a:pt x="3847" y="58724"/>
                    <a:pt x="3847" y="61288"/>
                  </a:cubicBezTo>
                  <a:lnTo>
                    <a:pt x="3847" y="87958"/>
                  </a:lnTo>
                  <a:cubicBezTo>
                    <a:pt x="3847" y="90522"/>
                    <a:pt x="5898" y="92061"/>
                    <a:pt x="8463" y="92061"/>
                  </a:cubicBezTo>
                  <a:lnTo>
                    <a:pt x="32055" y="92061"/>
                  </a:lnTo>
                  <a:cubicBezTo>
                    <a:pt x="33080" y="93599"/>
                    <a:pt x="34106" y="95138"/>
                    <a:pt x="35132" y="96676"/>
                  </a:cubicBezTo>
                  <a:cubicBezTo>
                    <a:pt x="54108" y="94625"/>
                    <a:pt x="59237" y="84880"/>
                    <a:pt x="59750" y="84367"/>
                  </a:cubicBezTo>
                  <a:cubicBezTo>
                    <a:pt x="60775" y="82829"/>
                    <a:pt x="62314" y="82316"/>
                    <a:pt x="63852" y="82829"/>
                  </a:cubicBezTo>
                  <a:cubicBezTo>
                    <a:pt x="65391" y="83855"/>
                    <a:pt x="65904" y="85393"/>
                    <a:pt x="65391" y="86932"/>
                  </a:cubicBezTo>
                  <a:cubicBezTo>
                    <a:pt x="64878" y="87445"/>
                    <a:pt x="59237" y="98215"/>
                    <a:pt x="40260" y="101805"/>
                  </a:cubicBezTo>
                  <a:cubicBezTo>
                    <a:pt x="42825" y="104882"/>
                    <a:pt x="45902" y="107447"/>
                    <a:pt x="49492" y="109498"/>
                  </a:cubicBezTo>
                  <a:lnTo>
                    <a:pt x="49492" y="127962"/>
                  </a:lnTo>
                  <a:cubicBezTo>
                    <a:pt x="49492" y="130526"/>
                    <a:pt x="51544" y="132065"/>
                    <a:pt x="54108" y="132065"/>
                  </a:cubicBezTo>
                  <a:lnTo>
                    <a:pt x="68981" y="132065"/>
                  </a:lnTo>
                  <a:cubicBezTo>
                    <a:pt x="71545" y="132065"/>
                    <a:pt x="73597" y="130013"/>
                    <a:pt x="73597" y="127962"/>
                  </a:cubicBezTo>
                  <a:lnTo>
                    <a:pt x="73597" y="120269"/>
                  </a:lnTo>
                  <a:cubicBezTo>
                    <a:pt x="80777" y="122320"/>
                    <a:pt x="88470" y="123346"/>
                    <a:pt x="96164" y="123346"/>
                  </a:cubicBezTo>
                  <a:cubicBezTo>
                    <a:pt x="105395" y="123346"/>
                    <a:pt x="114627" y="121807"/>
                    <a:pt x="122833" y="119243"/>
                  </a:cubicBezTo>
                  <a:lnTo>
                    <a:pt x="122833" y="128474"/>
                  </a:lnTo>
                  <a:cubicBezTo>
                    <a:pt x="122833" y="131039"/>
                    <a:pt x="124884" y="132577"/>
                    <a:pt x="127449" y="132577"/>
                  </a:cubicBezTo>
                  <a:lnTo>
                    <a:pt x="142322" y="132577"/>
                  </a:lnTo>
                  <a:cubicBezTo>
                    <a:pt x="144886" y="132577"/>
                    <a:pt x="146938" y="130526"/>
                    <a:pt x="146938" y="128474"/>
                  </a:cubicBezTo>
                  <a:lnTo>
                    <a:pt x="146938" y="106934"/>
                  </a:lnTo>
                  <a:cubicBezTo>
                    <a:pt x="158734" y="97189"/>
                    <a:pt x="166427" y="83855"/>
                    <a:pt x="166940" y="69494"/>
                  </a:cubicBezTo>
                  <a:cubicBezTo>
                    <a:pt x="179762" y="65391"/>
                    <a:pt x="183352" y="52569"/>
                    <a:pt x="183865" y="52056"/>
                  </a:cubicBezTo>
                  <a:cubicBezTo>
                    <a:pt x="181813" y="50005"/>
                    <a:pt x="180787" y="48466"/>
                    <a:pt x="179249" y="47954"/>
                  </a:cubicBezTo>
                  <a:close/>
                  <a:moveTo>
                    <a:pt x="52057" y="56159"/>
                  </a:moveTo>
                  <a:cubicBezTo>
                    <a:pt x="47441" y="56159"/>
                    <a:pt x="43851" y="52569"/>
                    <a:pt x="43851" y="47954"/>
                  </a:cubicBezTo>
                  <a:cubicBezTo>
                    <a:pt x="43851" y="43338"/>
                    <a:pt x="47441" y="39748"/>
                    <a:pt x="52057" y="39748"/>
                  </a:cubicBezTo>
                  <a:cubicBezTo>
                    <a:pt x="56673" y="39748"/>
                    <a:pt x="60262" y="43338"/>
                    <a:pt x="60262" y="47954"/>
                  </a:cubicBezTo>
                  <a:cubicBezTo>
                    <a:pt x="60262" y="52056"/>
                    <a:pt x="56673" y="56159"/>
                    <a:pt x="52057" y="5615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10"/>
            <p:cNvSpPr/>
            <p:nvPr/>
          </p:nvSpPr>
          <p:spPr>
            <a:xfrm>
              <a:off x="9194969" y="4819837"/>
              <a:ext cx="56416" cy="41030"/>
            </a:xfrm>
            <a:custGeom>
              <a:avLst/>
              <a:gdLst>
                <a:gd name="connsiteX0" fmla="*/ 52056 w 56415"/>
                <a:gd name="connsiteY0" fmla="*/ 41799 h 41029"/>
                <a:gd name="connsiteX1" fmla="*/ 55134 w 56415"/>
                <a:gd name="connsiteY1" fmla="*/ 29490 h 41029"/>
                <a:gd name="connsiteX2" fmla="*/ 29490 w 56415"/>
                <a:gd name="connsiteY2" fmla="*/ 3847 h 41029"/>
                <a:gd name="connsiteX3" fmla="*/ 3847 w 56415"/>
                <a:gd name="connsiteY3" fmla="*/ 29490 h 41029"/>
                <a:gd name="connsiteX4" fmla="*/ 6924 w 56415"/>
                <a:gd name="connsiteY4" fmla="*/ 41286 h 41029"/>
                <a:gd name="connsiteX5" fmla="*/ 28464 w 56415"/>
                <a:gd name="connsiteY5" fmla="*/ 38722 h 41029"/>
                <a:gd name="connsiteX6" fmla="*/ 52056 w 56415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5" h="41029">
                  <a:moveTo>
                    <a:pt x="52056" y="41799"/>
                  </a:moveTo>
                  <a:cubicBezTo>
                    <a:pt x="54108" y="38209"/>
                    <a:pt x="55134" y="34106"/>
                    <a:pt x="55134" y="29490"/>
                  </a:cubicBezTo>
                  <a:cubicBezTo>
                    <a:pt x="55134" y="15130"/>
                    <a:pt x="43850" y="3847"/>
                    <a:pt x="29490" y="3847"/>
                  </a:cubicBezTo>
                  <a:cubicBezTo>
                    <a:pt x="15129" y="3847"/>
                    <a:pt x="3847" y="15130"/>
                    <a:pt x="3847" y="29490"/>
                  </a:cubicBezTo>
                  <a:cubicBezTo>
                    <a:pt x="3847" y="33593"/>
                    <a:pt x="4872" y="37696"/>
                    <a:pt x="6924" y="41286"/>
                  </a:cubicBezTo>
                  <a:cubicBezTo>
                    <a:pt x="13591" y="39748"/>
                    <a:pt x="20771" y="38722"/>
                    <a:pt x="28464" y="38722"/>
                  </a:cubicBezTo>
                  <a:cubicBezTo>
                    <a:pt x="36670" y="38722"/>
                    <a:pt x="44876" y="39748"/>
                    <a:pt x="52056" y="417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11"/>
            <p:cNvSpPr/>
            <p:nvPr/>
          </p:nvSpPr>
          <p:spPr>
            <a:xfrm>
              <a:off x="6097221" y="5104482"/>
              <a:ext cx="292337" cy="148733"/>
            </a:xfrm>
            <a:custGeom>
              <a:avLst/>
              <a:gdLst>
                <a:gd name="connsiteX0" fmla="*/ 67956 w 292337"/>
                <a:gd name="connsiteY0" fmla="*/ 3847 h 148732"/>
                <a:gd name="connsiteX1" fmla="*/ 3847 w 292337"/>
                <a:gd name="connsiteY1" fmla="*/ 77700 h 148732"/>
                <a:gd name="connsiteX2" fmla="*/ 290029 w 292337"/>
                <a:gd name="connsiteY2" fmla="*/ 133603 h 148732"/>
                <a:gd name="connsiteX3" fmla="*/ 258744 w 292337"/>
                <a:gd name="connsiteY3" fmla="*/ 42825 h 148732"/>
                <a:gd name="connsiteX4" fmla="*/ 67956 w 292337"/>
                <a:gd name="connsiteY4" fmla="*/ 3847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7" h="148732">
                  <a:moveTo>
                    <a:pt x="67956" y="3847"/>
                  </a:moveTo>
                  <a:lnTo>
                    <a:pt x="3847" y="77700"/>
                  </a:lnTo>
                  <a:cubicBezTo>
                    <a:pt x="80265" y="143348"/>
                    <a:pt x="187968" y="167966"/>
                    <a:pt x="290029" y="133603"/>
                  </a:cubicBezTo>
                  <a:lnTo>
                    <a:pt x="258744" y="42825"/>
                  </a:lnTo>
                  <a:cubicBezTo>
                    <a:pt x="190532" y="64365"/>
                    <a:pt x="118730" y="47441"/>
                    <a:pt x="67956" y="3847"/>
                  </a:cubicBezTo>
                  <a:close/>
                </a:path>
              </a:pathLst>
            </a:custGeom>
            <a:solidFill>
              <a:srgbClr val="F48C3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12"/>
            <p:cNvSpPr/>
            <p:nvPr/>
          </p:nvSpPr>
          <p:spPr>
            <a:xfrm>
              <a:off x="6354170" y="4996265"/>
              <a:ext cx="225664" cy="241050"/>
            </a:xfrm>
            <a:custGeom>
              <a:avLst/>
              <a:gdLst>
                <a:gd name="connsiteX0" fmla="*/ 5385 w 225663"/>
                <a:gd name="connsiteY0" fmla="*/ 150015 h 241049"/>
                <a:gd name="connsiteX1" fmla="*/ 3847 w 225663"/>
                <a:gd name="connsiteY1" fmla="*/ 150528 h 241049"/>
                <a:gd name="connsiteX2" fmla="*/ 35132 w 225663"/>
                <a:gd name="connsiteY2" fmla="*/ 241306 h 241049"/>
                <a:gd name="connsiteX3" fmla="*/ 226433 w 225663"/>
                <a:gd name="connsiteY3" fmla="*/ 21797 h 241049"/>
                <a:gd name="connsiteX4" fmla="*/ 135142 w 225663"/>
                <a:gd name="connsiteY4" fmla="*/ 3847 h 241049"/>
                <a:gd name="connsiteX5" fmla="*/ 5385 w 225663"/>
                <a:gd name="connsiteY5" fmla="*/ 15001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663" h="241049">
                  <a:moveTo>
                    <a:pt x="5385" y="150015"/>
                  </a:moveTo>
                  <a:cubicBezTo>
                    <a:pt x="4872" y="150015"/>
                    <a:pt x="4359" y="150015"/>
                    <a:pt x="3847" y="150528"/>
                  </a:cubicBezTo>
                  <a:lnTo>
                    <a:pt x="35132" y="241306"/>
                  </a:lnTo>
                  <a:cubicBezTo>
                    <a:pt x="136680" y="205918"/>
                    <a:pt x="206944" y="120268"/>
                    <a:pt x="226433" y="21797"/>
                  </a:cubicBezTo>
                  <a:lnTo>
                    <a:pt x="135142" y="3847"/>
                  </a:lnTo>
                  <a:cubicBezTo>
                    <a:pt x="121294" y="69494"/>
                    <a:pt x="74110" y="126423"/>
                    <a:pt x="5385" y="150015"/>
                  </a:cubicBezTo>
                  <a:close/>
                </a:path>
              </a:pathLst>
            </a:custGeom>
            <a:solidFill>
              <a:srgbClr val="53BB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13"/>
            <p:cNvSpPr/>
            <p:nvPr/>
          </p:nvSpPr>
          <p:spPr>
            <a:xfrm>
              <a:off x="5995042" y="4900871"/>
              <a:ext cx="169248" cy="282080"/>
            </a:xfrm>
            <a:custGeom>
              <a:avLst/>
              <a:gdLst>
                <a:gd name="connsiteX0" fmla="*/ 103462 w 169247"/>
                <a:gd name="connsiteY0" fmla="*/ 22310 h 282079"/>
                <a:gd name="connsiteX1" fmla="*/ 9094 w 169247"/>
                <a:gd name="connsiteY1" fmla="*/ 3847 h 282079"/>
                <a:gd name="connsiteX2" fmla="*/ 19864 w 169247"/>
                <a:gd name="connsiteY2" fmla="*/ 154118 h 282079"/>
                <a:gd name="connsiteX3" fmla="*/ 103975 w 169247"/>
                <a:gd name="connsiteY3" fmla="*/ 279259 h 282079"/>
                <a:gd name="connsiteX4" fmla="*/ 168084 w 169247"/>
                <a:gd name="connsiteY4" fmla="*/ 205405 h 282079"/>
                <a:gd name="connsiteX5" fmla="*/ 111668 w 169247"/>
                <a:gd name="connsiteY5" fmla="*/ 120781 h 282079"/>
                <a:gd name="connsiteX6" fmla="*/ 103462 w 169247"/>
                <a:gd name="connsiteY6" fmla="*/ 22310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247" h="282079">
                  <a:moveTo>
                    <a:pt x="103462" y="22310"/>
                  </a:moveTo>
                  <a:lnTo>
                    <a:pt x="9094" y="3847"/>
                  </a:lnTo>
                  <a:cubicBezTo>
                    <a:pt x="-138" y="52569"/>
                    <a:pt x="2426" y="103857"/>
                    <a:pt x="19864" y="154118"/>
                  </a:cubicBezTo>
                  <a:cubicBezTo>
                    <a:pt x="37302" y="204380"/>
                    <a:pt x="66535" y="246948"/>
                    <a:pt x="103975" y="279259"/>
                  </a:cubicBezTo>
                  <a:lnTo>
                    <a:pt x="168084" y="205405"/>
                  </a:lnTo>
                  <a:cubicBezTo>
                    <a:pt x="142953" y="183352"/>
                    <a:pt x="122951" y="154631"/>
                    <a:pt x="111668" y="120781"/>
                  </a:cubicBezTo>
                  <a:cubicBezTo>
                    <a:pt x="99872" y="88470"/>
                    <a:pt x="97821" y="54621"/>
                    <a:pt x="103462" y="22310"/>
                  </a:cubicBezTo>
                  <a:close/>
                </a:path>
              </a:pathLst>
            </a:custGeom>
            <a:solidFill>
              <a:srgbClr val="F049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14"/>
            <p:cNvSpPr/>
            <p:nvPr/>
          </p:nvSpPr>
          <p:spPr>
            <a:xfrm>
              <a:off x="6422895" y="4735726"/>
              <a:ext cx="164119" cy="282080"/>
            </a:xfrm>
            <a:custGeom>
              <a:avLst/>
              <a:gdLst>
                <a:gd name="connsiteX0" fmla="*/ 67443 w 164119"/>
                <a:gd name="connsiteY0" fmla="*/ 261308 h 282079"/>
                <a:gd name="connsiteX1" fmla="*/ 158734 w 164119"/>
                <a:gd name="connsiteY1" fmla="*/ 279259 h 282079"/>
                <a:gd name="connsiteX2" fmla="*/ 147964 w 164119"/>
                <a:gd name="connsiteY2" fmla="*/ 128987 h 282079"/>
                <a:gd name="connsiteX3" fmla="*/ 63853 w 164119"/>
                <a:gd name="connsiteY3" fmla="*/ 3847 h 282079"/>
                <a:gd name="connsiteX4" fmla="*/ 3847 w 164119"/>
                <a:gd name="connsiteY4" fmla="*/ 72571 h 282079"/>
                <a:gd name="connsiteX5" fmla="*/ 60262 w 164119"/>
                <a:gd name="connsiteY5" fmla="*/ 157195 h 282079"/>
                <a:gd name="connsiteX6" fmla="*/ 67443 w 164119"/>
                <a:gd name="connsiteY6" fmla="*/ 261308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19" h="282079">
                  <a:moveTo>
                    <a:pt x="67443" y="261308"/>
                  </a:moveTo>
                  <a:lnTo>
                    <a:pt x="158734" y="279259"/>
                  </a:lnTo>
                  <a:cubicBezTo>
                    <a:pt x="167966" y="230536"/>
                    <a:pt x="165401" y="179249"/>
                    <a:pt x="147964" y="128987"/>
                  </a:cubicBezTo>
                  <a:cubicBezTo>
                    <a:pt x="130526" y="78726"/>
                    <a:pt x="101292" y="36158"/>
                    <a:pt x="63853" y="3847"/>
                  </a:cubicBezTo>
                  <a:lnTo>
                    <a:pt x="3847" y="72571"/>
                  </a:lnTo>
                  <a:cubicBezTo>
                    <a:pt x="28977" y="94625"/>
                    <a:pt x="48979" y="123346"/>
                    <a:pt x="60262" y="157195"/>
                  </a:cubicBezTo>
                  <a:cubicBezTo>
                    <a:pt x="72572" y="192071"/>
                    <a:pt x="74110" y="227459"/>
                    <a:pt x="67443" y="261308"/>
                  </a:cubicBezTo>
                  <a:close/>
                </a:path>
              </a:pathLst>
            </a:custGeom>
            <a:solidFill>
              <a:srgbClr val="348E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15"/>
            <p:cNvSpPr/>
            <p:nvPr/>
          </p:nvSpPr>
          <p:spPr>
            <a:xfrm>
              <a:off x="6574705" y="4403898"/>
              <a:ext cx="2420756" cy="1410398"/>
            </a:xfrm>
            <a:custGeom>
              <a:avLst/>
              <a:gdLst>
                <a:gd name="connsiteX0" fmla="*/ 2277408 w 2420756"/>
                <a:gd name="connsiteY0" fmla="*/ 3847 h 1410398"/>
                <a:gd name="connsiteX1" fmla="*/ 147451 w 2420756"/>
                <a:gd name="connsiteY1" fmla="*/ 3847 h 1410398"/>
                <a:gd name="connsiteX2" fmla="*/ 3847 w 2420756"/>
                <a:gd name="connsiteY2" fmla="*/ 147451 h 1410398"/>
                <a:gd name="connsiteX3" fmla="*/ 3847 w 2420756"/>
                <a:gd name="connsiteY3" fmla="*/ 1409116 h 1410398"/>
                <a:gd name="connsiteX4" fmla="*/ 2421526 w 2420756"/>
                <a:gd name="connsiteY4" fmla="*/ 1409116 h 1410398"/>
                <a:gd name="connsiteX5" fmla="*/ 2421526 w 2420756"/>
                <a:gd name="connsiteY5" fmla="*/ 147451 h 1410398"/>
                <a:gd name="connsiteX6" fmla="*/ 2277408 w 2420756"/>
                <a:gd name="connsiteY6" fmla="*/ 3847 h 141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0756" h="1410398">
                  <a:moveTo>
                    <a:pt x="2277408" y="3847"/>
                  </a:moveTo>
                  <a:lnTo>
                    <a:pt x="147451" y="3847"/>
                  </a:lnTo>
                  <a:cubicBezTo>
                    <a:pt x="67956" y="3847"/>
                    <a:pt x="3847" y="67956"/>
                    <a:pt x="3847" y="147451"/>
                  </a:cubicBezTo>
                  <a:lnTo>
                    <a:pt x="3847" y="1409116"/>
                  </a:lnTo>
                  <a:lnTo>
                    <a:pt x="2421526" y="1409116"/>
                  </a:lnTo>
                  <a:lnTo>
                    <a:pt x="2421526" y="147451"/>
                  </a:lnTo>
                  <a:cubicBezTo>
                    <a:pt x="2421012" y="67956"/>
                    <a:pt x="2356903" y="3847"/>
                    <a:pt x="2277408" y="3847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16"/>
            <p:cNvSpPr/>
            <p:nvPr/>
          </p:nvSpPr>
          <p:spPr>
            <a:xfrm>
              <a:off x="6673177" y="4502370"/>
              <a:ext cx="2225865" cy="1215507"/>
            </a:xfrm>
            <a:custGeom>
              <a:avLst/>
              <a:gdLst>
                <a:gd name="connsiteX0" fmla="*/ 2178937 w 2225864"/>
                <a:gd name="connsiteY0" fmla="*/ 3847 h 1215507"/>
                <a:gd name="connsiteX1" fmla="*/ 48980 w 2225864"/>
                <a:gd name="connsiteY1" fmla="*/ 3847 h 1215507"/>
                <a:gd name="connsiteX2" fmla="*/ 3847 w 2225864"/>
                <a:gd name="connsiteY2" fmla="*/ 48979 h 1215507"/>
                <a:gd name="connsiteX3" fmla="*/ 3847 w 2225864"/>
                <a:gd name="connsiteY3" fmla="*/ 1212686 h 1215507"/>
                <a:gd name="connsiteX4" fmla="*/ 2224583 w 2225864"/>
                <a:gd name="connsiteY4" fmla="*/ 1212686 h 1215507"/>
                <a:gd name="connsiteX5" fmla="*/ 2224583 w 2225864"/>
                <a:gd name="connsiteY5" fmla="*/ 48979 h 1215507"/>
                <a:gd name="connsiteX6" fmla="*/ 2178937 w 2225864"/>
                <a:gd name="connsiteY6" fmla="*/ 3847 h 121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5864" h="1215507">
                  <a:moveTo>
                    <a:pt x="2178937" y="3847"/>
                  </a:moveTo>
                  <a:lnTo>
                    <a:pt x="48980" y="3847"/>
                  </a:lnTo>
                  <a:cubicBezTo>
                    <a:pt x="23849" y="3847"/>
                    <a:pt x="3847" y="24361"/>
                    <a:pt x="3847" y="48979"/>
                  </a:cubicBezTo>
                  <a:lnTo>
                    <a:pt x="3847" y="1212686"/>
                  </a:lnTo>
                  <a:lnTo>
                    <a:pt x="2224583" y="1212686"/>
                  </a:lnTo>
                  <a:lnTo>
                    <a:pt x="2224583" y="48979"/>
                  </a:lnTo>
                  <a:cubicBezTo>
                    <a:pt x="2224070" y="23849"/>
                    <a:pt x="2204068" y="3847"/>
                    <a:pt x="2178937" y="38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17"/>
            <p:cNvSpPr/>
            <p:nvPr/>
          </p:nvSpPr>
          <p:spPr>
            <a:xfrm>
              <a:off x="6442384" y="5809681"/>
              <a:ext cx="2707964" cy="138475"/>
            </a:xfrm>
            <a:custGeom>
              <a:avLst/>
              <a:gdLst>
                <a:gd name="connsiteX0" fmla="*/ 3847 w 2707964"/>
                <a:gd name="connsiteY0" fmla="*/ 3847 h 138475"/>
                <a:gd name="connsiteX1" fmla="*/ 137706 w 2707964"/>
                <a:gd name="connsiteY1" fmla="*/ 137706 h 138475"/>
                <a:gd name="connsiteX2" fmla="*/ 2571797 w 2707964"/>
                <a:gd name="connsiteY2" fmla="*/ 137706 h 138475"/>
                <a:gd name="connsiteX3" fmla="*/ 2705657 w 2707964"/>
                <a:gd name="connsiteY3" fmla="*/ 3847 h 138475"/>
                <a:gd name="connsiteX4" fmla="*/ 3847 w 2707964"/>
                <a:gd name="connsiteY4" fmla="*/ 3847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7964" h="138475">
                  <a:moveTo>
                    <a:pt x="3847" y="3847"/>
                  </a:moveTo>
                  <a:cubicBezTo>
                    <a:pt x="3847" y="77700"/>
                    <a:pt x="63853" y="137706"/>
                    <a:pt x="137706" y="137706"/>
                  </a:cubicBezTo>
                  <a:lnTo>
                    <a:pt x="2571797" y="137706"/>
                  </a:lnTo>
                  <a:cubicBezTo>
                    <a:pt x="2645650" y="137706"/>
                    <a:pt x="2705657" y="77700"/>
                    <a:pt x="2705657" y="3847"/>
                  </a:cubicBezTo>
                  <a:lnTo>
                    <a:pt x="3847" y="3847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18"/>
            <p:cNvSpPr/>
            <p:nvPr/>
          </p:nvSpPr>
          <p:spPr>
            <a:xfrm>
              <a:off x="6574705" y="5784037"/>
              <a:ext cx="2420756" cy="30772"/>
            </a:xfrm>
            <a:custGeom>
              <a:avLst/>
              <a:gdLst>
                <a:gd name="connsiteX0" fmla="*/ 3847 w 2420756"/>
                <a:gd name="connsiteY0" fmla="*/ 3847 h 30772"/>
                <a:gd name="connsiteX1" fmla="*/ 2421526 w 2420756"/>
                <a:gd name="connsiteY1" fmla="*/ 3847 h 30772"/>
                <a:gd name="connsiteX2" fmla="*/ 2421526 w 2420756"/>
                <a:gd name="connsiteY2" fmla="*/ 29490 h 30772"/>
                <a:gd name="connsiteX3" fmla="*/ 3847 w 2420756"/>
                <a:gd name="connsiteY3" fmla="*/ 29490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0756" h="30772">
                  <a:moveTo>
                    <a:pt x="3847" y="3847"/>
                  </a:moveTo>
                  <a:lnTo>
                    <a:pt x="2421526" y="3847"/>
                  </a:lnTo>
                  <a:lnTo>
                    <a:pt x="2421526" y="29490"/>
                  </a:lnTo>
                  <a:lnTo>
                    <a:pt x="3847" y="29490"/>
                  </a:lnTo>
                  <a:close/>
                </a:path>
              </a:pathLst>
            </a:custGeom>
            <a:solidFill>
              <a:srgbClr val="464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19"/>
            <p:cNvSpPr/>
            <p:nvPr/>
          </p:nvSpPr>
          <p:spPr>
            <a:xfrm>
              <a:off x="7499414" y="5809681"/>
              <a:ext cx="574417" cy="41030"/>
            </a:xfrm>
            <a:custGeom>
              <a:avLst/>
              <a:gdLst>
                <a:gd name="connsiteX0" fmla="*/ 533131 w 574416"/>
                <a:gd name="connsiteY0" fmla="*/ 41799 h 41029"/>
                <a:gd name="connsiteX1" fmla="*/ 41799 w 574416"/>
                <a:gd name="connsiteY1" fmla="*/ 41799 h 41029"/>
                <a:gd name="connsiteX2" fmla="*/ 3847 w 574416"/>
                <a:gd name="connsiteY2" fmla="*/ 3847 h 41029"/>
                <a:gd name="connsiteX3" fmla="*/ 3847 w 574416"/>
                <a:gd name="connsiteY3" fmla="*/ 3847 h 41029"/>
                <a:gd name="connsiteX4" fmla="*/ 571083 w 574416"/>
                <a:gd name="connsiteY4" fmla="*/ 3847 h 41029"/>
                <a:gd name="connsiteX5" fmla="*/ 571083 w 574416"/>
                <a:gd name="connsiteY5" fmla="*/ 3847 h 41029"/>
                <a:gd name="connsiteX6" fmla="*/ 533131 w 574416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4416" h="41029">
                  <a:moveTo>
                    <a:pt x="533131" y="41799"/>
                  </a:moveTo>
                  <a:lnTo>
                    <a:pt x="41799" y="41799"/>
                  </a:lnTo>
                  <a:cubicBezTo>
                    <a:pt x="20771" y="41799"/>
                    <a:pt x="3847" y="24874"/>
                    <a:pt x="3847" y="3847"/>
                  </a:cubicBezTo>
                  <a:lnTo>
                    <a:pt x="3847" y="3847"/>
                  </a:lnTo>
                  <a:lnTo>
                    <a:pt x="571083" y="3847"/>
                  </a:lnTo>
                  <a:lnTo>
                    <a:pt x="571083" y="3847"/>
                  </a:lnTo>
                  <a:cubicBezTo>
                    <a:pt x="571596" y="24874"/>
                    <a:pt x="554158" y="41799"/>
                    <a:pt x="533131" y="41799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0"/>
            <p:cNvSpPr/>
            <p:nvPr/>
          </p:nvSpPr>
          <p:spPr>
            <a:xfrm>
              <a:off x="5454080" y="5376304"/>
              <a:ext cx="687249" cy="600060"/>
            </a:xfrm>
            <a:custGeom>
              <a:avLst/>
              <a:gdLst>
                <a:gd name="connsiteX0" fmla="*/ 19746 w 687248"/>
                <a:gd name="connsiteY0" fmla="*/ 398245 h 600060"/>
                <a:gd name="connsiteX1" fmla="*/ 3847 w 687248"/>
                <a:gd name="connsiteY1" fmla="*/ 363883 h 600060"/>
                <a:gd name="connsiteX2" fmla="*/ 122320 w 687248"/>
                <a:gd name="connsiteY2" fmla="*/ 156169 h 600060"/>
                <a:gd name="connsiteX3" fmla="*/ 335162 w 687248"/>
                <a:gd name="connsiteY3" fmla="*/ 3847 h 600060"/>
                <a:gd name="connsiteX4" fmla="*/ 686992 w 687248"/>
                <a:gd name="connsiteY4" fmla="*/ 152579 h 600060"/>
                <a:gd name="connsiteX5" fmla="*/ 631602 w 687248"/>
                <a:gd name="connsiteY5" fmla="*/ 282849 h 600060"/>
                <a:gd name="connsiteX6" fmla="*/ 558774 w 687248"/>
                <a:gd name="connsiteY6" fmla="*/ 454148 h 600060"/>
                <a:gd name="connsiteX7" fmla="*/ 497229 w 687248"/>
                <a:gd name="connsiteY7" fmla="*/ 600317 h 60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248" h="600060">
                  <a:moveTo>
                    <a:pt x="19746" y="398245"/>
                  </a:moveTo>
                  <a:lnTo>
                    <a:pt x="3847" y="363883"/>
                  </a:lnTo>
                  <a:lnTo>
                    <a:pt x="122320" y="156169"/>
                  </a:lnTo>
                  <a:lnTo>
                    <a:pt x="335162" y="3847"/>
                  </a:lnTo>
                  <a:lnTo>
                    <a:pt x="686992" y="152579"/>
                  </a:lnTo>
                  <a:lnTo>
                    <a:pt x="631602" y="282849"/>
                  </a:lnTo>
                  <a:lnTo>
                    <a:pt x="558774" y="454148"/>
                  </a:lnTo>
                  <a:lnTo>
                    <a:pt x="497229" y="600317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1"/>
            <p:cNvSpPr/>
            <p:nvPr/>
          </p:nvSpPr>
          <p:spPr>
            <a:xfrm>
              <a:off x="5454080" y="5736340"/>
              <a:ext cx="497486" cy="241050"/>
            </a:xfrm>
            <a:custGeom>
              <a:avLst/>
              <a:gdLst>
                <a:gd name="connsiteX0" fmla="*/ 19746 w 497485"/>
                <a:gd name="connsiteY0" fmla="*/ 38209 h 241049"/>
                <a:gd name="connsiteX1" fmla="*/ 3847 w 497485"/>
                <a:gd name="connsiteY1" fmla="*/ 3847 h 241049"/>
                <a:gd name="connsiteX2" fmla="*/ 466970 w 497485"/>
                <a:gd name="connsiteY2" fmla="*/ 174120 h 241049"/>
                <a:gd name="connsiteX3" fmla="*/ 497229 w 497485"/>
                <a:gd name="connsiteY3" fmla="*/ 240281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485" h="241049">
                  <a:moveTo>
                    <a:pt x="19746" y="38209"/>
                  </a:moveTo>
                  <a:lnTo>
                    <a:pt x="3847" y="3847"/>
                  </a:lnTo>
                  <a:lnTo>
                    <a:pt x="466970" y="174120"/>
                  </a:lnTo>
                  <a:lnTo>
                    <a:pt x="497229" y="24028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2"/>
            <p:cNvSpPr/>
            <p:nvPr/>
          </p:nvSpPr>
          <p:spPr>
            <a:xfrm>
              <a:off x="6075168" y="5491187"/>
              <a:ext cx="66673" cy="148733"/>
            </a:xfrm>
            <a:custGeom>
              <a:avLst/>
              <a:gdLst>
                <a:gd name="connsiteX0" fmla="*/ 19745 w 66673"/>
                <a:gd name="connsiteY0" fmla="*/ 145912 h 148732"/>
                <a:gd name="connsiteX1" fmla="*/ 65904 w 66673"/>
                <a:gd name="connsiteY1" fmla="*/ 37696 h 148732"/>
                <a:gd name="connsiteX2" fmla="*/ 50005 w 66673"/>
                <a:gd name="connsiteY2" fmla="*/ 3847 h 148732"/>
                <a:gd name="connsiteX3" fmla="*/ 3847 w 66673"/>
                <a:gd name="connsiteY3" fmla="*/ 111550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48732">
                  <a:moveTo>
                    <a:pt x="19745" y="145912"/>
                  </a:moveTo>
                  <a:lnTo>
                    <a:pt x="65904" y="37696"/>
                  </a:lnTo>
                  <a:lnTo>
                    <a:pt x="50005" y="3847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3"/>
            <p:cNvSpPr/>
            <p:nvPr/>
          </p:nvSpPr>
          <p:spPr>
            <a:xfrm>
              <a:off x="5454080" y="5288603"/>
              <a:ext cx="671862" cy="656476"/>
            </a:xfrm>
            <a:custGeom>
              <a:avLst/>
              <a:gdLst>
                <a:gd name="connsiteX0" fmla="*/ 3847 w 671862"/>
                <a:gd name="connsiteY0" fmla="*/ 451584 h 656476"/>
                <a:gd name="connsiteX1" fmla="*/ 65391 w 671862"/>
                <a:gd name="connsiteY1" fmla="*/ 305928 h 656476"/>
                <a:gd name="connsiteX2" fmla="*/ 193609 w 671862"/>
                <a:gd name="connsiteY2" fmla="*/ 3847 h 656476"/>
                <a:gd name="connsiteX3" fmla="*/ 319263 w 671862"/>
                <a:gd name="connsiteY3" fmla="*/ 57185 h 656476"/>
                <a:gd name="connsiteX4" fmla="*/ 671093 w 671862"/>
                <a:gd name="connsiteY4" fmla="*/ 206431 h 656476"/>
                <a:gd name="connsiteX5" fmla="*/ 615703 w 671862"/>
                <a:gd name="connsiteY5" fmla="*/ 336188 h 656476"/>
                <a:gd name="connsiteX6" fmla="*/ 542875 w 671862"/>
                <a:gd name="connsiteY6" fmla="*/ 508000 h 656476"/>
                <a:gd name="connsiteX7" fmla="*/ 481330 w 671862"/>
                <a:gd name="connsiteY7" fmla="*/ 653656 h 65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1862" h="656476">
                  <a:moveTo>
                    <a:pt x="3847" y="451584"/>
                  </a:moveTo>
                  <a:lnTo>
                    <a:pt x="65391" y="305928"/>
                  </a:lnTo>
                  <a:lnTo>
                    <a:pt x="193609" y="3847"/>
                  </a:lnTo>
                  <a:lnTo>
                    <a:pt x="319263" y="57185"/>
                  </a:lnTo>
                  <a:lnTo>
                    <a:pt x="671093" y="206431"/>
                  </a:lnTo>
                  <a:lnTo>
                    <a:pt x="615703" y="336188"/>
                  </a:lnTo>
                  <a:lnTo>
                    <a:pt x="542875" y="508000"/>
                  </a:lnTo>
                  <a:lnTo>
                    <a:pt x="481330" y="65365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4"/>
            <p:cNvSpPr/>
            <p:nvPr/>
          </p:nvSpPr>
          <p:spPr>
            <a:xfrm>
              <a:off x="5597684" y="5288603"/>
              <a:ext cx="528258" cy="317981"/>
            </a:xfrm>
            <a:custGeom>
              <a:avLst/>
              <a:gdLst>
                <a:gd name="connsiteX0" fmla="*/ 481330 w 528258"/>
                <a:gd name="connsiteY0" fmla="*/ 314134 h 317980"/>
                <a:gd name="connsiteX1" fmla="*/ 527489 w 528258"/>
                <a:gd name="connsiteY1" fmla="*/ 206431 h 317980"/>
                <a:gd name="connsiteX2" fmla="*/ 50005 w 528258"/>
                <a:gd name="connsiteY2" fmla="*/ 3847 h 317980"/>
                <a:gd name="connsiteX3" fmla="*/ 3847 w 528258"/>
                <a:gd name="connsiteY3" fmla="*/ 112063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258" h="317980">
                  <a:moveTo>
                    <a:pt x="481330" y="314134"/>
                  </a:moveTo>
                  <a:lnTo>
                    <a:pt x="527489" y="206431"/>
                  </a:lnTo>
                  <a:lnTo>
                    <a:pt x="50005" y="3847"/>
                  </a:lnTo>
                  <a:lnTo>
                    <a:pt x="3847" y="112063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5"/>
            <p:cNvSpPr/>
            <p:nvPr/>
          </p:nvSpPr>
          <p:spPr>
            <a:xfrm>
              <a:off x="5710676" y="53795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536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868"/>
                    <a:pt x="6251" y="44716"/>
                    <a:pt x="18560" y="49845"/>
                  </a:cubicBezTo>
                  <a:cubicBezTo>
                    <a:pt x="30869" y="54973"/>
                    <a:pt x="44716" y="49332"/>
                    <a:pt x="49845" y="37023"/>
                  </a:cubicBezTo>
                  <a:cubicBezTo>
                    <a:pt x="54974" y="24714"/>
                    <a:pt x="49332" y="10866"/>
                    <a:pt x="37536" y="5738"/>
                  </a:cubicBezTo>
                  <a:cubicBezTo>
                    <a:pt x="24714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"/>
            <p:cNvSpPr/>
            <p:nvPr/>
          </p:nvSpPr>
          <p:spPr>
            <a:xfrm>
              <a:off x="5682588" y="5288883"/>
              <a:ext cx="117961" cy="128218"/>
            </a:xfrm>
            <a:custGeom>
              <a:avLst/>
              <a:gdLst>
                <a:gd name="connsiteX0" fmla="*/ 57418 w 117960"/>
                <a:gd name="connsiteY0" fmla="*/ 106654 h 128218"/>
                <a:gd name="connsiteX1" fmla="*/ 50238 w 117960"/>
                <a:gd name="connsiteY1" fmla="*/ 103577 h 128218"/>
                <a:gd name="connsiteX2" fmla="*/ 43058 w 117960"/>
                <a:gd name="connsiteY2" fmla="*/ 85113 h 128218"/>
                <a:gd name="connsiteX3" fmla="*/ 61521 w 117960"/>
                <a:gd name="connsiteY3" fmla="*/ 41519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654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654"/>
                  </a:moveTo>
                  <a:lnTo>
                    <a:pt x="50238" y="103577"/>
                  </a:lnTo>
                  <a:cubicBezTo>
                    <a:pt x="43058" y="100499"/>
                    <a:pt x="39980" y="92293"/>
                    <a:pt x="43058" y="85113"/>
                  </a:cubicBezTo>
                  <a:lnTo>
                    <a:pt x="61521" y="41519"/>
                  </a:lnTo>
                  <a:cubicBezTo>
                    <a:pt x="64598" y="34339"/>
                    <a:pt x="72804" y="31262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69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5373"/>
                    <a:pt x="63060" y="109218"/>
                    <a:pt x="57418" y="10665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7"/>
            <p:cNvSpPr/>
            <p:nvPr/>
          </p:nvSpPr>
          <p:spPr>
            <a:xfrm>
              <a:off x="5707109" y="5299422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0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6114 h 117960"/>
                <a:gd name="connsiteX6" fmla="*/ 25204 w 92316"/>
                <a:gd name="connsiteY6" fmla="*/ 93037 h 117960"/>
                <a:gd name="connsiteX7" fmla="*/ 18024 w 92316"/>
                <a:gd name="connsiteY7" fmla="*/ 74573 h 117960"/>
                <a:gd name="connsiteX8" fmla="*/ 36487 w 92316"/>
                <a:gd name="connsiteY8" fmla="*/ 30979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0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6114"/>
                  </a:cubicBezTo>
                  <a:lnTo>
                    <a:pt x="25204" y="93037"/>
                  </a:lnTo>
                  <a:cubicBezTo>
                    <a:pt x="18024" y="89960"/>
                    <a:pt x="14947" y="81754"/>
                    <a:pt x="18024" y="74573"/>
                  </a:cubicBezTo>
                  <a:lnTo>
                    <a:pt x="36487" y="30979"/>
                  </a:lnTo>
                  <a:cubicBezTo>
                    <a:pt x="39565" y="23799"/>
                    <a:pt x="47771" y="20722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8"/>
            <p:cNvSpPr/>
            <p:nvPr/>
          </p:nvSpPr>
          <p:spPr>
            <a:xfrm>
              <a:off x="5954803" y="54831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023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356"/>
                    <a:pt x="6251" y="44716"/>
                    <a:pt x="18560" y="49845"/>
                  </a:cubicBezTo>
                  <a:cubicBezTo>
                    <a:pt x="30868" y="54974"/>
                    <a:pt x="44716" y="49332"/>
                    <a:pt x="49845" y="37023"/>
                  </a:cubicBezTo>
                  <a:cubicBezTo>
                    <a:pt x="54973" y="24714"/>
                    <a:pt x="49332" y="10866"/>
                    <a:pt x="37023" y="5738"/>
                  </a:cubicBezTo>
                  <a:cubicBezTo>
                    <a:pt x="25227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9"/>
            <p:cNvSpPr/>
            <p:nvPr/>
          </p:nvSpPr>
          <p:spPr>
            <a:xfrm>
              <a:off x="5927228" y="5392996"/>
              <a:ext cx="117961" cy="128218"/>
            </a:xfrm>
            <a:custGeom>
              <a:avLst/>
              <a:gdLst>
                <a:gd name="connsiteX0" fmla="*/ 57418 w 117960"/>
                <a:gd name="connsiteY0" fmla="*/ 106141 h 128218"/>
                <a:gd name="connsiteX1" fmla="*/ 50238 w 117960"/>
                <a:gd name="connsiteY1" fmla="*/ 103064 h 128218"/>
                <a:gd name="connsiteX2" fmla="*/ 43058 w 117960"/>
                <a:gd name="connsiteY2" fmla="*/ 84600 h 128218"/>
                <a:gd name="connsiteX3" fmla="*/ 61521 w 117960"/>
                <a:gd name="connsiteY3" fmla="*/ 41006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141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141"/>
                  </a:moveTo>
                  <a:lnTo>
                    <a:pt x="50238" y="103064"/>
                  </a:lnTo>
                  <a:cubicBezTo>
                    <a:pt x="43058" y="99987"/>
                    <a:pt x="39980" y="91781"/>
                    <a:pt x="43058" y="84600"/>
                  </a:cubicBezTo>
                  <a:lnTo>
                    <a:pt x="61521" y="41006"/>
                  </a:lnTo>
                  <a:cubicBezTo>
                    <a:pt x="64598" y="33826"/>
                    <a:pt x="72804" y="30749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70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4860"/>
                    <a:pt x="63060" y="108192"/>
                    <a:pt x="57418" y="1061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30"/>
            <p:cNvSpPr/>
            <p:nvPr/>
          </p:nvSpPr>
          <p:spPr>
            <a:xfrm>
              <a:off x="5951749" y="5403023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1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5601 h 117960"/>
                <a:gd name="connsiteX6" fmla="*/ 25204 w 92316"/>
                <a:gd name="connsiteY6" fmla="*/ 92524 h 117960"/>
                <a:gd name="connsiteX7" fmla="*/ 18024 w 92316"/>
                <a:gd name="connsiteY7" fmla="*/ 74061 h 117960"/>
                <a:gd name="connsiteX8" fmla="*/ 36487 w 92316"/>
                <a:gd name="connsiteY8" fmla="*/ 30466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1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5601"/>
                  </a:cubicBezTo>
                  <a:lnTo>
                    <a:pt x="25204" y="92524"/>
                  </a:lnTo>
                  <a:cubicBezTo>
                    <a:pt x="18024" y="89447"/>
                    <a:pt x="14947" y="81241"/>
                    <a:pt x="18024" y="74061"/>
                  </a:cubicBezTo>
                  <a:lnTo>
                    <a:pt x="36487" y="30466"/>
                  </a:lnTo>
                  <a:cubicBezTo>
                    <a:pt x="39565" y="23286"/>
                    <a:pt x="47771" y="20209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592"/>
            <p:cNvSpPr/>
            <p:nvPr/>
          </p:nvSpPr>
          <p:spPr>
            <a:xfrm>
              <a:off x="5589553" y="544971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593"/>
            <p:cNvSpPr/>
            <p:nvPr/>
          </p:nvSpPr>
          <p:spPr>
            <a:xfrm>
              <a:off x="5651536" y="547682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594"/>
            <p:cNvSpPr/>
            <p:nvPr/>
          </p:nvSpPr>
          <p:spPr>
            <a:xfrm>
              <a:off x="5710955" y="5501342"/>
              <a:ext cx="71802" cy="66673"/>
            </a:xfrm>
            <a:custGeom>
              <a:avLst/>
              <a:gdLst>
                <a:gd name="connsiteX0" fmla="*/ 5043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3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595"/>
            <p:cNvSpPr/>
            <p:nvPr/>
          </p:nvSpPr>
          <p:spPr>
            <a:xfrm>
              <a:off x="5772300" y="552720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596"/>
            <p:cNvSpPr/>
            <p:nvPr/>
          </p:nvSpPr>
          <p:spPr>
            <a:xfrm>
              <a:off x="5832844" y="555318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597"/>
            <p:cNvSpPr/>
            <p:nvPr/>
          </p:nvSpPr>
          <p:spPr>
            <a:xfrm>
              <a:off x="5893630" y="5578761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598"/>
            <p:cNvSpPr/>
            <p:nvPr/>
          </p:nvSpPr>
          <p:spPr>
            <a:xfrm>
              <a:off x="5955669" y="560555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2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2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599"/>
            <p:cNvSpPr/>
            <p:nvPr/>
          </p:nvSpPr>
          <p:spPr>
            <a:xfrm>
              <a:off x="5567425" y="550554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600"/>
            <p:cNvSpPr/>
            <p:nvPr/>
          </p:nvSpPr>
          <p:spPr>
            <a:xfrm>
              <a:off x="5627307" y="5530542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601"/>
            <p:cNvSpPr/>
            <p:nvPr/>
          </p:nvSpPr>
          <p:spPr>
            <a:xfrm>
              <a:off x="5688975" y="555734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602"/>
            <p:cNvSpPr/>
            <p:nvPr/>
          </p:nvSpPr>
          <p:spPr>
            <a:xfrm>
              <a:off x="5748712" y="558216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603"/>
            <p:cNvSpPr/>
            <p:nvPr/>
          </p:nvSpPr>
          <p:spPr>
            <a:xfrm>
              <a:off x="5809942" y="560784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604"/>
            <p:cNvSpPr/>
            <p:nvPr/>
          </p:nvSpPr>
          <p:spPr>
            <a:xfrm>
              <a:off x="5870736" y="563343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605"/>
            <p:cNvSpPr/>
            <p:nvPr/>
          </p:nvSpPr>
          <p:spPr>
            <a:xfrm>
              <a:off x="5931523" y="565900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606"/>
            <p:cNvSpPr/>
            <p:nvPr/>
          </p:nvSpPr>
          <p:spPr>
            <a:xfrm>
              <a:off x="5544345" y="5560425"/>
              <a:ext cx="66673" cy="66673"/>
            </a:xfrm>
            <a:custGeom>
              <a:avLst/>
              <a:gdLst>
                <a:gd name="connsiteX0" fmla="*/ 50518 w 66673"/>
                <a:gd name="connsiteY0" fmla="*/ 63852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2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607"/>
            <p:cNvSpPr/>
            <p:nvPr/>
          </p:nvSpPr>
          <p:spPr>
            <a:xfrm>
              <a:off x="5603677" y="558498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608"/>
            <p:cNvSpPr/>
            <p:nvPr/>
          </p:nvSpPr>
          <p:spPr>
            <a:xfrm>
              <a:off x="5665896" y="5612225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609"/>
            <p:cNvSpPr/>
            <p:nvPr/>
          </p:nvSpPr>
          <p:spPr>
            <a:xfrm>
              <a:off x="5725557" y="5636802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610"/>
            <p:cNvSpPr/>
            <p:nvPr/>
          </p:nvSpPr>
          <p:spPr>
            <a:xfrm>
              <a:off x="5786529" y="566233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611"/>
            <p:cNvSpPr/>
            <p:nvPr/>
          </p:nvSpPr>
          <p:spPr>
            <a:xfrm>
              <a:off x="5847312" y="568790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612"/>
            <p:cNvSpPr/>
            <p:nvPr/>
          </p:nvSpPr>
          <p:spPr>
            <a:xfrm>
              <a:off x="5909510" y="5715312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2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2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613"/>
            <p:cNvSpPr/>
            <p:nvPr/>
          </p:nvSpPr>
          <p:spPr>
            <a:xfrm>
              <a:off x="5520134" y="561399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614"/>
            <p:cNvSpPr/>
            <p:nvPr/>
          </p:nvSpPr>
          <p:spPr>
            <a:xfrm>
              <a:off x="5580934" y="563959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615"/>
            <p:cNvSpPr/>
            <p:nvPr/>
          </p:nvSpPr>
          <p:spPr>
            <a:xfrm>
              <a:off x="5642817" y="5666589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616"/>
            <p:cNvSpPr/>
            <p:nvPr/>
          </p:nvSpPr>
          <p:spPr>
            <a:xfrm>
              <a:off x="5702365" y="5691307"/>
              <a:ext cx="71802" cy="66673"/>
            </a:xfrm>
            <a:custGeom>
              <a:avLst/>
              <a:gdLst>
                <a:gd name="connsiteX0" fmla="*/ 5041 w 71802"/>
                <a:gd name="connsiteY0" fmla="*/ 45192 h 66673"/>
                <a:gd name="connsiteX1" fmla="*/ 22026 w 71802"/>
                <a:gd name="connsiteY1" fmla="*/ 5041 h 66673"/>
                <a:gd name="connsiteX2" fmla="*/ 68789 w 71802"/>
                <a:gd name="connsiteY2" fmla="*/ 24823 h 66673"/>
                <a:gd name="connsiteX3" fmla="*/ 51804 w 71802"/>
                <a:gd name="connsiteY3" fmla="*/ 6497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1" y="45192"/>
                  </a:moveTo>
                  <a:lnTo>
                    <a:pt x="22026" y="5041"/>
                  </a:lnTo>
                  <a:lnTo>
                    <a:pt x="68789" y="24823"/>
                  </a:lnTo>
                  <a:lnTo>
                    <a:pt x="51804" y="64973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617"/>
            <p:cNvSpPr/>
            <p:nvPr/>
          </p:nvSpPr>
          <p:spPr>
            <a:xfrm>
              <a:off x="5763611" y="571701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618"/>
            <p:cNvSpPr/>
            <p:nvPr/>
          </p:nvSpPr>
          <p:spPr>
            <a:xfrm>
              <a:off x="5824418" y="574257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619"/>
            <p:cNvSpPr/>
            <p:nvPr/>
          </p:nvSpPr>
          <p:spPr>
            <a:xfrm>
              <a:off x="5885011" y="5768609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2620"/>
            <p:cNvSpPr/>
            <p:nvPr/>
          </p:nvSpPr>
          <p:spPr>
            <a:xfrm>
              <a:off x="5496744" y="566847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2621"/>
            <p:cNvSpPr/>
            <p:nvPr/>
          </p:nvSpPr>
          <p:spPr>
            <a:xfrm>
              <a:off x="5558706" y="5695310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2622"/>
            <p:cNvSpPr/>
            <p:nvPr/>
          </p:nvSpPr>
          <p:spPr>
            <a:xfrm>
              <a:off x="5618414" y="5720263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2623"/>
            <p:cNvSpPr/>
            <p:nvPr/>
          </p:nvSpPr>
          <p:spPr>
            <a:xfrm>
              <a:off x="5679203" y="574585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2624"/>
            <p:cNvSpPr/>
            <p:nvPr/>
          </p:nvSpPr>
          <p:spPr>
            <a:xfrm>
              <a:off x="5740019" y="5771431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2625"/>
            <p:cNvSpPr/>
            <p:nvPr/>
          </p:nvSpPr>
          <p:spPr>
            <a:xfrm>
              <a:off x="5801275" y="579773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2626"/>
            <p:cNvSpPr/>
            <p:nvPr/>
          </p:nvSpPr>
          <p:spPr>
            <a:xfrm>
              <a:off x="5862103" y="582328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2627"/>
            <p:cNvSpPr/>
            <p:nvPr/>
          </p:nvSpPr>
          <p:spPr>
            <a:xfrm>
              <a:off x="3224112" y="5556322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2628"/>
            <p:cNvSpPr/>
            <p:nvPr/>
          </p:nvSpPr>
          <p:spPr>
            <a:xfrm>
              <a:off x="3224112" y="5556322"/>
              <a:ext cx="35901" cy="246179"/>
            </a:xfrm>
            <a:custGeom>
              <a:avLst/>
              <a:gdLst>
                <a:gd name="connsiteX0" fmla="*/ 33593 w 35901"/>
                <a:gd name="connsiteY0" fmla="*/ 15643 h 246178"/>
                <a:gd name="connsiteX1" fmla="*/ 3847 w 35901"/>
                <a:gd name="connsiteY1" fmla="*/ 3847 h 246178"/>
                <a:gd name="connsiteX2" fmla="*/ 3847 w 35901"/>
                <a:gd name="connsiteY2" fmla="*/ 232588 h 246178"/>
                <a:gd name="connsiteX3" fmla="*/ 33593 w 35901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01" h="246178">
                  <a:moveTo>
                    <a:pt x="33593" y="15643"/>
                  </a:moveTo>
                  <a:lnTo>
                    <a:pt x="3847" y="3847"/>
                  </a:lnTo>
                  <a:lnTo>
                    <a:pt x="3847" y="232588"/>
                  </a:lnTo>
                  <a:lnTo>
                    <a:pt x="33593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2629"/>
            <p:cNvSpPr/>
            <p:nvPr/>
          </p:nvSpPr>
          <p:spPr>
            <a:xfrm>
              <a:off x="3203084" y="5568118"/>
              <a:ext cx="56416" cy="251307"/>
            </a:xfrm>
            <a:custGeom>
              <a:avLst/>
              <a:gdLst>
                <a:gd name="connsiteX0" fmla="*/ 54621 w 56415"/>
                <a:gd name="connsiteY0" fmla="*/ 232588 h 251307"/>
                <a:gd name="connsiteX1" fmla="*/ 3847 w 56415"/>
                <a:gd name="connsiteY1" fmla="*/ 248999 h 251307"/>
                <a:gd name="connsiteX2" fmla="*/ 3847 w 56415"/>
                <a:gd name="connsiteY2" fmla="*/ 20258 h 251307"/>
                <a:gd name="connsiteX3" fmla="*/ 54621 w 56415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5" h="251307">
                  <a:moveTo>
                    <a:pt x="54621" y="232588"/>
                  </a:moveTo>
                  <a:lnTo>
                    <a:pt x="3847" y="248999"/>
                  </a:lnTo>
                  <a:lnTo>
                    <a:pt x="3847" y="20258"/>
                  </a:lnTo>
                  <a:lnTo>
                    <a:pt x="54621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2630"/>
            <p:cNvSpPr/>
            <p:nvPr/>
          </p:nvSpPr>
          <p:spPr>
            <a:xfrm>
              <a:off x="3399514" y="5556322"/>
              <a:ext cx="41030" cy="246179"/>
            </a:xfrm>
            <a:custGeom>
              <a:avLst/>
              <a:gdLst>
                <a:gd name="connsiteX0" fmla="*/ 3847 w 41029"/>
                <a:gd name="connsiteY0" fmla="*/ 15643 h 246178"/>
                <a:gd name="connsiteX1" fmla="*/ 40773 w 41029"/>
                <a:gd name="connsiteY1" fmla="*/ 3847 h 246178"/>
                <a:gd name="connsiteX2" fmla="*/ 40773 w 41029"/>
                <a:gd name="connsiteY2" fmla="*/ 232588 h 246178"/>
                <a:gd name="connsiteX3" fmla="*/ 3847 w 41029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29" h="246178">
                  <a:moveTo>
                    <a:pt x="3847" y="15643"/>
                  </a:moveTo>
                  <a:lnTo>
                    <a:pt x="40773" y="3847"/>
                  </a:lnTo>
                  <a:lnTo>
                    <a:pt x="40773" y="232588"/>
                  </a:lnTo>
                  <a:lnTo>
                    <a:pt x="3847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2631"/>
            <p:cNvSpPr/>
            <p:nvPr/>
          </p:nvSpPr>
          <p:spPr>
            <a:xfrm>
              <a:off x="3399514" y="5568118"/>
              <a:ext cx="20515" cy="251307"/>
            </a:xfrm>
            <a:custGeom>
              <a:avLst/>
              <a:gdLst>
                <a:gd name="connsiteX0" fmla="*/ 3847 w 20514"/>
                <a:gd name="connsiteY0" fmla="*/ 232588 h 251307"/>
                <a:gd name="connsiteX1" fmla="*/ 19233 w 20514"/>
                <a:gd name="connsiteY1" fmla="*/ 251051 h 251307"/>
                <a:gd name="connsiteX2" fmla="*/ 18207 w 20514"/>
                <a:gd name="connsiteY2" fmla="*/ 20258 h 251307"/>
                <a:gd name="connsiteX3" fmla="*/ 3847 w 20514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4" h="251307">
                  <a:moveTo>
                    <a:pt x="3847" y="232588"/>
                  </a:moveTo>
                  <a:lnTo>
                    <a:pt x="19233" y="251051"/>
                  </a:lnTo>
                  <a:lnTo>
                    <a:pt x="18207" y="20258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2632"/>
            <p:cNvSpPr/>
            <p:nvPr/>
          </p:nvSpPr>
          <p:spPr>
            <a:xfrm>
              <a:off x="3203084" y="5584530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2633"/>
            <p:cNvSpPr/>
            <p:nvPr/>
          </p:nvSpPr>
          <p:spPr>
            <a:xfrm>
              <a:off x="3250782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2634"/>
            <p:cNvSpPr/>
            <p:nvPr/>
          </p:nvSpPr>
          <p:spPr>
            <a:xfrm>
              <a:off x="3358998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2635"/>
            <p:cNvSpPr/>
            <p:nvPr/>
          </p:nvSpPr>
          <p:spPr>
            <a:xfrm>
              <a:off x="3253859" y="5608635"/>
              <a:ext cx="123089" cy="92317"/>
            </a:xfrm>
            <a:custGeom>
              <a:avLst/>
              <a:gdLst>
                <a:gd name="connsiteX0" fmla="*/ 71546 w 123089"/>
                <a:gd name="connsiteY0" fmla="*/ 90522 h 92316"/>
                <a:gd name="connsiteX1" fmla="*/ 52569 w 123089"/>
                <a:gd name="connsiteY1" fmla="*/ 90522 h 92316"/>
                <a:gd name="connsiteX2" fmla="*/ 3847 w 123089"/>
                <a:gd name="connsiteY2" fmla="*/ 36670 h 92316"/>
                <a:gd name="connsiteX3" fmla="*/ 3847 w 123089"/>
                <a:gd name="connsiteY3" fmla="*/ 7949 h 92316"/>
                <a:gd name="connsiteX4" fmla="*/ 7950 w 123089"/>
                <a:gd name="connsiteY4" fmla="*/ 3847 h 92316"/>
                <a:gd name="connsiteX5" fmla="*/ 12052 w 123089"/>
                <a:gd name="connsiteY5" fmla="*/ 7949 h 92316"/>
                <a:gd name="connsiteX6" fmla="*/ 12052 w 123089"/>
                <a:gd name="connsiteY6" fmla="*/ 36670 h 92316"/>
                <a:gd name="connsiteX7" fmla="*/ 52569 w 123089"/>
                <a:gd name="connsiteY7" fmla="*/ 82316 h 92316"/>
                <a:gd name="connsiteX8" fmla="*/ 71546 w 123089"/>
                <a:gd name="connsiteY8" fmla="*/ 82316 h 92316"/>
                <a:gd name="connsiteX9" fmla="*/ 112063 w 123089"/>
                <a:gd name="connsiteY9" fmla="*/ 36670 h 92316"/>
                <a:gd name="connsiteX10" fmla="*/ 112063 w 123089"/>
                <a:gd name="connsiteY10" fmla="*/ 7949 h 92316"/>
                <a:gd name="connsiteX11" fmla="*/ 116166 w 123089"/>
                <a:gd name="connsiteY11" fmla="*/ 3847 h 92316"/>
                <a:gd name="connsiteX12" fmla="*/ 120268 w 123089"/>
                <a:gd name="connsiteY12" fmla="*/ 7949 h 92316"/>
                <a:gd name="connsiteX13" fmla="*/ 120268 w 123089"/>
                <a:gd name="connsiteY13" fmla="*/ 36670 h 92316"/>
                <a:gd name="connsiteX14" fmla="*/ 71546 w 123089"/>
                <a:gd name="connsiteY14" fmla="*/ 90522 h 92316"/>
                <a:gd name="connsiteX15" fmla="*/ 71546 w 123089"/>
                <a:gd name="connsiteY15" fmla="*/ 90522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92316">
                  <a:moveTo>
                    <a:pt x="71546" y="90522"/>
                  </a:moveTo>
                  <a:lnTo>
                    <a:pt x="52569" y="90522"/>
                  </a:lnTo>
                  <a:cubicBezTo>
                    <a:pt x="25387" y="90522"/>
                    <a:pt x="3847" y="66417"/>
                    <a:pt x="3847" y="36670"/>
                  </a:cubicBezTo>
                  <a:lnTo>
                    <a:pt x="3847" y="7949"/>
                  </a:lnTo>
                  <a:cubicBezTo>
                    <a:pt x="3847" y="5385"/>
                    <a:pt x="5898" y="3847"/>
                    <a:pt x="7950" y="3847"/>
                  </a:cubicBezTo>
                  <a:cubicBezTo>
                    <a:pt x="10514" y="3847"/>
                    <a:pt x="12052" y="5898"/>
                    <a:pt x="12052" y="7949"/>
                  </a:cubicBezTo>
                  <a:lnTo>
                    <a:pt x="12052" y="36670"/>
                  </a:lnTo>
                  <a:cubicBezTo>
                    <a:pt x="12052" y="61801"/>
                    <a:pt x="30003" y="82316"/>
                    <a:pt x="52569" y="82316"/>
                  </a:cubicBezTo>
                  <a:lnTo>
                    <a:pt x="71546" y="82316"/>
                  </a:lnTo>
                  <a:cubicBezTo>
                    <a:pt x="93599" y="82316"/>
                    <a:pt x="112063" y="61801"/>
                    <a:pt x="112063" y="36670"/>
                  </a:cubicBezTo>
                  <a:lnTo>
                    <a:pt x="112063" y="7949"/>
                  </a:lnTo>
                  <a:cubicBezTo>
                    <a:pt x="112063" y="5385"/>
                    <a:pt x="114114" y="3847"/>
                    <a:pt x="116166" y="3847"/>
                  </a:cubicBezTo>
                  <a:cubicBezTo>
                    <a:pt x="118730" y="3847"/>
                    <a:pt x="120268" y="5898"/>
                    <a:pt x="120268" y="7949"/>
                  </a:cubicBezTo>
                  <a:lnTo>
                    <a:pt x="120268" y="36670"/>
                  </a:lnTo>
                  <a:cubicBezTo>
                    <a:pt x="120268" y="66417"/>
                    <a:pt x="98215" y="90522"/>
                    <a:pt x="71546" y="90522"/>
                  </a:cubicBezTo>
                  <a:lnTo>
                    <a:pt x="71546" y="90522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2636"/>
            <p:cNvSpPr/>
            <p:nvPr/>
          </p:nvSpPr>
          <p:spPr>
            <a:xfrm>
              <a:off x="3271296" y="5629150"/>
              <a:ext cx="82060" cy="148733"/>
            </a:xfrm>
            <a:custGeom>
              <a:avLst/>
              <a:gdLst>
                <a:gd name="connsiteX0" fmla="*/ 33593 w 82059"/>
                <a:gd name="connsiteY0" fmla="*/ 147964 h 148732"/>
                <a:gd name="connsiteX1" fmla="*/ 33593 w 82059"/>
                <a:gd name="connsiteY1" fmla="*/ 131039 h 148732"/>
                <a:gd name="connsiteX2" fmla="*/ 3847 w 82059"/>
                <a:gd name="connsiteY2" fmla="*/ 123346 h 148732"/>
                <a:gd name="connsiteX3" fmla="*/ 8975 w 82059"/>
                <a:gd name="connsiteY3" fmla="*/ 102831 h 148732"/>
                <a:gd name="connsiteX4" fmla="*/ 38209 w 82059"/>
                <a:gd name="connsiteY4" fmla="*/ 110524 h 148732"/>
                <a:gd name="connsiteX5" fmla="*/ 55134 w 82059"/>
                <a:gd name="connsiteY5" fmla="*/ 99754 h 148732"/>
                <a:gd name="connsiteX6" fmla="*/ 36157 w 82059"/>
                <a:gd name="connsiteY6" fmla="*/ 84368 h 148732"/>
                <a:gd name="connsiteX7" fmla="*/ 4359 w 82059"/>
                <a:gd name="connsiteY7" fmla="*/ 52056 h 148732"/>
                <a:gd name="connsiteX8" fmla="*/ 34106 w 82059"/>
                <a:gd name="connsiteY8" fmla="*/ 20771 h 148732"/>
                <a:gd name="connsiteX9" fmla="*/ 34106 w 82059"/>
                <a:gd name="connsiteY9" fmla="*/ 3847 h 148732"/>
                <a:gd name="connsiteX10" fmla="*/ 51544 w 82059"/>
                <a:gd name="connsiteY10" fmla="*/ 3847 h 148732"/>
                <a:gd name="connsiteX11" fmla="*/ 51544 w 82059"/>
                <a:gd name="connsiteY11" fmla="*/ 19233 h 148732"/>
                <a:gd name="connsiteX12" fmla="*/ 77187 w 82059"/>
                <a:gd name="connsiteY12" fmla="*/ 24874 h 148732"/>
                <a:gd name="connsiteX13" fmla="*/ 72059 w 82059"/>
                <a:gd name="connsiteY13" fmla="*/ 44876 h 148732"/>
                <a:gd name="connsiteX14" fmla="*/ 46415 w 82059"/>
                <a:gd name="connsiteY14" fmla="*/ 38722 h 148732"/>
                <a:gd name="connsiteX15" fmla="*/ 31029 w 82059"/>
                <a:gd name="connsiteY15" fmla="*/ 48979 h 148732"/>
                <a:gd name="connsiteX16" fmla="*/ 52569 w 82059"/>
                <a:gd name="connsiteY16" fmla="*/ 63853 h 148732"/>
                <a:gd name="connsiteX17" fmla="*/ 81803 w 82059"/>
                <a:gd name="connsiteY17" fmla="*/ 97189 h 148732"/>
                <a:gd name="connsiteX18" fmla="*/ 50518 w 82059"/>
                <a:gd name="connsiteY18" fmla="*/ 129500 h 148732"/>
                <a:gd name="connsiteX19" fmla="*/ 50518 w 82059"/>
                <a:gd name="connsiteY19" fmla="*/ 147451 h 148732"/>
                <a:gd name="connsiteX20" fmla="*/ 33593 w 82059"/>
                <a:gd name="connsiteY20" fmla="*/ 147451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059" h="148732">
                  <a:moveTo>
                    <a:pt x="33593" y="147964"/>
                  </a:moveTo>
                  <a:lnTo>
                    <a:pt x="33593" y="131039"/>
                  </a:lnTo>
                  <a:cubicBezTo>
                    <a:pt x="21797" y="130526"/>
                    <a:pt x="10514" y="126936"/>
                    <a:pt x="3847" y="123346"/>
                  </a:cubicBezTo>
                  <a:lnTo>
                    <a:pt x="8975" y="102831"/>
                  </a:lnTo>
                  <a:cubicBezTo>
                    <a:pt x="16155" y="106934"/>
                    <a:pt x="26926" y="110524"/>
                    <a:pt x="38209" y="110524"/>
                  </a:cubicBezTo>
                  <a:cubicBezTo>
                    <a:pt x="48466" y="110524"/>
                    <a:pt x="55134" y="106421"/>
                    <a:pt x="55134" y="99754"/>
                  </a:cubicBezTo>
                  <a:cubicBezTo>
                    <a:pt x="55134" y="93086"/>
                    <a:pt x="49492" y="88983"/>
                    <a:pt x="36157" y="84368"/>
                  </a:cubicBezTo>
                  <a:cubicBezTo>
                    <a:pt x="17181" y="78213"/>
                    <a:pt x="4359" y="68981"/>
                    <a:pt x="4359" y="52056"/>
                  </a:cubicBezTo>
                  <a:cubicBezTo>
                    <a:pt x="4359" y="36157"/>
                    <a:pt x="15130" y="24361"/>
                    <a:pt x="34106" y="20771"/>
                  </a:cubicBezTo>
                  <a:lnTo>
                    <a:pt x="34106" y="3847"/>
                  </a:lnTo>
                  <a:lnTo>
                    <a:pt x="51544" y="3847"/>
                  </a:lnTo>
                  <a:lnTo>
                    <a:pt x="51544" y="19233"/>
                  </a:lnTo>
                  <a:cubicBezTo>
                    <a:pt x="63340" y="19746"/>
                    <a:pt x="71033" y="22310"/>
                    <a:pt x="77187" y="24874"/>
                  </a:cubicBezTo>
                  <a:lnTo>
                    <a:pt x="72059" y="44876"/>
                  </a:lnTo>
                  <a:cubicBezTo>
                    <a:pt x="67443" y="42825"/>
                    <a:pt x="59237" y="38722"/>
                    <a:pt x="46415" y="38722"/>
                  </a:cubicBezTo>
                  <a:cubicBezTo>
                    <a:pt x="35132" y="38722"/>
                    <a:pt x="31029" y="43851"/>
                    <a:pt x="31029" y="48979"/>
                  </a:cubicBezTo>
                  <a:cubicBezTo>
                    <a:pt x="31029" y="54621"/>
                    <a:pt x="37183" y="58724"/>
                    <a:pt x="52569" y="63853"/>
                  </a:cubicBezTo>
                  <a:cubicBezTo>
                    <a:pt x="73597" y="71033"/>
                    <a:pt x="81803" y="80777"/>
                    <a:pt x="81803" y="97189"/>
                  </a:cubicBezTo>
                  <a:cubicBezTo>
                    <a:pt x="81803" y="113088"/>
                    <a:pt x="71033" y="126423"/>
                    <a:pt x="50518" y="129500"/>
                  </a:cubicBezTo>
                  <a:lnTo>
                    <a:pt x="50518" y="147451"/>
                  </a:lnTo>
                  <a:lnTo>
                    <a:pt x="33593" y="147451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2637"/>
            <p:cNvSpPr/>
            <p:nvPr/>
          </p:nvSpPr>
          <p:spPr>
            <a:xfrm>
              <a:off x="3315403" y="5489136"/>
              <a:ext cx="46158" cy="82060"/>
            </a:xfrm>
            <a:custGeom>
              <a:avLst/>
              <a:gdLst>
                <a:gd name="connsiteX0" fmla="*/ 20258 w 46158"/>
                <a:gd name="connsiteY0" fmla="*/ 82316 h 82059"/>
                <a:gd name="connsiteX1" fmla="*/ 20258 w 46158"/>
                <a:gd name="connsiteY1" fmla="*/ 73084 h 82059"/>
                <a:gd name="connsiteX2" fmla="*/ 3847 w 46158"/>
                <a:gd name="connsiteY2" fmla="*/ 68981 h 82059"/>
                <a:gd name="connsiteX3" fmla="*/ 6924 w 46158"/>
                <a:gd name="connsiteY3" fmla="*/ 57698 h 82059"/>
                <a:gd name="connsiteX4" fmla="*/ 22823 w 46158"/>
                <a:gd name="connsiteY4" fmla="*/ 61801 h 82059"/>
                <a:gd name="connsiteX5" fmla="*/ 32055 w 46158"/>
                <a:gd name="connsiteY5" fmla="*/ 55647 h 82059"/>
                <a:gd name="connsiteX6" fmla="*/ 21797 w 46158"/>
                <a:gd name="connsiteY6" fmla="*/ 47441 h 82059"/>
                <a:gd name="connsiteX7" fmla="*/ 4359 w 46158"/>
                <a:gd name="connsiteY7" fmla="*/ 30003 h 82059"/>
                <a:gd name="connsiteX8" fmla="*/ 20771 w 46158"/>
                <a:gd name="connsiteY8" fmla="*/ 13078 h 82059"/>
                <a:gd name="connsiteX9" fmla="*/ 20771 w 46158"/>
                <a:gd name="connsiteY9" fmla="*/ 3847 h 82059"/>
                <a:gd name="connsiteX10" fmla="*/ 30003 w 46158"/>
                <a:gd name="connsiteY10" fmla="*/ 3847 h 82059"/>
                <a:gd name="connsiteX11" fmla="*/ 30003 w 46158"/>
                <a:gd name="connsiteY11" fmla="*/ 12565 h 82059"/>
                <a:gd name="connsiteX12" fmla="*/ 43851 w 46158"/>
                <a:gd name="connsiteY12" fmla="*/ 15643 h 82059"/>
                <a:gd name="connsiteX13" fmla="*/ 40773 w 46158"/>
                <a:gd name="connsiteY13" fmla="*/ 26413 h 82059"/>
                <a:gd name="connsiteX14" fmla="*/ 26926 w 46158"/>
                <a:gd name="connsiteY14" fmla="*/ 22823 h 82059"/>
                <a:gd name="connsiteX15" fmla="*/ 18720 w 46158"/>
                <a:gd name="connsiteY15" fmla="*/ 28464 h 82059"/>
                <a:gd name="connsiteX16" fmla="*/ 30516 w 46158"/>
                <a:gd name="connsiteY16" fmla="*/ 36670 h 82059"/>
                <a:gd name="connsiteX17" fmla="*/ 46415 w 46158"/>
                <a:gd name="connsiteY17" fmla="*/ 54621 h 82059"/>
                <a:gd name="connsiteX18" fmla="*/ 29490 w 46158"/>
                <a:gd name="connsiteY18" fmla="*/ 72571 h 82059"/>
                <a:gd name="connsiteX19" fmla="*/ 29490 w 46158"/>
                <a:gd name="connsiteY19" fmla="*/ 82316 h 82059"/>
                <a:gd name="connsiteX20" fmla="*/ 20258 w 46158"/>
                <a:gd name="connsiteY20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158" h="82059">
                  <a:moveTo>
                    <a:pt x="20258" y="82316"/>
                  </a:moveTo>
                  <a:lnTo>
                    <a:pt x="20258" y="73084"/>
                  </a:lnTo>
                  <a:cubicBezTo>
                    <a:pt x="13591" y="72571"/>
                    <a:pt x="7437" y="71033"/>
                    <a:pt x="3847" y="68981"/>
                  </a:cubicBezTo>
                  <a:lnTo>
                    <a:pt x="6924" y="57698"/>
                  </a:lnTo>
                  <a:cubicBezTo>
                    <a:pt x="11027" y="59750"/>
                    <a:pt x="16668" y="61801"/>
                    <a:pt x="22823" y="61801"/>
                  </a:cubicBezTo>
                  <a:cubicBezTo>
                    <a:pt x="28464" y="61801"/>
                    <a:pt x="32055" y="59750"/>
                    <a:pt x="32055" y="55647"/>
                  </a:cubicBezTo>
                  <a:cubicBezTo>
                    <a:pt x="32055" y="52056"/>
                    <a:pt x="28977" y="49492"/>
                    <a:pt x="21797" y="47441"/>
                  </a:cubicBezTo>
                  <a:cubicBezTo>
                    <a:pt x="11540" y="43851"/>
                    <a:pt x="4359" y="39235"/>
                    <a:pt x="4359" y="30003"/>
                  </a:cubicBezTo>
                  <a:cubicBezTo>
                    <a:pt x="4359" y="21284"/>
                    <a:pt x="10514" y="14617"/>
                    <a:pt x="20771" y="13078"/>
                  </a:cubicBezTo>
                  <a:lnTo>
                    <a:pt x="20771" y="3847"/>
                  </a:lnTo>
                  <a:lnTo>
                    <a:pt x="30003" y="3847"/>
                  </a:lnTo>
                  <a:lnTo>
                    <a:pt x="30003" y="12565"/>
                  </a:lnTo>
                  <a:cubicBezTo>
                    <a:pt x="36157" y="12565"/>
                    <a:pt x="40773" y="14104"/>
                    <a:pt x="43851" y="15643"/>
                  </a:cubicBezTo>
                  <a:lnTo>
                    <a:pt x="40773" y="26413"/>
                  </a:lnTo>
                  <a:cubicBezTo>
                    <a:pt x="38209" y="25387"/>
                    <a:pt x="34106" y="22823"/>
                    <a:pt x="26926" y="22823"/>
                  </a:cubicBezTo>
                  <a:cubicBezTo>
                    <a:pt x="20771" y="22823"/>
                    <a:pt x="18720" y="25900"/>
                    <a:pt x="18720" y="28464"/>
                  </a:cubicBezTo>
                  <a:cubicBezTo>
                    <a:pt x="18720" y="31542"/>
                    <a:pt x="22310" y="33593"/>
                    <a:pt x="30516" y="36670"/>
                  </a:cubicBezTo>
                  <a:cubicBezTo>
                    <a:pt x="41799" y="40773"/>
                    <a:pt x="46415" y="45902"/>
                    <a:pt x="46415" y="54621"/>
                  </a:cubicBezTo>
                  <a:cubicBezTo>
                    <a:pt x="46415" y="63340"/>
                    <a:pt x="40260" y="70520"/>
                    <a:pt x="29490" y="72571"/>
                  </a:cubicBezTo>
                  <a:lnTo>
                    <a:pt x="29490" y="82316"/>
                  </a:lnTo>
                  <a:lnTo>
                    <a:pt x="20258" y="82316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2638"/>
            <p:cNvSpPr/>
            <p:nvPr/>
          </p:nvSpPr>
          <p:spPr>
            <a:xfrm>
              <a:off x="3279502" y="5464005"/>
              <a:ext cx="30772" cy="51287"/>
            </a:xfrm>
            <a:custGeom>
              <a:avLst/>
              <a:gdLst>
                <a:gd name="connsiteX0" fmla="*/ 13078 w 30772"/>
                <a:gd name="connsiteY0" fmla="*/ 47954 h 51287"/>
                <a:gd name="connsiteX1" fmla="*/ 13078 w 30772"/>
                <a:gd name="connsiteY1" fmla="*/ 42825 h 51287"/>
                <a:gd name="connsiteX2" fmla="*/ 3847 w 30772"/>
                <a:gd name="connsiteY2" fmla="*/ 40260 h 51287"/>
                <a:gd name="connsiteX3" fmla="*/ 5385 w 30772"/>
                <a:gd name="connsiteY3" fmla="*/ 34106 h 51287"/>
                <a:gd name="connsiteX4" fmla="*/ 14617 w 30772"/>
                <a:gd name="connsiteY4" fmla="*/ 36670 h 51287"/>
                <a:gd name="connsiteX5" fmla="*/ 19746 w 30772"/>
                <a:gd name="connsiteY5" fmla="*/ 33080 h 51287"/>
                <a:gd name="connsiteX6" fmla="*/ 14104 w 30772"/>
                <a:gd name="connsiteY6" fmla="*/ 28464 h 51287"/>
                <a:gd name="connsiteX7" fmla="*/ 4359 w 30772"/>
                <a:gd name="connsiteY7" fmla="*/ 18720 h 51287"/>
                <a:gd name="connsiteX8" fmla="*/ 13591 w 30772"/>
                <a:gd name="connsiteY8" fmla="*/ 8975 h 51287"/>
                <a:gd name="connsiteX9" fmla="*/ 13591 w 30772"/>
                <a:gd name="connsiteY9" fmla="*/ 3847 h 51287"/>
                <a:gd name="connsiteX10" fmla="*/ 18720 w 30772"/>
                <a:gd name="connsiteY10" fmla="*/ 3847 h 51287"/>
                <a:gd name="connsiteX11" fmla="*/ 18720 w 30772"/>
                <a:gd name="connsiteY11" fmla="*/ 8463 h 51287"/>
                <a:gd name="connsiteX12" fmla="*/ 26926 w 30772"/>
                <a:gd name="connsiteY12" fmla="*/ 10001 h 51287"/>
                <a:gd name="connsiteX13" fmla="*/ 25387 w 30772"/>
                <a:gd name="connsiteY13" fmla="*/ 16156 h 51287"/>
                <a:gd name="connsiteX14" fmla="*/ 17694 w 30772"/>
                <a:gd name="connsiteY14" fmla="*/ 14104 h 51287"/>
                <a:gd name="connsiteX15" fmla="*/ 13078 w 30772"/>
                <a:gd name="connsiteY15" fmla="*/ 17181 h 51287"/>
                <a:gd name="connsiteX16" fmla="*/ 19746 w 30772"/>
                <a:gd name="connsiteY16" fmla="*/ 21797 h 51287"/>
                <a:gd name="connsiteX17" fmla="*/ 28977 w 30772"/>
                <a:gd name="connsiteY17" fmla="*/ 32055 h 51287"/>
                <a:gd name="connsiteX18" fmla="*/ 19233 w 30772"/>
                <a:gd name="connsiteY18" fmla="*/ 42312 h 51287"/>
                <a:gd name="connsiteX19" fmla="*/ 19233 w 30772"/>
                <a:gd name="connsiteY19" fmla="*/ 47954 h 51287"/>
                <a:gd name="connsiteX20" fmla="*/ 13078 w 30772"/>
                <a:gd name="connsiteY20" fmla="*/ 47954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2" h="51287">
                  <a:moveTo>
                    <a:pt x="13078" y="47954"/>
                  </a:moveTo>
                  <a:lnTo>
                    <a:pt x="13078" y="42825"/>
                  </a:lnTo>
                  <a:cubicBezTo>
                    <a:pt x="9488" y="42825"/>
                    <a:pt x="5898" y="41799"/>
                    <a:pt x="3847" y="40260"/>
                  </a:cubicBezTo>
                  <a:lnTo>
                    <a:pt x="5385" y="34106"/>
                  </a:lnTo>
                  <a:cubicBezTo>
                    <a:pt x="7437" y="35645"/>
                    <a:pt x="11027" y="36670"/>
                    <a:pt x="14617" y="36670"/>
                  </a:cubicBezTo>
                  <a:cubicBezTo>
                    <a:pt x="17694" y="36670"/>
                    <a:pt x="19746" y="35132"/>
                    <a:pt x="19746" y="33080"/>
                  </a:cubicBezTo>
                  <a:cubicBezTo>
                    <a:pt x="19746" y="31029"/>
                    <a:pt x="18207" y="29490"/>
                    <a:pt x="14104" y="28464"/>
                  </a:cubicBezTo>
                  <a:cubicBezTo>
                    <a:pt x="8462" y="26413"/>
                    <a:pt x="4359" y="23849"/>
                    <a:pt x="4359" y="18720"/>
                  </a:cubicBezTo>
                  <a:cubicBezTo>
                    <a:pt x="4359" y="14104"/>
                    <a:pt x="7950" y="10001"/>
                    <a:pt x="13591" y="8975"/>
                  </a:cubicBezTo>
                  <a:lnTo>
                    <a:pt x="13591" y="3847"/>
                  </a:lnTo>
                  <a:lnTo>
                    <a:pt x="18720" y="3847"/>
                  </a:lnTo>
                  <a:lnTo>
                    <a:pt x="18720" y="8463"/>
                  </a:lnTo>
                  <a:cubicBezTo>
                    <a:pt x="22310" y="8463"/>
                    <a:pt x="24874" y="9488"/>
                    <a:pt x="26926" y="10001"/>
                  </a:cubicBezTo>
                  <a:lnTo>
                    <a:pt x="25387" y="16156"/>
                  </a:lnTo>
                  <a:cubicBezTo>
                    <a:pt x="23849" y="15643"/>
                    <a:pt x="21284" y="14104"/>
                    <a:pt x="17694" y="14104"/>
                  </a:cubicBezTo>
                  <a:cubicBezTo>
                    <a:pt x="14104" y="14104"/>
                    <a:pt x="13078" y="15643"/>
                    <a:pt x="13078" y="17181"/>
                  </a:cubicBezTo>
                  <a:cubicBezTo>
                    <a:pt x="13078" y="18720"/>
                    <a:pt x="15130" y="20259"/>
                    <a:pt x="19746" y="21797"/>
                  </a:cubicBezTo>
                  <a:cubicBezTo>
                    <a:pt x="26413" y="23849"/>
                    <a:pt x="28977" y="26926"/>
                    <a:pt x="28977" y="32055"/>
                  </a:cubicBezTo>
                  <a:cubicBezTo>
                    <a:pt x="28977" y="36670"/>
                    <a:pt x="25387" y="41286"/>
                    <a:pt x="19233" y="42312"/>
                  </a:cubicBezTo>
                  <a:lnTo>
                    <a:pt x="19233" y="47954"/>
                  </a:lnTo>
                  <a:lnTo>
                    <a:pt x="13078" y="47954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2639"/>
            <p:cNvSpPr/>
            <p:nvPr/>
          </p:nvSpPr>
          <p:spPr>
            <a:xfrm>
              <a:off x="3253859" y="5608635"/>
              <a:ext cx="123089" cy="82060"/>
            </a:xfrm>
            <a:custGeom>
              <a:avLst/>
              <a:gdLst>
                <a:gd name="connsiteX0" fmla="*/ 71546 w 123089"/>
                <a:gd name="connsiteY0" fmla="*/ 82316 h 82059"/>
                <a:gd name="connsiteX1" fmla="*/ 52569 w 123089"/>
                <a:gd name="connsiteY1" fmla="*/ 82316 h 82059"/>
                <a:gd name="connsiteX2" fmla="*/ 3847 w 123089"/>
                <a:gd name="connsiteY2" fmla="*/ 33593 h 82059"/>
                <a:gd name="connsiteX3" fmla="*/ 3847 w 123089"/>
                <a:gd name="connsiteY3" fmla="*/ 7949 h 82059"/>
                <a:gd name="connsiteX4" fmla="*/ 7950 w 123089"/>
                <a:gd name="connsiteY4" fmla="*/ 3847 h 82059"/>
                <a:gd name="connsiteX5" fmla="*/ 12052 w 123089"/>
                <a:gd name="connsiteY5" fmla="*/ 7949 h 82059"/>
                <a:gd name="connsiteX6" fmla="*/ 12052 w 123089"/>
                <a:gd name="connsiteY6" fmla="*/ 33593 h 82059"/>
                <a:gd name="connsiteX7" fmla="*/ 52569 w 123089"/>
                <a:gd name="connsiteY7" fmla="*/ 74110 h 82059"/>
                <a:gd name="connsiteX8" fmla="*/ 71546 w 123089"/>
                <a:gd name="connsiteY8" fmla="*/ 74110 h 82059"/>
                <a:gd name="connsiteX9" fmla="*/ 112063 w 123089"/>
                <a:gd name="connsiteY9" fmla="*/ 33593 h 82059"/>
                <a:gd name="connsiteX10" fmla="*/ 112063 w 123089"/>
                <a:gd name="connsiteY10" fmla="*/ 7949 h 82059"/>
                <a:gd name="connsiteX11" fmla="*/ 116166 w 123089"/>
                <a:gd name="connsiteY11" fmla="*/ 3847 h 82059"/>
                <a:gd name="connsiteX12" fmla="*/ 120268 w 123089"/>
                <a:gd name="connsiteY12" fmla="*/ 7949 h 82059"/>
                <a:gd name="connsiteX13" fmla="*/ 120268 w 123089"/>
                <a:gd name="connsiteY13" fmla="*/ 33593 h 82059"/>
                <a:gd name="connsiteX14" fmla="*/ 71546 w 123089"/>
                <a:gd name="connsiteY14" fmla="*/ 82316 h 82059"/>
                <a:gd name="connsiteX15" fmla="*/ 71546 w 123089"/>
                <a:gd name="connsiteY15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82059">
                  <a:moveTo>
                    <a:pt x="71546" y="82316"/>
                  </a:moveTo>
                  <a:lnTo>
                    <a:pt x="52569" y="82316"/>
                  </a:lnTo>
                  <a:cubicBezTo>
                    <a:pt x="25900" y="82316"/>
                    <a:pt x="3847" y="60775"/>
                    <a:pt x="3847" y="33593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33593"/>
                  </a:lnTo>
                  <a:cubicBezTo>
                    <a:pt x="12052" y="56160"/>
                    <a:pt x="30003" y="74110"/>
                    <a:pt x="52569" y="74110"/>
                  </a:cubicBezTo>
                  <a:lnTo>
                    <a:pt x="71546" y="74110"/>
                  </a:lnTo>
                  <a:cubicBezTo>
                    <a:pt x="94112" y="74110"/>
                    <a:pt x="112063" y="56160"/>
                    <a:pt x="112063" y="33593"/>
                  </a:cubicBezTo>
                  <a:lnTo>
                    <a:pt x="112063" y="7949"/>
                  </a:lnTo>
                  <a:cubicBezTo>
                    <a:pt x="112063" y="5898"/>
                    <a:pt x="114114" y="3847"/>
                    <a:pt x="116166" y="3847"/>
                  </a:cubicBezTo>
                  <a:cubicBezTo>
                    <a:pt x="118217" y="3847"/>
                    <a:pt x="120268" y="5898"/>
                    <a:pt x="120268" y="7949"/>
                  </a:cubicBezTo>
                  <a:lnTo>
                    <a:pt x="120268" y="33593"/>
                  </a:lnTo>
                  <a:cubicBezTo>
                    <a:pt x="120268" y="60262"/>
                    <a:pt x="98215" y="82316"/>
                    <a:pt x="71546" y="82316"/>
                  </a:cubicBezTo>
                  <a:lnTo>
                    <a:pt x="71546" y="8231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2640"/>
            <p:cNvSpPr/>
            <p:nvPr/>
          </p:nvSpPr>
          <p:spPr>
            <a:xfrm>
              <a:off x="4506805" y="5634278"/>
              <a:ext cx="353882" cy="353882"/>
            </a:xfrm>
            <a:custGeom>
              <a:avLst/>
              <a:gdLst>
                <a:gd name="connsiteX0" fmla="*/ 354651 w 353881"/>
                <a:gd name="connsiteY0" fmla="*/ 179249 h 353881"/>
                <a:gd name="connsiteX1" fmla="*/ 179249 w 353881"/>
                <a:gd name="connsiteY1" fmla="*/ 354651 h 353881"/>
                <a:gd name="connsiteX2" fmla="*/ 3847 w 353881"/>
                <a:gd name="connsiteY2" fmla="*/ 179249 h 353881"/>
                <a:gd name="connsiteX3" fmla="*/ 179249 w 353881"/>
                <a:gd name="connsiteY3" fmla="*/ 3847 h 353881"/>
                <a:gd name="connsiteX4" fmla="*/ 354651 w 353881"/>
                <a:gd name="connsiteY4" fmla="*/ 179249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353881">
                  <a:moveTo>
                    <a:pt x="354651" y="179249"/>
                  </a:moveTo>
                  <a:cubicBezTo>
                    <a:pt x="354651" y="276182"/>
                    <a:pt x="276182" y="354651"/>
                    <a:pt x="179249" y="354651"/>
                  </a:cubicBezTo>
                  <a:cubicBezTo>
                    <a:pt x="82316" y="354651"/>
                    <a:pt x="3847" y="276182"/>
                    <a:pt x="3847" y="179249"/>
                  </a:cubicBezTo>
                  <a:cubicBezTo>
                    <a:pt x="3847" y="82316"/>
                    <a:pt x="82316" y="3847"/>
                    <a:pt x="179249" y="3847"/>
                  </a:cubicBezTo>
                  <a:cubicBezTo>
                    <a:pt x="276182" y="3847"/>
                    <a:pt x="354651" y="82316"/>
                    <a:pt x="354651" y="1792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2641"/>
            <p:cNvSpPr/>
            <p:nvPr/>
          </p:nvSpPr>
          <p:spPr>
            <a:xfrm>
              <a:off x="4682207" y="5634278"/>
              <a:ext cx="179505" cy="353882"/>
            </a:xfrm>
            <a:custGeom>
              <a:avLst/>
              <a:gdLst>
                <a:gd name="connsiteX0" fmla="*/ 3847 w 179505"/>
                <a:gd name="connsiteY0" fmla="*/ 3847 h 353881"/>
                <a:gd name="connsiteX1" fmla="*/ 179249 w 179505"/>
                <a:gd name="connsiteY1" fmla="*/ 179249 h 353881"/>
                <a:gd name="connsiteX2" fmla="*/ 3847 w 179505"/>
                <a:gd name="connsiteY2" fmla="*/ 354651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9505" h="353881">
                  <a:moveTo>
                    <a:pt x="3847" y="3847"/>
                  </a:moveTo>
                  <a:cubicBezTo>
                    <a:pt x="100779" y="3847"/>
                    <a:pt x="179249" y="82316"/>
                    <a:pt x="179249" y="179249"/>
                  </a:cubicBezTo>
                  <a:cubicBezTo>
                    <a:pt x="179249" y="276182"/>
                    <a:pt x="100779" y="354651"/>
                    <a:pt x="3847" y="354651"/>
                  </a:cubicBezTo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2642"/>
            <p:cNvSpPr/>
            <p:nvPr/>
          </p:nvSpPr>
          <p:spPr>
            <a:xfrm>
              <a:off x="4545783" y="5673257"/>
              <a:ext cx="276951" cy="276951"/>
            </a:xfrm>
            <a:custGeom>
              <a:avLst/>
              <a:gdLst>
                <a:gd name="connsiteX0" fmla="*/ 276695 w 276950"/>
                <a:gd name="connsiteY0" fmla="*/ 140271 h 276950"/>
                <a:gd name="connsiteX1" fmla="*/ 140271 w 276950"/>
                <a:gd name="connsiteY1" fmla="*/ 276694 h 276950"/>
                <a:gd name="connsiteX2" fmla="*/ 3847 w 276950"/>
                <a:gd name="connsiteY2" fmla="*/ 140271 h 276950"/>
                <a:gd name="connsiteX3" fmla="*/ 140271 w 276950"/>
                <a:gd name="connsiteY3" fmla="*/ 3847 h 276950"/>
                <a:gd name="connsiteX4" fmla="*/ 276695 w 276950"/>
                <a:gd name="connsiteY4" fmla="*/ 140271 h 27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50" h="276950">
                  <a:moveTo>
                    <a:pt x="276695" y="140271"/>
                  </a:moveTo>
                  <a:cubicBezTo>
                    <a:pt x="276695" y="215663"/>
                    <a:pt x="215663" y="276694"/>
                    <a:pt x="140271" y="276694"/>
                  </a:cubicBezTo>
                  <a:cubicBezTo>
                    <a:pt x="64878" y="276694"/>
                    <a:pt x="3847" y="215663"/>
                    <a:pt x="3847" y="140271"/>
                  </a:cubicBezTo>
                  <a:cubicBezTo>
                    <a:pt x="3847" y="64878"/>
                    <a:pt x="64878" y="3847"/>
                    <a:pt x="140271" y="3847"/>
                  </a:cubicBezTo>
                  <a:cubicBezTo>
                    <a:pt x="215663" y="3847"/>
                    <a:pt x="276695" y="64878"/>
                    <a:pt x="276695" y="1402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2643"/>
            <p:cNvSpPr/>
            <p:nvPr/>
          </p:nvSpPr>
          <p:spPr>
            <a:xfrm>
              <a:off x="4546296" y="5673257"/>
              <a:ext cx="225664" cy="261565"/>
            </a:xfrm>
            <a:custGeom>
              <a:avLst/>
              <a:gdLst>
                <a:gd name="connsiteX0" fmla="*/ 18207 w 225663"/>
                <a:gd name="connsiteY0" fmla="*/ 150015 h 261564"/>
                <a:gd name="connsiteX1" fmla="*/ 154631 w 225663"/>
                <a:gd name="connsiteY1" fmla="*/ 13591 h 261564"/>
                <a:gd name="connsiteX2" fmla="*/ 222843 w 225663"/>
                <a:gd name="connsiteY2" fmla="*/ 32055 h 261564"/>
                <a:gd name="connsiteX3" fmla="*/ 140271 w 225663"/>
                <a:gd name="connsiteY3" fmla="*/ 3847 h 261564"/>
                <a:gd name="connsiteX4" fmla="*/ 3847 w 225663"/>
                <a:gd name="connsiteY4" fmla="*/ 140271 h 261564"/>
                <a:gd name="connsiteX5" fmla="*/ 72059 w 225663"/>
                <a:gd name="connsiteY5" fmla="*/ 258231 h 261564"/>
                <a:gd name="connsiteX6" fmla="*/ 18207 w 225663"/>
                <a:gd name="connsiteY6" fmla="*/ 150015 h 26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663" h="261564">
                  <a:moveTo>
                    <a:pt x="18207" y="150015"/>
                  </a:moveTo>
                  <a:cubicBezTo>
                    <a:pt x="18207" y="74623"/>
                    <a:pt x="79239" y="13591"/>
                    <a:pt x="154631" y="13591"/>
                  </a:cubicBezTo>
                  <a:cubicBezTo>
                    <a:pt x="179249" y="13591"/>
                    <a:pt x="202841" y="20258"/>
                    <a:pt x="222843" y="32055"/>
                  </a:cubicBezTo>
                  <a:cubicBezTo>
                    <a:pt x="199764" y="14617"/>
                    <a:pt x="171043" y="3847"/>
                    <a:pt x="140271" y="3847"/>
                  </a:cubicBezTo>
                  <a:cubicBezTo>
                    <a:pt x="64878" y="3847"/>
                    <a:pt x="3847" y="64878"/>
                    <a:pt x="3847" y="140271"/>
                  </a:cubicBezTo>
                  <a:cubicBezTo>
                    <a:pt x="3847" y="190532"/>
                    <a:pt x="31542" y="234639"/>
                    <a:pt x="72059" y="258231"/>
                  </a:cubicBezTo>
                  <a:cubicBezTo>
                    <a:pt x="39235" y="233100"/>
                    <a:pt x="18207" y="194122"/>
                    <a:pt x="18207" y="150015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2644"/>
            <p:cNvSpPr/>
            <p:nvPr/>
          </p:nvSpPr>
          <p:spPr>
            <a:xfrm>
              <a:off x="4658615" y="5785558"/>
              <a:ext cx="51287" cy="51287"/>
            </a:xfrm>
            <a:custGeom>
              <a:avLst/>
              <a:gdLst>
                <a:gd name="connsiteX0" fmla="*/ 52057 w 51287"/>
                <a:gd name="connsiteY0" fmla="*/ 27969 h 51287"/>
                <a:gd name="connsiteX1" fmla="*/ 27952 w 51287"/>
                <a:gd name="connsiteY1" fmla="*/ 52074 h 51287"/>
                <a:gd name="connsiteX2" fmla="*/ 3847 w 51287"/>
                <a:gd name="connsiteY2" fmla="*/ 27969 h 51287"/>
                <a:gd name="connsiteX3" fmla="*/ 27952 w 51287"/>
                <a:gd name="connsiteY3" fmla="*/ 3864 h 51287"/>
                <a:gd name="connsiteX4" fmla="*/ 52057 w 51287"/>
                <a:gd name="connsiteY4" fmla="*/ 27969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2057" y="27969"/>
                  </a:moveTo>
                  <a:cubicBezTo>
                    <a:pt x="52057" y="41304"/>
                    <a:pt x="41286" y="52074"/>
                    <a:pt x="27952" y="52074"/>
                  </a:cubicBezTo>
                  <a:cubicBezTo>
                    <a:pt x="14617" y="52074"/>
                    <a:pt x="3847" y="41304"/>
                    <a:pt x="3847" y="27969"/>
                  </a:cubicBezTo>
                  <a:cubicBezTo>
                    <a:pt x="3847" y="14634"/>
                    <a:pt x="14617" y="3864"/>
                    <a:pt x="27952" y="3864"/>
                  </a:cubicBezTo>
                  <a:cubicBezTo>
                    <a:pt x="40773" y="3351"/>
                    <a:pt x="52057" y="14122"/>
                    <a:pt x="52057" y="27969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2645"/>
            <p:cNvSpPr/>
            <p:nvPr/>
          </p:nvSpPr>
          <p:spPr>
            <a:xfrm>
              <a:off x="4738286" y="57006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4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4" y="4696"/>
                  </a:lnTo>
                  <a:cubicBezTo>
                    <a:pt x="8287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2646"/>
            <p:cNvSpPr/>
            <p:nvPr/>
          </p:nvSpPr>
          <p:spPr>
            <a:xfrm>
              <a:off x="4618787" y="59078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3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3" y="4696"/>
                  </a:lnTo>
                  <a:cubicBezTo>
                    <a:pt x="8286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2647"/>
            <p:cNvSpPr/>
            <p:nvPr/>
          </p:nvSpPr>
          <p:spPr>
            <a:xfrm>
              <a:off x="4780855" y="5865760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7" y="11364"/>
                    <a:pt x="11877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0851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2648"/>
            <p:cNvSpPr/>
            <p:nvPr/>
          </p:nvSpPr>
          <p:spPr>
            <a:xfrm>
              <a:off x="4573655" y="5745748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6" y="11364"/>
                    <a:pt x="11876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1364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2649"/>
            <p:cNvSpPr/>
            <p:nvPr/>
          </p:nvSpPr>
          <p:spPr>
            <a:xfrm>
              <a:off x="4618912" y="5700739"/>
              <a:ext cx="10257" cy="15386"/>
            </a:xfrm>
            <a:custGeom>
              <a:avLst/>
              <a:gdLst>
                <a:gd name="connsiteX0" fmla="*/ 9188 w 10257"/>
                <a:gd name="connsiteY0" fmla="*/ 14316 h 15386"/>
                <a:gd name="connsiteX1" fmla="*/ 7649 w 10257"/>
                <a:gd name="connsiteY1" fmla="*/ 13291 h 15386"/>
                <a:gd name="connsiteX2" fmla="*/ 4059 w 10257"/>
                <a:gd name="connsiteY2" fmla="*/ 6623 h 15386"/>
                <a:gd name="connsiteX3" fmla="*/ 4572 w 10257"/>
                <a:gd name="connsiteY3" fmla="*/ 4059 h 15386"/>
                <a:gd name="connsiteX4" fmla="*/ 7136 w 10257"/>
                <a:gd name="connsiteY4" fmla="*/ 4572 h 15386"/>
                <a:gd name="connsiteX5" fmla="*/ 10726 w 10257"/>
                <a:gd name="connsiteY5" fmla="*/ 11239 h 15386"/>
                <a:gd name="connsiteX6" fmla="*/ 10213 w 10257"/>
                <a:gd name="connsiteY6" fmla="*/ 13804 h 15386"/>
                <a:gd name="connsiteX7" fmla="*/ 9188 w 10257"/>
                <a:gd name="connsiteY7" fmla="*/ 14316 h 15386"/>
                <a:gd name="connsiteX8" fmla="*/ 9188 w 10257"/>
                <a:gd name="connsiteY8" fmla="*/ 1431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316"/>
                  </a:moveTo>
                  <a:cubicBezTo>
                    <a:pt x="8675" y="14316"/>
                    <a:pt x="7649" y="13804"/>
                    <a:pt x="7649" y="13291"/>
                  </a:cubicBezTo>
                  <a:lnTo>
                    <a:pt x="4059" y="6623"/>
                  </a:lnTo>
                  <a:cubicBezTo>
                    <a:pt x="3546" y="5598"/>
                    <a:pt x="4059" y="4572"/>
                    <a:pt x="4572" y="4059"/>
                  </a:cubicBezTo>
                  <a:cubicBezTo>
                    <a:pt x="5598" y="3546"/>
                    <a:pt x="6623" y="4059"/>
                    <a:pt x="7136" y="4572"/>
                  </a:cubicBezTo>
                  <a:lnTo>
                    <a:pt x="10726" y="11239"/>
                  </a:lnTo>
                  <a:cubicBezTo>
                    <a:pt x="11239" y="12265"/>
                    <a:pt x="10726" y="13291"/>
                    <a:pt x="10213" y="13804"/>
                  </a:cubicBezTo>
                  <a:cubicBezTo>
                    <a:pt x="10213" y="14316"/>
                    <a:pt x="9701" y="14316"/>
                    <a:pt x="9188" y="14316"/>
                  </a:cubicBezTo>
                  <a:lnTo>
                    <a:pt x="9188" y="14316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2650"/>
            <p:cNvSpPr/>
            <p:nvPr/>
          </p:nvSpPr>
          <p:spPr>
            <a:xfrm>
              <a:off x="4738924" y="5907815"/>
              <a:ext cx="10257" cy="15386"/>
            </a:xfrm>
            <a:custGeom>
              <a:avLst/>
              <a:gdLst>
                <a:gd name="connsiteX0" fmla="*/ 9188 w 10257"/>
                <a:gd name="connsiteY0" fmla="*/ 14441 h 15386"/>
                <a:gd name="connsiteX1" fmla="*/ 7649 w 10257"/>
                <a:gd name="connsiteY1" fmla="*/ 13415 h 15386"/>
                <a:gd name="connsiteX2" fmla="*/ 4059 w 10257"/>
                <a:gd name="connsiteY2" fmla="*/ 6748 h 15386"/>
                <a:gd name="connsiteX3" fmla="*/ 4572 w 10257"/>
                <a:gd name="connsiteY3" fmla="*/ 4183 h 15386"/>
                <a:gd name="connsiteX4" fmla="*/ 7136 w 10257"/>
                <a:gd name="connsiteY4" fmla="*/ 4696 h 15386"/>
                <a:gd name="connsiteX5" fmla="*/ 10726 w 10257"/>
                <a:gd name="connsiteY5" fmla="*/ 11364 h 15386"/>
                <a:gd name="connsiteX6" fmla="*/ 10214 w 10257"/>
                <a:gd name="connsiteY6" fmla="*/ 13928 h 15386"/>
                <a:gd name="connsiteX7" fmla="*/ 9188 w 10257"/>
                <a:gd name="connsiteY7" fmla="*/ 14441 h 15386"/>
                <a:gd name="connsiteX8" fmla="*/ 9188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441"/>
                  </a:moveTo>
                  <a:cubicBezTo>
                    <a:pt x="8675" y="14441"/>
                    <a:pt x="7649" y="13928"/>
                    <a:pt x="7649" y="13415"/>
                  </a:cubicBezTo>
                  <a:lnTo>
                    <a:pt x="4059" y="6748"/>
                  </a:lnTo>
                  <a:cubicBezTo>
                    <a:pt x="3546" y="5722"/>
                    <a:pt x="4059" y="4696"/>
                    <a:pt x="4572" y="4183"/>
                  </a:cubicBezTo>
                  <a:cubicBezTo>
                    <a:pt x="5598" y="3671"/>
                    <a:pt x="6623" y="3671"/>
                    <a:pt x="7136" y="4696"/>
                  </a:cubicBezTo>
                  <a:lnTo>
                    <a:pt x="10726" y="11364"/>
                  </a:lnTo>
                  <a:cubicBezTo>
                    <a:pt x="11239" y="12389"/>
                    <a:pt x="10726" y="13415"/>
                    <a:pt x="10214" y="13928"/>
                  </a:cubicBezTo>
                  <a:cubicBezTo>
                    <a:pt x="9701" y="14441"/>
                    <a:pt x="9188" y="14441"/>
                    <a:pt x="9188" y="14441"/>
                  </a:cubicBezTo>
                  <a:lnTo>
                    <a:pt x="9188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2651"/>
            <p:cNvSpPr/>
            <p:nvPr/>
          </p:nvSpPr>
          <p:spPr>
            <a:xfrm>
              <a:off x="4573779" y="5865884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1" y="10726"/>
                    <a:pt x="6111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2652"/>
            <p:cNvSpPr/>
            <p:nvPr/>
          </p:nvSpPr>
          <p:spPr>
            <a:xfrm>
              <a:off x="4780979" y="5745872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0" y="11239"/>
                    <a:pt x="6110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2653"/>
            <p:cNvSpPr/>
            <p:nvPr/>
          </p:nvSpPr>
          <p:spPr>
            <a:xfrm>
              <a:off x="4556554" y="5807116"/>
              <a:ext cx="15386" cy="10257"/>
            </a:xfrm>
            <a:custGeom>
              <a:avLst/>
              <a:gdLst>
                <a:gd name="connsiteX0" fmla="*/ 13591 w 15386"/>
                <a:gd name="connsiteY0" fmla="*/ 7949 h 10257"/>
                <a:gd name="connsiteX1" fmla="*/ 13591 w 15386"/>
                <a:gd name="connsiteY1" fmla="*/ 7949 h 10257"/>
                <a:gd name="connsiteX2" fmla="*/ 5898 w 15386"/>
                <a:gd name="connsiteY2" fmla="*/ 7949 h 10257"/>
                <a:gd name="connsiteX3" fmla="*/ 3847 w 15386"/>
                <a:gd name="connsiteY3" fmla="*/ 5898 h 10257"/>
                <a:gd name="connsiteX4" fmla="*/ 5898 w 15386"/>
                <a:gd name="connsiteY4" fmla="*/ 3847 h 10257"/>
                <a:gd name="connsiteX5" fmla="*/ 5898 w 15386"/>
                <a:gd name="connsiteY5" fmla="*/ 3847 h 10257"/>
                <a:gd name="connsiteX6" fmla="*/ 13591 w 15386"/>
                <a:gd name="connsiteY6" fmla="*/ 3847 h 10257"/>
                <a:gd name="connsiteX7" fmla="*/ 15643 w 15386"/>
                <a:gd name="connsiteY7" fmla="*/ 5898 h 10257"/>
                <a:gd name="connsiteX8" fmla="*/ 13591 w 15386"/>
                <a:gd name="connsiteY8" fmla="*/ 7949 h 10257"/>
                <a:gd name="connsiteX9" fmla="*/ 13591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13591" y="7949"/>
                  </a:moveTo>
                  <a:lnTo>
                    <a:pt x="13591" y="7949"/>
                  </a:lnTo>
                  <a:lnTo>
                    <a:pt x="5898" y="7949"/>
                  </a:ln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13591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2654"/>
            <p:cNvSpPr/>
            <p:nvPr/>
          </p:nvSpPr>
          <p:spPr>
            <a:xfrm>
              <a:off x="4796065" y="5807116"/>
              <a:ext cx="15386" cy="10257"/>
            </a:xfrm>
            <a:custGeom>
              <a:avLst/>
              <a:gdLst>
                <a:gd name="connsiteX0" fmla="*/ 5898 w 15386"/>
                <a:gd name="connsiteY0" fmla="*/ 7949 h 10257"/>
                <a:gd name="connsiteX1" fmla="*/ 3847 w 15386"/>
                <a:gd name="connsiteY1" fmla="*/ 5898 h 10257"/>
                <a:gd name="connsiteX2" fmla="*/ 5898 w 15386"/>
                <a:gd name="connsiteY2" fmla="*/ 3847 h 10257"/>
                <a:gd name="connsiteX3" fmla="*/ 13591 w 15386"/>
                <a:gd name="connsiteY3" fmla="*/ 3847 h 10257"/>
                <a:gd name="connsiteX4" fmla="*/ 13591 w 15386"/>
                <a:gd name="connsiteY4" fmla="*/ 3847 h 10257"/>
                <a:gd name="connsiteX5" fmla="*/ 15643 w 15386"/>
                <a:gd name="connsiteY5" fmla="*/ 5898 h 10257"/>
                <a:gd name="connsiteX6" fmla="*/ 13591 w 15386"/>
                <a:gd name="connsiteY6" fmla="*/ 7949 h 10257"/>
                <a:gd name="connsiteX7" fmla="*/ 5898 w 15386"/>
                <a:gd name="connsiteY7" fmla="*/ 7949 h 10257"/>
                <a:gd name="connsiteX8" fmla="*/ 5898 w 15386"/>
                <a:gd name="connsiteY8" fmla="*/ 7949 h 10257"/>
                <a:gd name="connsiteX9" fmla="*/ 5898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5898" y="7949"/>
                  </a:move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13591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5898" y="7949"/>
                  </a:lnTo>
                  <a:lnTo>
                    <a:pt x="5898" y="7949"/>
                  </a:lnTo>
                  <a:lnTo>
                    <a:pt x="5898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2655"/>
            <p:cNvSpPr/>
            <p:nvPr/>
          </p:nvSpPr>
          <p:spPr>
            <a:xfrm>
              <a:off x="4680156" y="5923025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5898 w 10257"/>
                <a:gd name="connsiteY1" fmla="*/ 15643 h 15386"/>
                <a:gd name="connsiteX2" fmla="*/ 3847 w 10257"/>
                <a:gd name="connsiteY2" fmla="*/ 13591 h 15386"/>
                <a:gd name="connsiteX3" fmla="*/ 3847 w 10257"/>
                <a:gd name="connsiteY3" fmla="*/ 5898 h 15386"/>
                <a:gd name="connsiteX4" fmla="*/ 5898 w 10257"/>
                <a:gd name="connsiteY4" fmla="*/ 3847 h 15386"/>
                <a:gd name="connsiteX5" fmla="*/ 5898 w 10257"/>
                <a:gd name="connsiteY5" fmla="*/ 3847 h 15386"/>
                <a:gd name="connsiteX6" fmla="*/ 7949 w 10257"/>
                <a:gd name="connsiteY6" fmla="*/ 5898 h 15386"/>
                <a:gd name="connsiteX7" fmla="*/ 7949 w 10257"/>
                <a:gd name="connsiteY7" fmla="*/ 13591 h 15386"/>
                <a:gd name="connsiteX8" fmla="*/ 5898 w 10257"/>
                <a:gd name="connsiteY8" fmla="*/ 15643 h 15386"/>
                <a:gd name="connsiteX9" fmla="*/ 5898 w 10257"/>
                <a:gd name="connsiteY9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lnTo>
                    <a:pt x="5898" y="15643"/>
                  </a:ln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4617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2656"/>
            <p:cNvSpPr/>
            <p:nvPr/>
          </p:nvSpPr>
          <p:spPr>
            <a:xfrm>
              <a:off x="4680156" y="5683514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3847 w 10257"/>
                <a:gd name="connsiteY1" fmla="*/ 13591 h 15386"/>
                <a:gd name="connsiteX2" fmla="*/ 3847 w 10257"/>
                <a:gd name="connsiteY2" fmla="*/ 5898 h 15386"/>
                <a:gd name="connsiteX3" fmla="*/ 5898 w 10257"/>
                <a:gd name="connsiteY3" fmla="*/ 3847 h 15386"/>
                <a:gd name="connsiteX4" fmla="*/ 7949 w 10257"/>
                <a:gd name="connsiteY4" fmla="*/ 5898 h 15386"/>
                <a:gd name="connsiteX5" fmla="*/ 7949 w 10257"/>
                <a:gd name="connsiteY5" fmla="*/ 13591 h 15386"/>
                <a:gd name="connsiteX6" fmla="*/ 5898 w 10257"/>
                <a:gd name="connsiteY6" fmla="*/ 15643 h 15386"/>
                <a:gd name="connsiteX7" fmla="*/ 5898 w 10257"/>
                <a:gd name="connsiteY7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5130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2657"/>
            <p:cNvSpPr/>
            <p:nvPr/>
          </p:nvSpPr>
          <p:spPr>
            <a:xfrm>
              <a:off x="4675540" y="5706080"/>
              <a:ext cx="20515" cy="112832"/>
            </a:xfrm>
            <a:custGeom>
              <a:avLst/>
              <a:gdLst>
                <a:gd name="connsiteX0" fmla="*/ 10514 w 20514"/>
                <a:gd name="connsiteY0" fmla="*/ 113601 h 112831"/>
                <a:gd name="connsiteX1" fmla="*/ 3847 w 20514"/>
                <a:gd name="connsiteY1" fmla="*/ 106934 h 112831"/>
                <a:gd name="connsiteX2" fmla="*/ 3847 w 20514"/>
                <a:gd name="connsiteY2" fmla="*/ 10514 h 112831"/>
                <a:gd name="connsiteX3" fmla="*/ 10514 w 20514"/>
                <a:gd name="connsiteY3" fmla="*/ 3847 h 112831"/>
                <a:gd name="connsiteX4" fmla="*/ 17181 w 20514"/>
                <a:gd name="connsiteY4" fmla="*/ 10514 h 112831"/>
                <a:gd name="connsiteX5" fmla="*/ 17181 w 20514"/>
                <a:gd name="connsiteY5" fmla="*/ 106934 h 112831"/>
                <a:gd name="connsiteX6" fmla="*/ 10514 w 20514"/>
                <a:gd name="connsiteY6" fmla="*/ 113601 h 112831"/>
                <a:gd name="connsiteX7" fmla="*/ 10514 w 20514"/>
                <a:gd name="connsiteY7" fmla="*/ 113601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514" h="112831">
                  <a:moveTo>
                    <a:pt x="10514" y="113601"/>
                  </a:moveTo>
                  <a:cubicBezTo>
                    <a:pt x="6924" y="113601"/>
                    <a:pt x="3847" y="110524"/>
                    <a:pt x="3847" y="106934"/>
                  </a:cubicBezTo>
                  <a:lnTo>
                    <a:pt x="3847" y="10514"/>
                  </a:lnTo>
                  <a:cubicBezTo>
                    <a:pt x="3847" y="6924"/>
                    <a:pt x="6924" y="3847"/>
                    <a:pt x="10514" y="3847"/>
                  </a:cubicBezTo>
                  <a:cubicBezTo>
                    <a:pt x="14104" y="3847"/>
                    <a:pt x="17181" y="6924"/>
                    <a:pt x="17181" y="10514"/>
                  </a:cubicBezTo>
                  <a:lnTo>
                    <a:pt x="17181" y="106934"/>
                  </a:lnTo>
                  <a:cubicBezTo>
                    <a:pt x="17181" y="111037"/>
                    <a:pt x="14104" y="113601"/>
                    <a:pt x="10514" y="113601"/>
                  </a:cubicBezTo>
                  <a:lnTo>
                    <a:pt x="10514" y="11360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2658"/>
            <p:cNvSpPr/>
            <p:nvPr/>
          </p:nvSpPr>
          <p:spPr>
            <a:xfrm>
              <a:off x="4633613" y="5804680"/>
              <a:ext cx="56416" cy="56416"/>
            </a:xfrm>
            <a:custGeom>
              <a:avLst/>
              <a:gdLst>
                <a:gd name="connsiteX0" fmla="*/ 10386 w 56415"/>
                <a:gd name="connsiteY0" fmla="*/ 57570 h 56415"/>
                <a:gd name="connsiteX1" fmla="*/ 5770 w 56415"/>
                <a:gd name="connsiteY1" fmla="*/ 55518 h 56415"/>
                <a:gd name="connsiteX2" fmla="*/ 5770 w 56415"/>
                <a:gd name="connsiteY2" fmla="*/ 46287 h 56415"/>
                <a:gd name="connsiteX3" fmla="*/ 46287 w 56415"/>
                <a:gd name="connsiteY3" fmla="*/ 5770 h 56415"/>
                <a:gd name="connsiteX4" fmla="*/ 55518 w 56415"/>
                <a:gd name="connsiteY4" fmla="*/ 5770 h 56415"/>
                <a:gd name="connsiteX5" fmla="*/ 55518 w 56415"/>
                <a:gd name="connsiteY5" fmla="*/ 15001 h 56415"/>
                <a:gd name="connsiteX6" fmla="*/ 15002 w 56415"/>
                <a:gd name="connsiteY6" fmla="*/ 55518 h 56415"/>
                <a:gd name="connsiteX7" fmla="*/ 10386 w 56415"/>
                <a:gd name="connsiteY7" fmla="*/ 57570 h 56415"/>
                <a:gd name="connsiteX8" fmla="*/ 10386 w 56415"/>
                <a:gd name="connsiteY8" fmla="*/ 57570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415" h="56415">
                  <a:moveTo>
                    <a:pt x="10386" y="57570"/>
                  </a:moveTo>
                  <a:cubicBezTo>
                    <a:pt x="8847" y="57570"/>
                    <a:pt x="7309" y="57057"/>
                    <a:pt x="5770" y="55518"/>
                  </a:cubicBezTo>
                  <a:cubicBezTo>
                    <a:pt x="3205" y="52954"/>
                    <a:pt x="3205" y="48851"/>
                    <a:pt x="5770" y="46287"/>
                  </a:cubicBezTo>
                  <a:lnTo>
                    <a:pt x="46287" y="5770"/>
                  </a:lnTo>
                  <a:cubicBezTo>
                    <a:pt x="48851" y="3205"/>
                    <a:pt x="52954" y="3205"/>
                    <a:pt x="55518" y="5770"/>
                  </a:cubicBezTo>
                  <a:cubicBezTo>
                    <a:pt x="58083" y="8334"/>
                    <a:pt x="58083" y="12437"/>
                    <a:pt x="55518" y="15001"/>
                  </a:cubicBezTo>
                  <a:lnTo>
                    <a:pt x="15002" y="55518"/>
                  </a:lnTo>
                  <a:cubicBezTo>
                    <a:pt x="13463" y="56544"/>
                    <a:pt x="11924" y="57570"/>
                    <a:pt x="10386" y="57570"/>
                  </a:cubicBezTo>
                  <a:lnTo>
                    <a:pt x="10386" y="5757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2659"/>
            <p:cNvSpPr/>
            <p:nvPr/>
          </p:nvSpPr>
          <p:spPr>
            <a:xfrm>
              <a:off x="4667847" y="5794781"/>
              <a:ext cx="35901" cy="35901"/>
            </a:xfrm>
            <a:custGeom>
              <a:avLst/>
              <a:gdLst>
                <a:gd name="connsiteX0" fmla="*/ 33593 w 35901"/>
                <a:gd name="connsiteY0" fmla="*/ 18746 h 35901"/>
                <a:gd name="connsiteX1" fmla="*/ 18720 w 35901"/>
                <a:gd name="connsiteY1" fmla="*/ 33619 h 35901"/>
                <a:gd name="connsiteX2" fmla="*/ 3847 w 35901"/>
                <a:gd name="connsiteY2" fmla="*/ 18746 h 35901"/>
                <a:gd name="connsiteX3" fmla="*/ 18720 w 35901"/>
                <a:gd name="connsiteY3" fmla="*/ 3872 h 35901"/>
                <a:gd name="connsiteX4" fmla="*/ 33593 w 35901"/>
                <a:gd name="connsiteY4" fmla="*/ 18746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01" h="35901">
                  <a:moveTo>
                    <a:pt x="33593" y="18746"/>
                  </a:moveTo>
                  <a:cubicBezTo>
                    <a:pt x="33593" y="26952"/>
                    <a:pt x="26926" y="33619"/>
                    <a:pt x="18720" y="33619"/>
                  </a:cubicBezTo>
                  <a:cubicBezTo>
                    <a:pt x="10514" y="33619"/>
                    <a:pt x="3847" y="26952"/>
                    <a:pt x="3847" y="18746"/>
                  </a:cubicBezTo>
                  <a:cubicBezTo>
                    <a:pt x="3847" y="10540"/>
                    <a:pt x="10514" y="3872"/>
                    <a:pt x="18720" y="3872"/>
                  </a:cubicBezTo>
                  <a:cubicBezTo>
                    <a:pt x="26413" y="3360"/>
                    <a:pt x="33593" y="10540"/>
                    <a:pt x="33593" y="187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2660"/>
            <p:cNvSpPr/>
            <p:nvPr/>
          </p:nvSpPr>
          <p:spPr>
            <a:xfrm>
              <a:off x="4675027" y="5801988"/>
              <a:ext cx="20515" cy="20515"/>
            </a:xfrm>
            <a:custGeom>
              <a:avLst/>
              <a:gdLst>
                <a:gd name="connsiteX0" fmla="*/ 18720 w 20514"/>
                <a:gd name="connsiteY0" fmla="*/ 11540 h 20514"/>
                <a:gd name="connsiteX1" fmla="*/ 11027 w 20514"/>
                <a:gd name="connsiteY1" fmla="*/ 19233 h 20514"/>
                <a:gd name="connsiteX2" fmla="*/ 3847 w 20514"/>
                <a:gd name="connsiteY2" fmla="*/ 11540 h 20514"/>
                <a:gd name="connsiteX3" fmla="*/ 11027 w 20514"/>
                <a:gd name="connsiteY3" fmla="*/ 3847 h 20514"/>
                <a:gd name="connsiteX4" fmla="*/ 18720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8720" y="11540"/>
                  </a:moveTo>
                  <a:cubicBezTo>
                    <a:pt x="18720" y="15643"/>
                    <a:pt x="15130" y="19233"/>
                    <a:pt x="11027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7437"/>
                    <a:pt x="7437" y="3847"/>
                    <a:pt x="11027" y="3847"/>
                  </a:cubicBezTo>
                  <a:cubicBezTo>
                    <a:pt x="15130" y="3847"/>
                    <a:pt x="18720" y="7437"/>
                    <a:pt x="18720" y="11540"/>
                  </a:cubicBez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2661"/>
            <p:cNvSpPr/>
            <p:nvPr/>
          </p:nvSpPr>
          <p:spPr>
            <a:xfrm>
              <a:off x="4678997" y="5780314"/>
              <a:ext cx="97446" cy="35901"/>
            </a:xfrm>
            <a:custGeom>
              <a:avLst/>
              <a:gdLst>
                <a:gd name="connsiteX0" fmla="*/ 7057 w 97445"/>
                <a:gd name="connsiteY0" fmla="*/ 36291 h 35901"/>
                <a:gd name="connsiteX1" fmla="*/ 3980 w 97445"/>
                <a:gd name="connsiteY1" fmla="*/ 33726 h 35901"/>
                <a:gd name="connsiteX2" fmla="*/ 6032 w 97445"/>
                <a:gd name="connsiteY2" fmla="*/ 29624 h 35901"/>
                <a:gd name="connsiteX3" fmla="*/ 90143 w 97445"/>
                <a:gd name="connsiteY3" fmla="*/ 3980 h 35901"/>
                <a:gd name="connsiteX4" fmla="*/ 94245 w 97445"/>
                <a:gd name="connsiteY4" fmla="*/ 6031 h 35901"/>
                <a:gd name="connsiteX5" fmla="*/ 92194 w 97445"/>
                <a:gd name="connsiteY5" fmla="*/ 10134 h 35901"/>
                <a:gd name="connsiteX6" fmla="*/ 8083 w 97445"/>
                <a:gd name="connsiteY6" fmla="*/ 35778 h 35901"/>
                <a:gd name="connsiteX7" fmla="*/ 7057 w 97445"/>
                <a:gd name="connsiteY7" fmla="*/ 36291 h 35901"/>
                <a:gd name="connsiteX8" fmla="*/ 7057 w 97445"/>
                <a:gd name="connsiteY8" fmla="*/ 36291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445" h="35901">
                  <a:moveTo>
                    <a:pt x="7057" y="36291"/>
                  </a:moveTo>
                  <a:cubicBezTo>
                    <a:pt x="5519" y="36291"/>
                    <a:pt x="4493" y="35265"/>
                    <a:pt x="3980" y="33726"/>
                  </a:cubicBezTo>
                  <a:cubicBezTo>
                    <a:pt x="3467" y="32188"/>
                    <a:pt x="4493" y="30136"/>
                    <a:pt x="6032" y="29624"/>
                  </a:cubicBezTo>
                  <a:lnTo>
                    <a:pt x="90143" y="3980"/>
                  </a:lnTo>
                  <a:cubicBezTo>
                    <a:pt x="91681" y="3467"/>
                    <a:pt x="93733" y="4493"/>
                    <a:pt x="94245" y="6031"/>
                  </a:cubicBezTo>
                  <a:cubicBezTo>
                    <a:pt x="94758" y="7570"/>
                    <a:pt x="93733" y="9622"/>
                    <a:pt x="92194" y="10134"/>
                  </a:cubicBezTo>
                  <a:lnTo>
                    <a:pt x="8083" y="35778"/>
                  </a:lnTo>
                  <a:cubicBezTo>
                    <a:pt x="8083" y="36291"/>
                    <a:pt x="7570" y="36291"/>
                    <a:pt x="7057" y="36291"/>
                  </a:cubicBezTo>
                  <a:lnTo>
                    <a:pt x="7057" y="36291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2662"/>
            <p:cNvSpPr/>
            <p:nvPr/>
          </p:nvSpPr>
          <p:spPr>
            <a:xfrm>
              <a:off x="3874619" y="5278530"/>
              <a:ext cx="538516" cy="492357"/>
            </a:xfrm>
            <a:custGeom>
              <a:avLst/>
              <a:gdLst>
                <a:gd name="connsiteX0" fmla="*/ 143676 w 538515"/>
                <a:gd name="connsiteY0" fmla="*/ 18022 h 492357"/>
                <a:gd name="connsiteX1" fmla="*/ 184705 w 538515"/>
                <a:gd name="connsiteY1" fmla="*/ 8278 h 492357"/>
                <a:gd name="connsiteX2" fmla="*/ 524227 w 538515"/>
                <a:gd name="connsiteY2" fmla="*/ 215478 h 492357"/>
                <a:gd name="connsiteX3" fmla="*/ 533971 w 538515"/>
                <a:gd name="connsiteY3" fmla="*/ 256508 h 492357"/>
                <a:gd name="connsiteX4" fmla="*/ 398573 w 538515"/>
                <a:gd name="connsiteY4" fmla="*/ 478581 h 492357"/>
                <a:gd name="connsiteX5" fmla="*/ 357543 w 538515"/>
                <a:gd name="connsiteY5" fmla="*/ 488326 h 492357"/>
                <a:gd name="connsiteX6" fmla="*/ 18022 w 538515"/>
                <a:gd name="connsiteY6" fmla="*/ 281126 h 492357"/>
                <a:gd name="connsiteX7" fmla="*/ 8278 w 538515"/>
                <a:gd name="connsiteY7" fmla="*/ 240096 h 492357"/>
                <a:gd name="connsiteX8" fmla="*/ 143676 w 538515"/>
                <a:gd name="connsiteY8" fmla="*/ 18022 h 492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515" h="492357">
                  <a:moveTo>
                    <a:pt x="143676" y="18022"/>
                  </a:moveTo>
                  <a:cubicBezTo>
                    <a:pt x="152395" y="4175"/>
                    <a:pt x="170345" y="-441"/>
                    <a:pt x="184705" y="8278"/>
                  </a:cubicBezTo>
                  <a:lnTo>
                    <a:pt x="524227" y="215478"/>
                  </a:lnTo>
                  <a:cubicBezTo>
                    <a:pt x="538074" y="224197"/>
                    <a:pt x="542690" y="242147"/>
                    <a:pt x="533971" y="256508"/>
                  </a:cubicBezTo>
                  <a:lnTo>
                    <a:pt x="398573" y="478581"/>
                  </a:lnTo>
                  <a:cubicBezTo>
                    <a:pt x="389854" y="492429"/>
                    <a:pt x="371904" y="497045"/>
                    <a:pt x="357543" y="488326"/>
                  </a:cubicBezTo>
                  <a:lnTo>
                    <a:pt x="18022" y="281126"/>
                  </a:lnTo>
                  <a:cubicBezTo>
                    <a:pt x="4175" y="272407"/>
                    <a:pt x="-441" y="254456"/>
                    <a:pt x="8278" y="240096"/>
                  </a:cubicBezTo>
                  <a:lnTo>
                    <a:pt x="143676" y="18022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2663"/>
            <p:cNvSpPr/>
            <p:nvPr/>
          </p:nvSpPr>
          <p:spPr>
            <a:xfrm>
              <a:off x="3874770" y="5479904"/>
              <a:ext cx="394911" cy="292337"/>
            </a:xfrm>
            <a:custGeom>
              <a:avLst/>
              <a:gdLst>
                <a:gd name="connsiteX0" fmla="*/ 213275 w 394911"/>
                <a:gd name="connsiteY0" fmla="*/ 3847 h 292337"/>
                <a:gd name="connsiteX1" fmla="*/ 4536 w 394911"/>
                <a:gd name="connsiteY1" fmla="*/ 47954 h 292337"/>
                <a:gd name="connsiteX2" fmla="*/ 17871 w 394911"/>
                <a:gd name="connsiteY2" fmla="*/ 79752 h 292337"/>
                <a:gd name="connsiteX3" fmla="*/ 357392 w 394911"/>
                <a:gd name="connsiteY3" fmla="*/ 286952 h 292337"/>
                <a:gd name="connsiteX4" fmla="*/ 391755 w 394911"/>
                <a:gd name="connsiteY4" fmla="*/ 283875 h 292337"/>
                <a:gd name="connsiteX5" fmla="*/ 334826 w 394911"/>
                <a:gd name="connsiteY5" fmla="*/ 76162 h 292337"/>
                <a:gd name="connsiteX6" fmla="*/ 213275 w 394911"/>
                <a:gd name="connsiteY6" fmla="*/ 3847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92337">
                  <a:moveTo>
                    <a:pt x="213275" y="3847"/>
                  </a:moveTo>
                  <a:lnTo>
                    <a:pt x="4536" y="47954"/>
                  </a:lnTo>
                  <a:cubicBezTo>
                    <a:pt x="1972" y="60262"/>
                    <a:pt x="6588" y="73084"/>
                    <a:pt x="17871" y="79752"/>
                  </a:cubicBezTo>
                  <a:lnTo>
                    <a:pt x="357392" y="286952"/>
                  </a:lnTo>
                  <a:cubicBezTo>
                    <a:pt x="368163" y="293619"/>
                    <a:pt x="382010" y="292081"/>
                    <a:pt x="391755" y="283875"/>
                  </a:cubicBezTo>
                  <a:lnTo>
                    <a:pt x="334826" y="76162"/>
                  </a:lnTo>
                  <a:lnTo>
                    <a:pt x="213275" y="3847"/>
                  </a:ln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2664"/>
            <p:cNvSpPr/>
            <p:nvPr/>
          </p:nvSpPr>
          <p:spPr>
            <a:xfrm>
              <a:off x="3874503" y="5487597"/>
              <a:ext cx="394911" cy="287208"/>
            </a:xfrm>
            <a:custGeom>
              <a:avLst/>
              <a:gdLst>
                <a:gd name="connsiteX0" fmla="*/ 208927 w 394911"/>
                <a:gd name="connsiteY0" fmla="*/ 3847 h 287208"/>
                <a:gd name="connsiteX1" fmla="*/ 4291 w 394911"/>
                <a:gd name="connsiteY1" fmla="*/ 41286 h 287208"/>
                <a:gd name="connsiteX2" fmla="*/ 18138 w 394911"/>
                <a:gd name="connsiteY2" fmla="*/ 72059 h 287208"/>
                <a:gd name="connsiteX3" fmla="*/ 357660 w 394911"/>
                <a:gd name="connsiteY3" fmla="*/ 279259 h 287208"/>
                <a:gd name="connsiteX4" fmla="*/ 391509 w 394911"/>
                <a:gd name="connsiteY4" fmla="*/ 277208 h 287208"/>
                <a:gd name="connsiteX5" fmla="*/ 330477 w 394911"/>
                <a:gd name="connsiteY5" fmla="*/ 76162 h 287208"/>
                <a:gd name="connsiteX6" fmla="*/ 208927 w 394911"/>
                <a:gd name="connsiteY6" fmla="*/ 3847 h 287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87208">
                  <a:moveTo>
                    <a:pt x="208927" y="3847"/>
                  </a:moveTo>
                  <a:lnTo>
                    <a:pt x="4291" y="41286"/>
                  </a:lnTo>
                  <a:cubicBezTo>
                    <a:pt x="2239" y="53082"/>
                    <a:pt x="7368" y="65391"/>
                    <a:pt x="18138" y="72059"/>
                  </a:cubicBezTo>
                  <a:lnTo>
                    <a:pt x="357660" y="279259"/>
                  </a:lnTo>
                  <a:cubicBezTo>
                    <a:pt x="368430" y="285926"/>
                    <a:pt x="381765" y="284901"/>
                    <a:pt x="391509" y="277208"/>
                  </a:cubicBezTo>
                  <a:lnTo>
                    <a:pt x="330477" y="76162"/>
                  </a:lnTo>
                  <a:lnTo>
                    <a:pt x="208927" y="384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2665"/>
            <p:cNvSpPr/>
            <p:nvPr/>
          </p:nvSpPr>
          <p:spPr>
            <a:xfrm>
              <a:off x="4020602" y="5278687"/>
              <a:ext cx="394911" cy="317981"/>
            </a:xfrm>
            <a:custGeom>
              <a:avLst/>
              <a:gdLst>
                <a:gd name="connsiteX0" fmla="*/ 3847 w 394911"/>
                <a:gd name="connsiteY0" fmla="*/ 11198 h 317980"/>
                <a:gd name="connsiteX1" fmla="*/ 81803 w 394911"/>
                <a:gd name="connsiteY1" fmla="*/ 318408 h 317980"/>
                <a:gd name="connsiteX2" fmla="*/ 390552 w 394911"/>
                <a:gd name="connsiteY2" fmla="*/ 247119 h 317980"/>
                <a:gd name="connsiteX3" fmla="*/ 377730 w 394911"/>
                <a:gd name="connsiteY3" fmla="*/ 214808 h 317980"/>
                <a:gd name="connsiteX4" fmla="*/ 38209 w 394911"/>
                <a:gd name="connsiteY4" fmla="*/ 7608 h 317980"/>
                <a:gd name="connsiteX5" fmla="*/ 3847 w 394911"/>
                <a:gd name="connsiteY5" fmla="*/ 1119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4911" h="317980">
                  <a:moveTo>
                    <a:pt x="3847" y="11198"/>
                  </a:moveTo>
                  <a:lnTo>
                    <a:pt x="81803" y="318408"/>
                  </a:lnTo>
                  <a:lnTo>
                    <a:pt x="390552" y="247119"/>
                  </a:lnTo>
                  <a:cubicBezTo>
                    <a:pt x="393116" y="234297"/>
                    <a:pt x="388501" y="221475"/>
                    <a:pt x="377730" y="214808"/>
                  </a:cubicBezTo>
                  <a:lnTo>
                    <a:pt x="38209" y="7608"/>
                  </a:lnTo>
                  <a:cubicBezTo>
                    <a:pt x="27439" y="1453"/>
                    <a:pt x="13591" y="2992"/>
                    <a:pt x="3847" y="11198"/>
                  </a:cubicBez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2666"/>
            <p:cNvSpPr/>
            <p:nvPr/>
          </p:nvSpPr>
          <p:spPr>
            <a:xfrm>
              <a:off x="4021115" y="5278407"/>
              <a:ext cx="389783" cy="302595"/>
            </a:xfrm>
            <a:custGeom>
              <a:avLst/>
              <a:gdLst>
                <a:gd name="connsiteX0" fmla="*/ 3847 w 389782"/>
                <a:gd name="connsiteY0" fmla="*/ 9939 h 302594"/>
                <a:gd name="connsiteX1" fmla="*/ 92061 w 389782"/>
                <a:gd name="connsiteY1" fmla="*/ 300225 h 302594"/>
                <a:gd name="connsiteX2" fmla="*/ 390552 w 389782"/>
                <a:gd name="connsiteY2" fmla="*/ 245860 h 302594"/>
                <a:gd name="connsiteX3" fmla="*/ 376705 w 389782"/>
                <a:gd name="connsiteY3" fmla="*/ 215088 h 302594"/>
                <a:gd name="connsiteX4" fmla="*/ 37183 w 389782"/>
                <a:gd name="connsiteY4" fmla="*/ 7888 h 302594"/>
                <a:gd name="connsiteX5" fmla="*/ 3847 w 389782"/>
                <a:gd name="connsiteY5" fmla="*/ 9939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782" h="302594">
                  <a:moveTo>
                    <a:pt x="3847" y="9939"/>
                  </a:moveTo>
                  <a:lnTo>
                    <a:pt x="92061" y="300225"/>
                  </a:lnTo>
                  <a:lnTo>
                    <a:pt x="390552" y="245860"/>
                  </a:lnTo>
                  <a:cubicBezTo>
                    <a:pt x="392604" y="234064"/>
                    <a:pt x="387475" y="221755"/>
                    <a:pt x="376705" y="215088"/>
                  </a:cubicBezTo>
                  <a:lnTo>
                    <a:pt x="37183" y="7888"/>
                  </a:lnTo>
                  <a:cubicBezTo>
                    <a:pt x="26926" y="1733"/>
                    <a:pt x="13591" y="2759"/>
                    <a:pt x="3847" y="993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2667"/>
            <p:cNvSpPr/>
            <p:nvPr/>
          </p:nvSpPr>
          <p:spPr>
            <a:xfrm>
              <a:off x="4987114" y="5344027"/>
              <a:ext cx="174376" cy="200020"/>
            </a:xfrm>
            <a:custGeom>
              <a:avLst/>
              <a:gdLst>
                <a:gd name="connsiteX0" fmla="*/ 168218 w 174376"/>
                <a:gd name="connsiteY0" fmla="*/ 133569 h 200020"/>
                <a:gd name="connsiteX1" fmla="*/ 162063 w 174376"/>
                <a:gd name="connsiteY1" fmla="*/ 162803 h 200020"/>
                <a:gd name="connsiteX2" fmla="*/ 115392 w 174376"/>
                <a:gd name="connsiteY2" fmla="*/ 193575 h 200020"/>
                <a:gd name="connsiteX3" fmla="*/ 86158 w 174376"/>
                <a:gd name="connsiteY3" fmla="*/ 187421 h 200020"/>
                <a:gd name="connsiteX4" fmla="*/ 7176 w 174376"/>
                <a:gd name="connsiteY4" fmla="*/ 67408 h 200020"/>
                <a:gd name="connsiteX5" fmla="*/ 13330 w 174376"/>
                <a:gd name="connsiteY5" fmla="*/ 38175 h 200020"/>
                <a:gd name="connsiteX6" fmla="*/ 60002 w 174376"/>
                <a:gd name="connsiteY6" fmla="*/ 7402 h 200020"/>
                <a:gd name="connsiteX7" fmla="*/ 89235 w 174376"/>
                <a:gd name="connsiteY7" fmla="*/ 13557 h 200020"/>
                <a:gd name="connsiteX8" fmla="*/ 168218 w 174376"/>
                <a:gd name="connsiteY8" fmla="*/ 133569 h 20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376" h="200020">
                  <a:moveTo>
                    <a:pt x="168218" y="133569"/>
                  </a:moveTo>
                  <a:cubicBezTo>
                    <a:pt x="174372" y="143314"/>
                    <a:pt x="171808" y="156135"/>
                    <a:pt x="162063" y="162803"/>
                  </a:cubicBezTo>
                  <a:lnTo>
                    <a:pt x="115392" y="193575"/>
                  </a:lnTo>
                  <a:cubicBezTo>
                    <a:pt x="105647" y="199729"/>
                    <a:pt x="92826" y="197165"/>
                    <a:pt x="86158" y="187421"/>
                  </a:cubicBezTo>
                  <a:lnTo>
                    <a:pt x="7176" y="67408"/>
                  </a:lnTo>
                  <a:cubicBezTo>
                    <a:pt x="1021" y="57664"/>
                    <a:pt x="3586" y="44842"/>
                    <a:pt x="13330" y="38175"/>
                  </a:cubicBezTo>
                  <a:lnTo>
                    <a:pt x="60002" y="7402"/>
                  </a:lnTo>
                  <a:cubicBezTo>
                    <a:pt x="69746" y="735"/>
                    <a:pt x="82568" y="3812"/>
                    <a:pt x="89235" y="13557"/>
                  </a:cubicBezTo>
                  <a:lnTo>
                    <a:pt x="168218" y="13356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2668"/>
            <p:cNvSpPr/>
            <p:nvPr/>
          </p:nvSpPr>
          <p:spPr>
            <a:xfrm>
              <a:off x="5263976" y="5119593"/>
              <a:ext cx="82060" cy="82060"/>
            </a:xfrm>
            <a:custGeom>
              <a:avLst/>
              <a:gdLst>
                <a:gd name="connsiteX0" fmla="*/ 58039 w 82059"/>
                <a:gd name="connsiteY0" fmla="*/ 6686 h 82059"/>
                <a:gd name="connsiteX1" fmla="*/ 6752 w 82059"/>
                <a:gd name="connsiteY1" fmla="*/ 28739 h 82059"/>
                <a:gd name="connsiteX2" fmla="*/ 28806 w 82059"/>
                <a:gd name="connsiteY2" fmla="*/ 80027 h 82059"/>
                <a:gd name="connsiteX3" fmla="*/ 28806 w 82059"/>
                <a:gd name="connsiteY3" fmla="*/ 80027 h 82059"/>
                <a:gd name="connsiteX4" fmla="*/ 28806 w 82059"/>
                <a:gd name="connsiteY4" fmla="*/ 80027 h 82059"/>
                <a:gd name="connsiteX5" fmla="*/ 80093 w 82059"/>
                <a:gd name="connsiteY5" fmla="*/ 57973 h 82059"/>
                <a:gd name="connsiteX6" fmla="*/ 58039 w 82059"/>
                <a:gd name="connsiteY6" fmla="*/ 6686 h 82059"/>
                <a:gd name="connsiteX7" fmla="*/ 58039 w 82059"/>
                <a:gd name="connsiteY7" fmla="*/ 6686 h 82059"/>
                <a:gd name="connsiteX8" fmla="*/ 58039 w 82059"/>
                <a:gd name="connsiteY8" fmla="*/ 668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059" h="82059">
                  <a:moveTo>
                    <a:pt x="58039" y="6686"/>
                  </a:moveTo>
                  <a:cubicBezTo>
                    <a:pt x="37525" y="-1520"/>
                    <a:pt x="14445" y="8737"/>
                    <a:pt x="6752" y="28739"/>
                  </a:cubicBezTo>
                  <a:cubicBezTo>
                    <a:pt x="-1454" y="49254"/>
                    <a:pt x="8291" y="72334"/>
                    <a:pt x="28806" y="80027"/>
                  </a:cubicBezTo>
                  <a:lnTo>
                    <a:pt x="28806" y="80027"/>
                  </a:lnTo>
                  <a:lnTo>
                    <a:pt x="28806" y="80027"/>
                  </a:lnTo>
                  <a:cubicBezTo>
                    <a:pt x="49321" y="88233"/>
                    <a:pt x="72400" y="77975"/>
                    <a:pt x="80093" y="57973"/>
                  </a:cubicBezTo>
                  <a:cubicBezTo>
                    <a:pt x="88299" y="37971"/>
                    <a:pt x="78554" y="14892"/>
                    <a:pt x="58039" y="6686"/>
                  </a:cubicBezTo>
                  <a:lnTo>
                    <a:pt x="58039" y="6686"/>
                  </a:lnTo>
                  <a:lnTo>
                    <a:pt x="58039" y="6686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2669"/>
            <p:cNvSpPr/>
            <p:nvPr/>
          </p:nvSpPr>
          <p:spPr>
            <a:xfrm>
              <a:off x="5026345" y="4986521"/>
              <a:ext cx="271822" cy="328238"/>
            </a:xfrm>
            <a:custGeom>
              <a:avLst/>
              <a:gdLst>
                <a:gd name="connsiteX0" fmla="*/ 3847 w 271822"/>
                <a:gd name="connsiteY0" fmla="*/ 173607 h 328238"/>
                <a:gd name="connsiteX1" fmla="*/ 68981 w 271822"/>
                <a:gd name="connsiteY1" fmla="*/ 325417 h 328238"/>
                <a:gd name="connsiteX2" fmla="*/ 271053 w 271822"/>
                <a:gd name="connsiteY2" fmla="*/ 238229 h 328238"/>
                <a:gd name="connsiteX3" fmla="*/ 170530 w 271822"/>
                <a:gd name="connsiteY3" fmla="*/ 3847 h 328238"/>
                <a:gd name="connsiteX4" fmla="*/ 70007 w 271822"/>
                <a:gd name="connsiteY4" fmla="*/ 141809 h 328238"/>
                <a:gd name="connsiteX5" fmla="*/ 3847 w 271822"/>
                <a:gd name="connsiteY5" fmla="*/ 173607 h 32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822" h="328238">
                  <a:moveTo>
                    <a:pt x="3847" y="173607"/>
                  </a:moveTo>
                  <a:lnTo>
                    <a:pt x="68981" y="325417"/>
                  </a:lnTo>
                  <a:lnTo>
                    <a:pt x="271053" y="238229"/>
                  </a:lnTo>
                  <a:lnTo>
                    <a:pt x="170530" y="3847"/>
                  </a:lnTo>
                  <a:cubicBezTo>
                    <a:pt x="152579" y="59750"/>
                    <a:pt x="118730" y="108985"/>
                    <a:pt x="70007" y="141809"/>
                  </a:cubicBezTo>
                  <a:cubicBezTo>
                    <a:pt x="48979" y="156170"/>
                    <a:pt x="26413" y="166940"/>
                    <a:pt x="3847" y="17360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2670"/>
            <p:cNvSpPr/>
            <p:nvPr/>
          </p:nvSpPr>
          <p:spPr>
            <a:xfrm>
              <a:off x="4868675" y="5153717"/>
              <a:ext cx="256436" cy="266694"/>
            </a:xfrm>
            <a:custGeom>
              <a:avLst/>
              <a:gdLst>
                <a:gd name="connsiteX0" fmla="*/ 166132 w 256436"/>
                <a:gd name="connsiteY0" fmla="*/ 3847 h 266693"/>
                <a:gd name="connsiteX1" fmla="*/ 54838 w 256436"/>
                <a:gd name="connsiteY1" fmla="*/ 51544 h 266693"/>
                <a:gd name="connsiteX2" fmla="*/ 10731 w 256436"/>
                <a:gd name="connsiteY2" fmla="*/ 162324 h 266693"/>
                <a:gd name="connsiteX3" fmla="*/ 33811 w 256436"/>
                <a:gd name="connsiteY3" fmla="*/ 215663 h 266693"/>
                <a:gd name="connsiteX4" fmla="*/ 144591 w 256436"/>
                <a:gd name="connsiteY4" fmla="*/ 259770 h 266693"/>
                <a:gd name="connsiteX5" fmla="*/ 255884 w 256436"/>
                <a:gd name="connsiteY5" fmla="*/ 212073 h 266693"/>
                <a:gd name="connsiteX6" fmla="*/ 166132 w 256436"/>
                <a:gd name="connsiteY6" fmla="*/ 3847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36" h="266693">
                  <a:moveTo>
                    <a:pt x="166132" y="3847"/>
                  </a:moveTo>
                  <a:lnTo>
                    <a:pt x="54838" y="51544"/>
                  </a:lnTo>
                  <a:cubicBezTo>
                    <a:pt x="12270" y="70007"/>
                    <a:pt x="-7732" y="119243"/>
                    <a:pt x="10731" y="162324"/>
                  </a:cubicBezTo>
                  <a:lnTo>
                    <a:pt x="33811" y="215663"/>
                  </a:lnTo>
                  <a:cubicBezTo>
                    <a:pt x="52274" y="258231"/>
                    <a:pt x="101510" y="278233"/>
                    <a:pt x="144591" y="259770"/>
                  </a:cubicBezTo>
                  <a:lnTo>
                    <a:pt x="255884" y="212073"/>
                  </a:lnTo>
                  <a:lnTo>
                    <a:pt x="166132" y="384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2671"/>
            <p:cNvSpPr/>
            <p:nvPr/>
          </p:nvSpPr>
          <p:spPr>
            <a:xfrm>
              <a:off x="5187442" y="4961074"/>
              <a:ext cx="215406" cy="410298"/>
            </a:xfrm>
            <a:custGeom>
              <a:avLst/>
              <a:gdLst>
                <a:gd name="connsiteX0" fmla="*/ 184835 w 215406"/>
                <a:gd name="connsiteY0" fmla="*/ 408819 h 410297"/>
                <a:gd name="connsiteX1" fmla="*/ 158678 w 215406"/>
                <a:gd name="connsiteY1" fmla="*/ 396510 h 410297"/>
                <a:gd name="connsiteX2" fmla="*/ 5842 w 215406"/>
                <a:gd name="connsiteY2" fmla="*/ 40577 h 410297"/>
                <a:gd name="connsiteX3" fmla="*/ 14561 w 215406"/>
                <a:gd name="connsiteY3" fmla="*/ 12882 h 410297"/>
                <a:gd name="connsiteX4" fmla="*/ 31999 w 215406"/>
                <a:gd name="connsiteY4" fmla="*/ 5189 h 410297"/>
                <a:gd name="connsiteX5" fmla="*/ 58155 w 215406"/>
                <a:gd name="connsiteY5" fmla="*/ 17498 h 410297"/>
                <a:gd name="connsiteX6" fmla="*/ 210991 w 215406"/>
                <a:gd name="connsiteY6" fmla="*/ 373431 h 410297"/>
                <a:gd name="connsiteX7" fmla="*/ 202272 w 215406"/>
                <a:gd name="connsiteY7" fmla="*/ 401126 h 410297"/>
                <a:gd name="connsiteX8" fmla="*/ 184835 w 215406"/>
                <a:gd name="connsiteY8" fmla="*/ 408819 h 41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406" h="410297">
                  <a:moveTo>
                    <a:pt x="184835" y="408819"/>
                  </a:moveTo>
                  <a:cubicBezTo>
                    <a:pt x="175090" y="412922"/>
                    <a:pt x="163294" y="407281"/>
                    <a:pt x="158678" y="396510"/>
                  </a:cubicBezTo>
                  <a:lnTo>
                    <a:pt x="5842" y="40577"/>
                  </a:lnTo>
                  <a:cubicBezTo>
                    <a:pt x="1226" y="29294"/>
                    <a:pt x="4816" y="16985"/>
                    <a:pt x="14561" y="12882"/>
                  </a:cubicBezTo>
                  <a:lnTo>
                    <a:pt x="31999" y="5189"/>
                  </a:lnTo>
                  <a:cubicBezTo>
                    <a:pt x="41743" y="1086"/>
                    <a:pt x="53539" y="6728"/>
                    <a:pt x="58155" y="17498"/>
                  </a:cubicBezTo>
                  <a:lnTo>
                    <a:pt x="210991" y="373431"/>
                  </a:lnTo>
                  <a:cubicBezTo>
                    <a:pt x="215607" y="384714"/>
                    <a:pt x="212017" y="397023"/>
                    <a:pt x="202272" y="401126"/>
                  </a:cubicBezTo>
                  <a:lnTo>
                    <a:pt x="184835" y="408819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2672"/>
            <p:cNvSpPr/>
            <p:nvPr/>
          </p:nvSpPr>
          <p:spPr>
            <a:xfrm>
              <a:off x="5070452" y="5171155"/>
              <a:ext cx="287208" cy="194891"/>
            </a:xfrm>
            <a:custGeom>
              <a:avLst/>
              <a:gdLst>
                <a:gd name="connsiteX0" fmla="*/ 285926 w 287208"/>
                <a:gd name="connsiteY0" fmla="*/ 190532 h 194891"/>
                <a:gd name="connsiteX1" fmla="*/ 205918 w 287208"/>
                <a:gd name="connsiteY1" fmla="*/ 3847 h 194891"/>
                <a:gd name="connsiteX2" fmla="*/ 3847 w 287208"/>
                <a:gd name="connsiteY2" fmla="*/ 91035 h 194891"/>
                <a:gd name="connsiteX3" fmla="*/ 48466 w 287208"/>
                <a:gd name="connsiteY3" fmla="*/ 195148 h 194891"/>
                <a:gd name="connsiteX4" fmla="*/ 117191 w 287208"/>
                <a:gd name="connsiteY4" fmla="*/ 168478 h 194891"/>
                <a:gd name="connsiteX5" fmla="*/ 285926 w 287208"/>
                <a:gd name="connsiteY5" fmla="*/ 190532 h 19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208" h="194891">
                  <a:moveTo>
                    <a:pt x="285926" y="190532"/>
                  </a:moveTo>
                  <a:lnTo>
                    <a:pt x="205918" y="3847"/>
                  </a:lnTo>
                  <a:lnTo>
                    <a:pt x="3847" y="91035"/>
                  </a:lnTo>
                  <a:lnTo>
                    <a:pt x="48466" y="195148"/>
                  </a:lnTo>
                  <a:cubicBezTo>
                    <a:pt x="68981" y="182839"/>
                    <a:pt x="92060" y="174120"/>
                    <a:pt x="117191" y="168478"/>
                  </a:cubicBezTo>
                  <a:cubicBezTo>
                    <a:pt x="174120" y="156169"/>
                    <a:pt x="233100" y="165401"/>
                    <a:pt x="285926" y="190532"/>
                  </a:cubicBez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2673"/>
            <p:cNvSpPr/>
            <p:nvPr/>
          </p:nvSpPr>
          <p:spPr>
            <a:xfrm>
              <a:off x="4886843" y="5256292"/>
              <a:ext cx="241050" cy="164119"/>
            </a:xfrm>
            <a:custGeom>
              <a:avLst/>
              <a:gdLst>
                <a:gd name="connsiteX0" fmla="*/ 192071 w 241049"/>
                <a:gd name="connsiteY0" fmla="*/ 3847 h 164119"/>
                <a:gd name="connsiteX1" fmla="*/ 3847 w 241049"/>
                <a:gd name="connsiteY1" fmla="*/ 84880 h 164119"/>
                <a:gd name="connsiteX2" fmla="*/ 15643 w 241049"/>
                <a:gd name="connsiteY2" fmla="*/ 112576 h 164119"/>
                <a:gd name="connsiteX3" fmla="*/ 126423 w 241049"/>
                <a:gd name="connsiteY3" fmla="*/ 156683 h 164119"/>
                <a:gd name="connsiteX4" fmla="*/ 237716 w 241049"/>
                <a:gd name="connsiteY4" fmla="*/ 108985 h 164119"/>
                <a:gd name="connsiteX5" fmla="*/ 192071 w 241049"/>
                <a:gd name="connsiteY5" fmla="*/ 3847 h 16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1049" h="164119">
                  <a:moveTo>
                    <a:pt x="192071" y="3847"/>
                  </a:moveTo>
                  <a:lnTo>
                    <a:pt x="3847" y="84880"/>
                  </a:lnTo>
                  <a:lnTo>
                    <a:pt x="15643" y="112576"/>
                  </a:lnTo>
                  <a:cubicBezTo>
                    <a:pt x="34106" y="155144"/>
                    <a:pt x="83342" y="175146"/>
                    <a:pt x="126423" y="156683"/>
                  </a:cubicBezTo>
                  <a:lnTo>
                    <a:pt x="237716" y="108985"/>
                  </a:lnTo>
                  <a:lnTo>
                    <a:pt x="192071" y="3847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2674"/>
            <p:cNvSpPr/>
            <p:nvPr/>
          </p:nvSpPr>
          <p:spPr>
            <a:xfrm>
              <a:off x="5265343" y="5152179"/>
              <a:ext cx="138475" cy="220535"/>
            </a:xfrm>
            <a:custGeom>
              <a:avLst/>
              <a:gdLst>
                <a:gd name="connsiteX0" fmla="*/ 133090 w 138475"/>
                <a:gd name="connsiteY0" fmla="*/ 182839 h 220535"/>
                <a:gd name="connsiteX1" fmla="*/ 56159 w 138475"/>
                <a:gd name="connsiteY1" fmla="*/ 3847 h 220535"/>
                <a:gd name="connsiteX2" fmla="*/ 3847 w 138475"/>
                <a:gd name="connsiteY2" fmla="*/ 26413 h 220535"/>
                <a:gd name="connsiteX3" fmla="*/ 80777 w 138475"/>
                <a:gd name="connsiteY3" fmla="*/ 205405 h 220535"/>
                <a:gd name="connsiteX4" fmla="*/ 106934 w 138475"/>
                <a:gd name="connsiteY4" fmla="*/ 217714 h 220535"/>
                <a:gd name="connsiteX5" fmla="*/ 124371 w 138475"/>
                <a:gd name="connsiteY5" fmla="*/ 210021 h 220535"/>
                <a:gd name="connsiteX6" fmla="*/ 133090 w 138475"/>
                <a:gd name="connsiteY6" fmla="*/ 182839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475" h="220535">
                  <a:moveTo>
                    <a:pt x="133090" y="182839"/>
                  </a:moveTo>
                  <a:lnTo>
                    <a:pt x="56159" y="3847"/>
                  </a:lnTo>
                  <a:lnTo>
                    <a:pt x="3847" y="26413"/>
                  </a:lnTo>
                  <a:lnTo>
                    <a:pt x="80777" y="205405"/>
                  </a:lnTo>
                  <a:cubicBezTo>
                    <a:pt x="85393" y="216176"/>
                    <a:pt x="97189" y="222330"/>
                    <a:pt x="106934" y="217714"/>
                  </a:cubicBezTo>
                  <a:lnTo>
                    <a:pt x="124371" y="210021"/>
                  </a:lnTo>
                  <a:cubicBezTo>
                    <a:pt x="134116" y="205918"/>
                    <a:pt x="138219" y="193609"/>
                    <a:pt x="133090" y="182839"/>
                  </a:cubicBez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2675"/>
            <p:cNvSpPr/>
            <p:nvPr/>
          </p:nvSpPr>
          <p:spPr>
            <a:xfrm>
              <a:off x="5016874" y="5408376"/>
              <a:ext cx="92317" cy="123089"/>
            </a:xfrm>
            <a:custGeom>
              <a:avLst/>
              <a:gdLst>
                <a:gd name="connsiteX0" fmla="*/ 28703 w 92316"/>
                <a:gd name="connsiteY0" fmla="*/ 9727 h 123089"/>
                <a:gd name="connsiteX1" fmla="*/ 9727 w 92316"/>
                <a:gd name="connsiteY1" fmla="*/ 6136 h 123089"/>
                <a:gd name="connsiteX2" fmla="*/ 9727 w 92316"/>
                <a:gd name="connsiteY2" fmla="*/ 6136 h 123089"/>
                <a:gd name="connsiteX3" fmla="*/ 6137 w 92316"/>
                <a:gd name="connsiteY3" fmla="*/ 25113 h 123089"/>
                <a:gd name="connsiteX4" fmla="*/ 65630 w 92316"/>
                <a:gd name="connsiteY4" fmla="*/ 114353 h 123089"/>
                <a:gd name="connsiteX5" fmla="*/ 84606 w 92316"/>
                <a:gd name="connsiteY5" fmla="*/ 117943 h 123089"/>
                <a:gd name="connsiteX6" fmla="*/ 84606 w 92316"/>
                <a:gd name="connsiteY6" fmla="*/ 117943 h 123089"/>
                <a:gd name="connsiteX7" fmla="*/ 88196 w 92316"/>
                <a:gd name="connsiteY7" fmla="*/ 98966 h 123089"/>
                <a:gd name="connsiteX8" fmla="*/ 28703 w 92316"/>
                <a:gd name="connsiteY8" fmla="*/ 9727 h 123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16" h="123089">
                  <a:moveTo>
                    <a:pt x="28703" y="9727"/>
                  </a:moveTo>
                  <a:cubicBezTo>
                    <a:pt x="24600" y="3572"/>
                    <a:pt x="15881" y="2034"/>
                    <a:pt x="9727" y="6136"/>
                  </a:cubicBezTo>
                  <a:lnTo>
                    <a:pt x="9727" y="6136"/>
                  </a:lnTo>
                  <a:cubicBezTo>
                    <a:pt x="3572" y="10240"/>
                    <a:pt x="2033" y="18958"/>
                    <a:pt x="6137" y="25113"/>
                  </a:cubicBezTo>
                  <a:lnTo>
                    <a:pt x="65630" y="114353"/>
                  </a:lnTo>
                  <a:cubicBezTo>
                    <a:pt x="69733" y="120507"/>
                    <a:pt x="78452" y="122046"/>
                    <a:pt x="84606" y="117943"/>
                  </a:cubicBezTo>
                  <a:lnTo>
                    <a:pt x="84606" y="117943"/>
                  </a:lnTo>
                  <a:cubicBezTo>
                    <a:pt x="90760" y="113840"/>
                    <a:pt x="92299" y="105634"/>
                    <a:pt x="88196" y="98966"/>
                  </a:cubicBezTo>
                  <a:lnTo>
                    <a:pt x="28703" y="972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2676"/>
            <p:cNvSpPr/>
            <p:nvPr/>
          </p:nvSpPr>
          <p:spPr>
            <a:xfrm>
              <a:off x="5365986" y="5062536"/>
              <a:ext cx="164119" cy="76931"/>
            </a:xfrm>
            <a:custGeom>
              <a:avLst/>
              <a:gdLst>
                <a:gd name="connsiteX0" fmla="*/ 6804 w 164119"/>
                <a:gd name="connsiteY0" fmla="*/ 77077 h 76930"/>
                <a:gd name="connsiteX1" fmla="*/ 4240 w 164119"/>
                <a:gd name="connsiteY1" fmla="*/ 74512 h 76930"/>
                <a:gd name="connsiteX2" fmla="*/ 6804 w 164119"/>
                <a:gd name="connsiteY2" fmla="*/ 68871 h 76930"/>
                <a:gd name="connsiteX3" fmla="*/ 157076 w 164119"/>
                <a:gd name="connsiteY3" fmla="*/ 4249 h 76930"/>
                <a:gd name="connsiteX4" fmla="*/ 162717 w 164119"/>
                <a:gd name="connsiteY4" fmla="*/ 6300 h 76930"/>
                <a:gd name="connsiteX5" fmla="*/ 160153 w 164119"/>
                <a:gd name="connsiteY5" fmla="*/ 11942 h 76930"/>
                <a:gd name="connsiteX6" fmla="*/ 9881 w 164119"/>
                <a:gd name="connsiteY6" fmla="*/ 76564 h 76930"/>
                <a:gd name="connsiteX7" fmla="*/ 6804 w 164119"/>
                <a:gd name="connsiteY7" fmla="*/ 77077 h 76930"/>
                <a:gd name="connsiteX8" fmla="*/ 6804 w 164119"/>
                <a:gd name="connsiteY8" fmla="*/ 77077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119" h="76930">
                  <a:moveTo>
                    <a:pt x="6804" y="77077"/>
                  </a:moveTo>
                  <a:cubicBezTo>
                    <a:pt x="5778" y="76564"/>
                    <a:pt x="4752" y="76051"/>
                    <a:pt x="4240" y="74512"/>
                  </a:cubicBezTo>
                  <a:cubicBezTo>
                    <a:pt x="3214" y="72461"/>
                    <a:pt x="4240" y="69897"/>
                    <a:pt x="6804" y="68871"/>
                  </a:cubicBezTo>
                  <a:lnTo>
                    <a:pt x="157076" y="4249"/>
                  </a:lnTo>
                  <a:cubicBezTo>
                    <a:pt x="159127" y="3223"/>
                    <a:pt x="161691" y="4249"/>
                    <a:pt x="162717" y="6300"/>
                  </a:cubicBezTo>
                  <a:cubicBezTo>
                    <a:pt x="163743" y="8352"/>
                    <a:pt x="162717" y="10916"/>
                    <a:pt x="160153" y="11942"/>
                  </a:cubicBezTo>
                  <a:lnTo>
                    <a:pt x="9881" y="76564"/>
                  </a:lnTo>
                  <a:cubicBezTo>
                    <a:pt x="8856" y="77590"/>
                    <a:pt x="7830" y="77590"/>
                    <a:pt x="6804" y="77077"/>
                  </a:cubicBezTo>
                  <a:lnTo>
                    <a:pt x="6804" y="7707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2677"/>
            <p:cNvSpPr/>
            <p:nvPr/>
          </p:nvSpPr>
          <p:spPr>
            <a:xfrm>
              <a:off x="5349383" y="4971577"/>
              <a:ext cx="117961" cy="138475"/>
            </a:xfrm>
            <a:custGeom>
              <a:avLst/>
              <a:gdLst>
                <a:gd name="connsiteX0" fmla="*/ 6482 w 117960"/>
                <a:gd name="connsiteY0" fmla="*/ 136752 h 138475"/>
                <a:gd name="connsiteX1" fmla="*/ 5456 w 117960"/>
                <a:gd name="connsiteY1" fmla="*/ 135726 h 138475"/>
                <a:gd name="connsiteX2" fmla="*/ 4943 w 117960"/>
                <a:gd name="connsiteY2" fmla="*/ 129571 h 138475"/>
                <a:gd name="connsiteX3" fmla="*/ 111108 w 117960"/>
                <a:gd name="connsiteY3" fmla="*/ 5456 h 138475"/>
                <a:gd name="connsiteX4" fmla="*/ 117262 w 117960"/>
                <a:gd name="connsiteY4" fmla="*/ 4943 h 138475"/>
                <a:gd name="connsiteX5" fmla="*/ 117775 w 117960"/>
                <a:gd name="connsiteY5" fmla="*/ 11098 h 138475"/>
                <a:gd name="connsiteX6" fmla="*/ 11611 w 117960"/>
                <a:gd name="connsiteY6" fmla="*/ 135726 h 138475"/>
                <a:gd name="connsiteX7" fmla="*/ 6482 w 117960"/>
                <a:gd name="connsiteY7" fmla="*/ 136752 h 138475"/>
                <a:gd name="connsiteX8" fmla="*/ 6482 w 117960"/>
                <a:gd name="connsiteY8" fmla="*/ 136752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" h="138475">
                  <a:moveTo>
                    <a:pt x="6482" y="136752"/>
                  </a:moveTo>
                  <a:cubicBezTo>
                    <a:pt x="5969" y="136752"/>
                    <a:pt x="5456" y="136239"/>
                    <a:pt x="5456" y="135726"/>
                  </a:cubicBezTo>
                  <a:cubicBezTo>
                    <a:pt x="3405" y="134187"/>
                    <a:pt x="3405" y="131110"/>
                    <a:pt x="4943" y="129571"/>
                  </a:cubicBezTo>
                  <a:lnTo>
                    <a:pt x="111108" y="5456"/>
                  </a:lnTo>
                  <a:cubicBezTo>
                    <a:pt x="112647" y="3405"/>
                    <a:pt x="115211" y="3405"/>
                    <a:pt x="117262" y="4943"/>
                  </a:cubicBezTo>
                  <a:cubicBezTo>
                    <a:pt x="119314" y="6482"/>
                    <a:pt x="119314" y="9559"/>
                    <a:pt x="117775" y="11098"/>
                  </a:cubicBezTo>
                  <a:lnTo>
                    <a:pt x="11611" y="135726"/>
                  </a:lnTo>
                  <a:cubicBezTo>
                    <a:pt x="10072" y="137264"/>
                    <a:pt x="8020" y="137777"/>
                    <a:pt x="6482" y="136752"/>
                  </a:cubicBezTo>
                  <a:lnTo>
                    <a:pt x="6482" y="1367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2678"/>
            <p:cNvSpPr/>
            <p:nvPr/>
          </p:nvSpPr>
          <p:spPr>
            <a:xfrm>
              <a:off x="5377048" y="5160385"/>
              <a:ext cx="179505" cy="20515"/>
            </a:xfrm>
            <a:custGeom>
              <a:avLst/>
              <a:gdLst>
                <a:gd name="connsiteX0" fmla="*/ 6512 w 179505"/>
                <a:gd name="connsiteY0" fmla="*/ 12565 h 20514"/>
                <a:gd name="connsiteX1" fmla="*/ 3947 w 179505"/>
                <a:gd name="connsiteY1" fmla="*/ 7949 h 20514"/>
                <a:gd name="connsiteX2" fmla="*/ 8563 w 179505"/>
                <a:gd name="connsiteY2" fmla="*/ 3847 h 20514"/>
                <a:gd name="connsiteX3" fmla="*/ 171656 w 179505"/>
                <a:gd name="connsiteY3" fmla="*/ 12053 h 20514"/>
                <a:gd name="connsiteX4" fmla="*/ 175759 w 179505"/>
                <a:gd name="connsiteY4" fmla="*/ 16668 h 20514"/>
                <a:gd name="connsiteX5" fmla="*/ 171143 w 179505"/>
                <a:gd name="connsiteY5" fmla="*/ 20771 h 20514"/>
                <a:gd name="connsiteX6" fmla="*/ 8050 w 179505"/>
                <a:gd name="connsiteY6" fmla="*/ 12565 h 20514"/>
                <a:gd name="connsiteX7" fmla="*/ 6512 w 179505"/>
                <a:gd name="connsiteY7" fmla="*/ 12565 h 20514"/>
                <a:gd name="connsiteX8" fmla="*/ 6512 w 179505"/>
                <a:gd name="connsiteY8" fmla="*/ 12565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505" h="20514">
                  <a:moveTo>
                    <a:pt x="6512" y="12565"/>
                  </a:moveTo>
                  <a:cubicBezTo>
                    <a:pt x="4973" y="12053"/>
                    <a:pt x="3434" y="10001"/>
                    <a:pt x="3947" y="7949"/>
                  </a:cubicBezTo>
                  <a:cubicBezTo>
                    <a:pt x="3947" y="5385"/>
                    <a:pt x="5999" y="3847"/>
                    <a:pt x="8563" y="3847"/>
                  </a:cubicBezTo>
                  <a:lnTo>
                    <a:pt x="171656" y="12053"/>
                  </a:lnTo>
                  <a:cubicBezTo>
                    <a:pt x="174221" y="12053"/>
                    <a:pt x="175759" y="14104"/>
                    <a:pt x="175759" y="16668"/>
                  </a:cubicBezTo>
                  <a:cubicBezTo>
                    <a:pt x="175759" y="19233"/>
                    <a:pt x="173708" y="20771"/>
                    <a:pt x="171143" y="20771"/>
                  </a:cubicBezTo>
                  <a:lnTo>
                    <a:pt x="8050" y="12565"/>
                  </a:lnTo>
                  <a:cubicBezTo>
                    <a:pt x="7537" y="13078"/>
                    <a:pt x="7024" y="13078"/>
                    <a:pt x="6512" y="12565"/>
                  </a:cubicBezTo>
                  <a:lnTo>
                    <a:pt x="6512" y="1256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2679"/>
            <p:cNvSpPr/>
            <p:nvPr/>
          </p:nvSpPr>
          <p:spPr>
            <a:xfrm>
              <a:off x="6158766" y="4585455"/>
              <a:ext cx="71802" cy="71802"/>
            </a:xfrm>
            <a:custGeom>
              <a:avLst/>
              <a:gdLst>
                <a:gd name="connsiteX0" fmla="*/ 50518 w 71802"/>
                <a:gd name="connsiteY0" fmla="*/ 3847 h 71802"/>
                <a:gd name="connsiteX1" fmla="*/ 3847 w 71802"/>
                <a:gd name="connsiteY1" fmla="*/ 20771 h 71802"/>
                <a:gd name="connsiteX2" fmla="*/ 22310 w 71802"/>
                <a:gd name="connsiteY2" fmla="*/ 71033 h 71802"/>
                <a:gd name="connsiteX3" fmla="*/ 68981 w 71802"/>
                <a:gd name="connsiteY3" fmla="*/ 54108 h 7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71802">
                  <a:moveTo>
                    <a:pt x="50518" y="3847"/>
                  </a:moveTo>
                  <a:lnTo>
                    <a:pt x="3847" y="20771"/>
                  </a:lnTo>
                  <a:lnTo>
                    <a:pt x="22310" y="71033"/>
                  </a:lnTo>
                  <a:lnTo>
                    <a:pt x="68981" y="54108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2680"/>
            <p:cNvSpPr/>
            <p:nvPr/>
          </p:nvSpPr>
          <p:spPr>
            <a:xfrm>
              <a:off x="5851628" y="4240292"/>
              <a:ext cx="487228" cy="379525"/>
            </a:xfrm>
            <a:custGeom>
              <a:avLst/>
              <a:gdLst>
                <a:gd name="connsiteX0" fmla="*/ 456127 w 487228"/>
                <a:gd name="connsiteY0" fmla="*/ 197199 h 379525"/>
                <a:gd name="connsiteX1" fmla="*/ 446895 w 487228"/>
                <a:gd name="connsiteY1" fmla="*/ 220279 h 379525"/>
                <a:gd name="connsiteX2" fmla="*/ 159687 w 487228"/>
                <a:gd name="connsiteY2" fmla="*/ 325417 h 379525"/>
                <a:gd name="connsiteX3" fmla="*/ 54548 w 487228"/>
                <a:gd name="connsiteY3" fmla="*/ 38722 h 379525"/>
                <a:gd name="connsiteX4" fmla="*/ 66344 w 487228"/>
                <a:gd name="connsiteY4" fmla="*/ 16668 h 379525"/>
                <a:gd name="connsiteX5" fmla="*/ 38649 w 487228"/>
                <a:gd name="connsiteY5" fmla="*/ 3847 h 379525"/>
                <a:gd name="connsiteX6" fmla="*/ 26853 w 487228"/>
                <a:gd name="connsiteY6" fmla="*/ 25900 h 379525"/>
                <a:gd name="connsiteX7" fmla="*/ 146865 w 487228"/>
                <a:gd name="connsiteY7" fmla="*/ 353625 h 379525"/>
                <a:gd name="connsiteX8" fmla="*/ 474590 w 487228"/>
                <a:gd name="connsiteY8" fmla="*/ 233613 h 379525"/>
                <a:gd name="connsiteX9" fmla="*/ 483822 w 487228"/>
                <a:gd name="connsiteY9" fmla="*/ 210534 h 379525"/>
                <a:gd name="connsiteX10" fmla="*/ 456127 w 487228"/>
                <a:gd name="connsiteY10" fmla="*/ 197199 h 37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228" h="379525">
                  <a:moveTo>
                    <a:pt x="456127" y="197199"/>
                  </a:moveTo>
                  <a:cubicBezTo>
                    <a:pt x="453563" y="204892"/>
                    <a:pt x="450485" y="212586"/>
                    <a:pt x="446895" y="220279"/>
                  </a:cubicBezTo>
                  <a:cubicBezTo>
                    <a:pt x="396634" y="328495"/>
                    <a:pt x="267903" y="375679"/>
                    <a:pt x="159687" y="325417"/>
                  </a:cubicBezTo>
                  <a:cubicBezTo>
                    <a:pt x="51471" y="275156"/>
                    <a:pt x="4287" y="146425"/>
                    <a:pt x="54548" y="38722"/>
                  </a:cubicBezTo>
                  <a:cubicBezTo>
                    <a:pt x="58138" y="31029"/>
                    <a:pt x="62241" y="23849"/>
                    <a:pt x="66344" y="16668"/>
                  </a:cubicBezTo>
                  <a:lnTo>
                    <a:pt x="38649" y="3847"/>
                  </a:lnTo>
                  <a:cubicBezTo>
                    <a:pt x="34546" y="11027"/>
                    <a:pt x="30443" y="18207"/>
                    <a:pt x="26853" y="25900"/>
                  </a:cubicBezTo>
                  <a:cubicBezTo>
                    <a:pt x="-30589" y="149502"/>
                    <a:pt x="23263" y="296184"/>
                    <a:pt x="146865" y="353625"/>
                  </a:cubicBezTo>
                  <a:cubicBezTo>
                    <a:pt x="270467" y="411067"/>
                    <a:pt x="417149" y="357216"/>
                    <a:pt x="474590" y="233613"/>
                  </a:cubicBezTo>
                  <a:cubicBezTo>
                    <a:pt x="478181" y="225920"/>
                    <a:pt x="481258" y="218227"/>
                    <a:pt x="483822" y="210534"/>
                  </a:cubicBezTo>
                  <a:lnTo>
                    <a:pt x="456127" y="197199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2681"/>
            <p:cNvSpPr/>
            <p:nvPr/>
          </p:nvSpPr>
          <p:spPr>
            <a:xfrm>
              <a:off x="5862326" y="4231573"/>
              <a:ext cx="87188" cy="56416"/>
            </a:xfrm>
            <a:custGeom>
              <a:avLst/>
              <a:gdLst>
                <a:gd name="connsiteX0" fmla="*/ 77700 w 87188"/>
                <a:gd name="connsiteY0" fmla="*/ 57185 h 56415"/>
                <a:gd name="connsiteX1" fmla="*/ 86419 w 87188"/>
                <a:gd name="connsiteY1" fmla="*/ 38209 h 56415"/>
                <a:gd name="connsiteX2" fmla="*/ 12565 w 87188"/>
                <a:gd name="connsiteY2" fmla="*/ 3847 h 56415"/>
                <a:gd name="connsiteX3" fmla="*/ 3847 w 87188"/>
                <a:gd name="connsiteY3" fmla="*/ 22823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77700" y="57185"/>
                  </a:moveTo>
                  <a:lnTo>
                    <a:pt x="86419" y="38209"/>
                  </a:lnTo>
                  <a:lnTo>
                    <a:pt x="12565" y="3847"/>
                  </a:lnTo>
                  <a:lnTo>
                    <a:pt x="3847" y="2282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2682"/>
            <p:cNvSpPr/>
            <p:nvPr/>
          </p:nvSpPr>
          <p:spPr>
            <a:xfrm>
              <a:off x="5845792" y="4221707"/>
              <a:ext cx="41030" cy="41030"/>
            </a:xfrm>
            <a:custGeom>
              <a:avLst/>
              <a:gdLst>
                <a:gd name="connsiteX0" fmla="*/ 4994 w 41029"/>
                <a:gd name="connsiteY0" fmla="*/ 29612 h 41029"/>
                <a:gd name="connsiteX1" fmla="*/ 16277 w 41029"/>
                <a:gd name="connsiteY1" fmla="*/ 4994 h 41029"/>
                <a:gd name="connsiteX2" fmla="*/ 40895 w 41029"/>
                <a:gd name="connsiteY2" fmla="*/ 16277 h 41029"/>
                <a:gd name="connsiteX3" fmla="*/ 29612 w 41029"/>
                <a:gd name="connsiteY3" fmla="*/ 40895 h 41029"/>
                <a:gd name="connsiteX4" fmla="*/ 4994 w 41029"/>
                <a:gd name="connsiteY4" fmla="*/ 29612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994" y="29612"/>
                  </a:moveTo>
                  <a:cubicBezTo>
                    <a:pt x="1404" y="19867"/>
                    <a:pt x="6533" y="8584"/>
                    <a:pt x="16277" y="4994"/>
                  </a:cubicBezTo>
                  <a:cubicBezTo>
                    <a:pt x="26022" y="1404"/>
                    <a:pt x="37305" y="6533"/>
                    <a:pt x="40895" y="16277"/>
                  </a:cubicBezTo>
                  <a:cubicBezTo>
                    <a:pt x="44485" y="26022"/>
                    <a:pt x="39356" y="37305"/>
                    <a:pt x="29612" y="40895"/>
                  </a:cubicBezTo>
                  <a:cubicBezTo>
                    <a:pt x="19867" y="44485"/>
                    <a:pt x="8584" y="39356"/>
                    <a:pt x="4994" y="29612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2683"/>
            <p:cNvSpPr/>
            <p:nvPr/>
          </p:nvSpPr>
          <p:spPr>
            <a:xfrm>
              <a:off x="6097623" y="4612207"/>
              <a:ext cx="235921" cy="107703"/>
            </a:xfrm>
            <a:custGeom>
              <a:avLst/>
              <a:gdLst>
                <a:gd name="connsiteX0" fmla="*/ 233211 w 235921"/>
                <a:gd name="connsiteY0" fmla="*/ 25817 h 107703"/>
                <a:gd name="connsiteX1" fmla="*/ 188592 w 235921"/>
                <a:gd name="connsiteY1" fmla="*/ 5815 h 107703"/>
                <a:gd name="connsiteX2" fmla="*/ 27037 w 235921"/>
                <a:gd name="connsiteY2" fmla="*/ 64795 h 107703"/>
                <a:gd name="connsiteX3" fmla="*/ 5496 w 235921"/>
                <a:gd name="connsiteY3" fmla="*/ 108902 h 107703"/>
                <a:gd name="connsiteX4" fmla="*/ 233211 w 235921"/>
                <a:gd name="connsiteY4" fmla="*/ 25817 h 10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921" h="107703">
                  <a:moveTo>
                    <a:pt x="233211" y="25817"/>
                  </a:moveTo>
                  <a:cubicBezTo>
                    <a:pt x="226031" y="8379"/>
                    <a:pt x="206542" y="-340"/>
                    <a:pt x="188592" y="5815"/>
                  </a:cubicBezTo>
                  <a:lnTo>
                    <a:pt x="27037" y="64795"/>
                  </a:lnTo>
                  <a:cubicBezTo>
                    <a:pt x="9086" y="71462"/>
                    <a:pt x="-146" y="90952"/>
                    <a:pt x="5496" y="108902"/>
                  </a:cubicBezTo>
                  <a:lnTo>
                    <a:pt x="233211" y="25817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2684"/>
            <p:cNvSpPr/>
            <p:nvPr/>
          </p:nvSpPr>
          <p:spPr>
            <a:xfrm>
              <a:off x="6264931" y="4419284"/>
              <a:ext cx="87188" cy="56416"/>
            </a:xfrm>
            <a:custGeom>
              <a:avLst/>
              <a:gdLst>
                <a:gd name="connsiteX0" fmla="*/ 13078 w 87188"/>
                <a:gd name="connsiteY0" fmla="*/ 3847 h 56415"/>
                <a:gd name="connsiteX1" fmla="*/ 3847 w 87188"/>
                <a:gd name="connsiteY1" fmla="*/ 22823 h 56415"/>
                <a:gd name="connsiteX2" fmla="*/ 77700 w 87188"/>
                <a:gd name="connsiteY2" fmla="*/ 57185 h 56415"/>
                <a:gd name="connsiteX3" fmla="*/ 86419 w 87188"/>
                <a:gd name="connsiteY3" fmla="*/ 3820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13078" y="3847"/>
                  </a:moveTo>
                  <a:lnTo>
                    <a:pt x="3847" y="22823"/>
                  </a:lnTo>
                  <a:lnTo>
                    <a:pt x="77700" y="57185"/>
                  </a:lnTo>
                  <a:lnTo>
                    <a:pt x="86419" y="3820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2685"/>
            <p:cNvSpPr/>
            <p:nvPr/>
          </p:nvSpPr>
          <p:spPr>
            <a:xfrm>
              <a:off x="6325841" y="4444024"/>
              <a:ext cx="41030" cy="41030"/>
            </a:xfrm>
            <a:custGeom>
              <a:avLst/>
              <a:gdLst>
                <a:gd name="connsiteX0" fmla="*/ 40895 w 41029"/>
                <a:gd name="connsiteY0" fmla="*/ 16546 h 41029"/>
                <a:gd name="connsiteX1" fmla="*/ 29612 w 41029"/>
                <a:gd name="connsiteY1" fmla="*/ 41164 h 41029"/>
                <a:gd name="connsiteX2" fmla="*/ 4994 w 41029"/>
                <a:gd name="connsiteY2" fmla="*/ 29881 h 41029"/>
                <a:gd name="connsiteX3" fmla="*/ 16277 w 41029"/>
                <a:gd name="connsiteY3" fmla="*/ 5263 h 41029"/>
                <a:gd name="connsiteX4" fmla="*/ 40895 w 41029"/>
                <a:gd name="connsiteY4" fmla="*/ 16546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0895" y="16546"/>
                  </a:moveTo>
                  <a:cubicBezTo>
                    <a:pt x="44485" y="26291"/>
                    <a:pt x="39356" y="37574"/>
                    <a:pt x="29612" y="41164"/>
                  </a:cubicBezTo>
                  <a:cubicBezTo>
                    <a:pt x="19867" y="44754"/>
                    <a:pt x="8584" y="39625"/>
                    <a:pt x="4994" y="29881"/>
                  </a:cubicBezTo>
                  <a:cubicBezTo>
                    <a:pt x="1404" y="20136"/>
                    <a:pt x="6533" y="8853"/>
                    <a:pt x="16277" y="5263"/>
                  </a:cubicBezTo>
                  <a:cubicBezTo>
                    <a:pt x="26535" y="1160"/>
                    <a:pt x="37305" y="6289"/>
                    <a:pt x="40895" y="16546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2686"/>
            <p:cNvSpPr/>
            <p:nvPr/>
          </p:nvSpPr>
          <p:spPr>
            <a:xfrm>
              <a:off x="5914324" y="4179981"/>
              <a:ext cx="374397" cy="374397"/>
            </a:xfrm>
            <a:custGeom>
              <a:avLst/>
              <a:gdLst>
                <a:gd name="connsiteX0" fmla="*/ 21086 w 374396"/>
                <a:gd name="connsiteY0" fmla="*/ 111341 h 374396"/>
                <a:gd name="connsiteX1" fmla="*/ 110839 w 374396"/>
                <a:gd name="connsiteY1" fmla="*/ 357520 h 374396"/>
                <a:gd name="connsiteX2" fmla="*/ 357017 w 374396"/>
                <a:gd name="connsiteY2" fmla="*/ 267254 h 374396"/>
                <a:gd name="connsiteX3" fmla="*/ 267265 w 374396"/>
                <a:gd name="connsiteY3" fmla="*/ 21076 h 374396"/>
                <a:gd name="connsiteX4" fmla="*/ 21086 w 374396"/>
                <a:gd name="connsiteY4" fmla="*/ 111341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396" h="374396">
                  <a:moveTo>
                    <a:pt x="21086" y="111341"/>
                  </a:moveTo>
                  <a:cubicBezTo>
                    <a:pt x="-21995" y="204171"/>
                    <a:pt x="18522" y="314439"/>
                    <a:pt x="110839" y="357520"/>
                  </a:cubicBezTo>
                  <a:cubicBezTo>
                    <a:pt x="203668" y="400601"/>
                    <a:pt x="313936" y="360084"/>
                    <a:pt x="357017" y="267254"/>
                  </a:cubicBezTo>
                  <a:cubicBezTo>
                    <a:pt x="400099" y="174424"/>
                    <a:pt x="359582" y="64157"/>
                    <a:pt x="267265" y="21076"/>
                  </a:cubicBezTo>
                  <a:cubicBezTo>
                    <a:pt x="174948" y="-22006"/>
                    <a:pt x="64167" y="18511"/>
                    <a:pt x="21086" y="111341"/>
                  </a:cubicBezTo>
                  <a:close/>
                </a:path>
              </a:pathLst>
            </a:custGeom>
            <a:solidFill>
              <a:srgbClr val="1C75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2687"/>
            <p:cNvSpPr/>
            <p:nvPr/>
          </p:nvSpPr>
          <p:spPr>
            <a:xfrm>
              <a:off x="6221000" y="4231573"/>
              <a:ext cx="41030" cy="56416"/>
            </a:xfrm>
            <a:custGeom>
              <a:avLst/>
              <a:gdLst>
                <a:gd name="connsiteX0" fmla="*/ 9825 w 41029"/>
                <a:gd name="connsiteY0" fmla="*/ 3847 h 56415"/>
                <a:gd name="connsiteX1" fmla="*/ 10338 w 41029"/>
                <a:gd name="connsiteY1" fmla="*/ 4872 h 56415"/>
                <a:gd name="connsiteX2" fmla="*/ 11364 w 41029"/>
                <a:gd name="connsiteY2" fmla="*/ 5898 h 56415"/>
                <a:gd name="connsiteX3" fmla="*/ 21621 w 41029"/>
                <a:gd name="connsiteY3" fmla="*/ 16668 h 56415"/>
                <a:gd name="connsiteX4" fmla="*/ 38546 w 41029"/>
                <a:gd name="connsiteY4" fmla="*/ 40260 h 56415"/>
                <a:gd name="connsiteX5" fmla="*/ 39059 w 41029"/>
                <a:gd name="connsiteY5" fmla="*/ 45902 h 56415"/>
                <a:gd name="connsiteX6" fmla="*/ 37520 w 41029"/>
                <a:gd name="connsiteY6" fmla="*/ 52569 h 56415"/>
                <a:gd name="connsiteX7" fmla="*/ 31879 w 41029"/>
                <a:gd name="connsiteY7" fmla="*/ 52057 h 56415"/>
                <a:gd name="connsiteX8" fmla="*/ 28801 w 41029"/>
                <a:gd name="connsiteY8" fmla="*/ 51031 h 56415"/>
                <a:gd name="connsiteX9" fmla="*/ 27263 w 41029"/>
                <a:gd name="connsiteY9" fmla="*/ 50518 h 56415"/>
                <a:gd name="connsiteX10" fmla="*/ 21108 w 41029"/>
                <a:gd name="connsiteY10" fmla="*/ 49492 h 56415"/>
                <a:gd name="connsiteX11" fmla="*/ 14954 w 41029"/>
                <a:gd name="connsiteY11" fmla="*/ 45389 h 56415"/>
                <a:gd name="connsiteX12" fmla="*/ 10851 w 41029"/>
                <a:gd name="connsiteY12" fmla="*/ 38209 h 56415"/>
                <a:gd name="connsiteX13" fmla="*/ 9825 w 41029"/>
                <a:gd name="connsiteY13" fmla="*/ 36158 h 56415"/>
                <a:gd name="connsiteX14" fmla="*/ 8799 w 41029"/>
                <a:gd name="connsiteY14" fmla="*/ 34619 h 56415"/>
                <a:gd name="connsiteX15" fmla="*/ 9312 w 41029"/>
                <a:gd name="connsiteY15" fmla="*/ 33593 h 56415"/>
                <a:gd name="connsiteX16" fmla="*/ 7774 w 41029"/>
                <a:gd name="connsiteY16" fmla="*/ 29490 h 56415"/>
                <a:gd name="connsiteX17" fmla="*/ 8286 w 41029"/>
                <a:gd name="connsiteY17" fmla="*/ 25387 h 56415"/>
                <a:gd name="connsiteX18" fmla="*/ 5209 w 41029"/>
                <a:gd name="connsiteY18" fmla="*/ 19746 h 56415"/>
                <a:gd name="connsiteX19" fmla="*/ 4183 w 41029"/>
                <a:gd name="connsiteY19" fmla="*/ 14617 h 56415"/>
                <a:gd name="connsiteX20" fmla="*/ 4696 w 41029"/>
                <a:gd name="connsiteY20" fmla="*/ 8975 h 56415"/>
                <a:gd name="connsiteX21" fmla="*/ 9825 w 41029"/>
                <a:gd name="connsiteY21" fmla="*/ 3847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29" h="56415">
                  <a:moveTo>
                    <a:pt x="9825" y="3847"/>
                  </a:moveTo>
                  <a:cubicBezTo>
                    <a:pt x="10338" y="4359"/>
                    <a:pt x="10338" y="4872"/>
                    <a:pt x="10338" y="4872"/>
                  </a:cubicBezTo>
                  <a:cubicBezTo>
                    <a:pt x="10338" y="5385"/>
                    <a:pt x="11364" y="5898"/>
                    <a:pt x="11364" y="5898"/>
                  </a:cubicBezTo>
                  <a:cubicBezTo>
                    <a:pt x="11876" y="5898"/>
                    <a:pt x="16492" y="11027"/>
                    <a:pt x="21621" y="16668"/>
                  </a:cubicBezTo>
                  <a:cubicBezTo>
                    <a:pt x="26750" y="22310"/>
                    <a:pt x="38546" y="39235"/>
                    <a:pt x="38546" y="40260"/>
                  </a:cubicBezTo>
                  <a:cubicBezTo>
                    <a:pt x="38546" y="41286"/>
                    <a:pt x="39059" y="44363"/>
                    <a:pt x="39059" y="45902"/>
                  </a:cubicBezTo>
                  <a:cubicBezTo>
                    <a:pt x="38546" y="47441"/>
                    <a:pt x="38033" y="52057"/>
                    <a:pt x="37520" y="52569"/>
                  </a:cubicBezTo>
                  <a:cubicBezTo>
                    <a:pt x="37007" y="53082"/>
                    <a:pt x="33930" y="53595"/>
                    <a:pt x="31879" y="52057"/>
                  </a:cubicBezTo>
                  <a:cubicBezTo>
                    <a:pt x="31879" y="52057"/>
                    <a:pt x="31879" y="52057"/>
                    <a:pt x="28801" y="51031"/>
                  </a:cubicBezTo>
                  <a:cubicBezTo>
                    <a:pt x="27263" y="50518"/>
                    <a:pt x="27263" y="50518"/>
                    <a:pt x="27263" y="50518"/>
                  </a:cubicBezTo>
                  <a:cubicBezTo>
                    <a:pt x="25724" y="51031"/>
                    <a:pt x="23160" y="50518"/>
                    <a:pt x="21108" y="49492"/>
                  </a:cubicBezTo>
                  <a:cubicBezTo>
                    <a:pt x="19057" y="48466"/>
                    <a:pt x="14441" y="46415"/>
                    <a:pt x="14954" y="45389"/>
                  </a:cubicBezTo>
                  <a:cubicBezTo>
                    <a:pt x="14954" y="44363"/>
                    <a:pt x="12902" y="40260"/>
                    <a:pt x="10851" y="38209"/>
                  </a:cubicBezTo>
                  <a:cubicBezTo>
                    <a:pt x="10851" y="38209"/>
                    <a:pt x="10851" y="38209"/>
                    <a:pt x="9825" y="36158"/>
                  </a:cubicBezTo>
                  <a:cubicBezTo>
                    <a:pt x="8799" y="34619"/>
                    <a:pt x="8799" y="34619"/>
                    <a:pt x="8799" y="34619"/>
                  </a:cubicBezTo>
                  <a:cubicBezTo>
                    <a:pt x="10338" y="34619"/>
                    <a:pt x="10338" y="34106"/>
                    <a:pt x="9312" y="33593"/>
                  </a:cubicBezTo>
                  <a:cubicBezTo>
                    <a:pt x="8286" y="33080"/>
                    <a:pt x="7774" y="30516"/>
                    <a:pt x="7774" y="29490"/>
                  </a:cubicBezTo>
                  <a:cubicBezTo>
                    <a:pt x="7774" y="28464"/>
                    <a:pt x="9312" y="25900"/>
                    <a:pt x="8286" y="25387"/>
                  </a:cubicBezTo>
                  <a:cubicBezTo>
                    <a:pt x="7260" y="24361"/>
                    <a:pt x="5209" y="21284"/>
                    <a:pt x="5209" y="19746"/>
                  </a:cubicBezTo>
                  <a:cubicBezTo>
                    <a:pt x="5209" y="18720"/>
                    <a:pt x="5209" y="15130"/>
                    <a:pt x="4183" y="14617"/>
                  </a:cubicBezTo>
                  <a:cubicBezTo>
                    <a:pt x="3671" y="14104"/>
                    <a:pt x="3671" y="11027"/>
                    <a:pt x="4696" y="8975"/>
                  </a:cubicBezTo>
                  <a:cubicBezTo>
                    <a:pt x="5209" y="6411"/>
                    <a:pt x="9312" y="3847"/>
                    <a:pt x="982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2688"/>
            <p:cNvSpPr/>
            <p:nvPr/>
          </p:nvSpPr>
          <p:spPr>
            <a:xfrm>
              <a:off x="5925844" y="4399176"/>
              <a:ext cx="266693" cy="133347"/>
            </a:xfrm>
            <a:custGeom>
              <a:avLst/>
              <a:gdLst>
                <a:gd name="connsiteX0" fmla="*/ 27004 w 266693"/>
                <a:gd name="connsiteY0" fmla="*/ 76268 h 133346"/>
                <a:gd name="connsiteX1" fmla="*/ 10592 w 266693"/>
                <a:gd name="connsiteY1" fmla="*/ 49086 h 133346"/>
                <a:gd name="connsiteX2" fmla="*/ 10592 w 266693"/>
                <a:gd name="connsiteY2" fmla="*/ 46008 h 133346"/>
                <a:gd name="connsiteX3" fmla="*/ 12644 w 266693"/>
                <a:gd name="connsiteY3" fmla="*/ 41905 h 133346"/>
                <a:gd name="connsiteX4" fmla="*/ 12131 w 266693"/>
                <a:gd name="connsiteY4" fmla="*/ 39341 h 133346"/>
                <a:gd name="connsiteX5" fmla="*/ 7002 w 266693"/>
                <a:gd name="connsiteY5" fmla="*/ 37802 h 133346"/>
                <a:gd name="connsiteX6" fmla="*/ 5976 w 266693"/>
                <a:gd name="connsiteY6" fmla="*/ 35751 h 133346"/>
                <a:gd name="connsiteX7" fmla="*/ 10592 w 266693"/>
                <a:gd name="connsiteY7" fmla="*/ 32161 h 133346"/>
                <a:gd name="connsiteX8" fmla="*/ 16234 w 266693"/>
                <a:gd name="connsiteY8" fmla="*/ 32161 h 133346"/>
                <a:gd name="connsiteX9" fmla="*/ 18285 w 266693"/>
                <a:gd name="connsiteY9" fmla="*/ 31135 h 133346"/>
                <a:gd name="connsiteX10" fmla="*/ 15208 w 266693"/>
                <a:gd name="connsiteY10" fmla="*/ 28571 h 133346"/>
                <a:gd name="connsiteX11" fmla="*/ 8541 w 266693"/>
                <a:gd name="connsiteY11" fmla="*/ 28058 h 133346"/>
                <a:gd name="connsiteX12" fmla="*/ 3925 w 266693"/>
                <a:gd name="connsiteY12" fmla="*/ 20878 h 133346"/>
                <a:gd name="connsiteX13" fmla="*/ 7002 w 266693"/>
                <a:gd name="connsiteY13" fmla="*/ 17800 h 133346"/>
                <a:gd name="connsiteX14" fmla="*/ 10592 w 266693"/>
                <a:gd name="connsiteY14" fmla="*/ 14723 h 133346"/>
                <a:gd name="connsiteX15" fmla="*/ 13157 w 266693"/>
                <a:gd name="connsiteY15" fmla="*/ 10107 h 133346"/>
                <a:gd name="connsiteX16" fmla="*/ 16747 w 266693"/>
                <a:gd name="connsiteY16" fmla="*/ 9081 h 133346"/>
                <a:gd name="connsiteX17" fmla="*/ 20337 w 266693"/>
                <a:gd name="connsiteY17" fmla="*/ 5491 h 133346"/>
                <a:gd name="connsiteX18" fmla="*/ 24440 w 266693"/>
                <a:gd name="connsiteY18" fmla="*/ 6517 h 133346"/>
                <a:gd name="connsiteX19" fmla="*/ 27517 w 266693"/>
                <a:gd name="connsiteY19" fmla="*/ 7030 h 133346"/>
                <a:gd name="connsiteX20" fmla="*/ 31620 w 266693"/>
                <a:gd name="connsiteY20" fmla="*/ 4466 h 133346"/>
                <a:gd name="connsiteX21" fmla="*/ 33672 w 266693"/>
                <a:gd name="connsiteY21" fmla="*/ 3953 h 133346"/>
                <a:gd name="connsiteX22" fmla="*/ 36749 w 266693"/>
                <a:gd name="connsiteY22" fmla="*/ 6517 h 133346"/>
                <a:gd name="connsiteX23" fmla="*/ 36749 w 266693"/>
                <a:gd name="connsiteY23" fmla="*/ 9081 h 133346"/>
                <a:gd name="connsiteX24" fmla="*/ 35210 w 266693"/>
                <a:gd name="connsiteY24" fmla="*/ 11646 h 133346"/>
                <a:gd name="connsiteX25" fmla="*/ 39826 w 266693"/>
                <a:gd name="connsiteY25" fmla="*/ 13697 h 133346"/>
                <a:gd name="connsiteX26" fmla="*/ 41365 w 266693"/>
                <a:gd name="connsiteY26" fmla="*/ 17800 h 133346"/>
                <a:gd name="connsiteX27" fmla="*/ 33159 w 266693"/>
                <a:gd name="connsiteY27" fmla="*/ 24981 h 133346"/>
                <a:gd name="connsiteX28" fmla="*/ 30081 w 266693"/>
                <a:gd name="connsiteY28" fmla="*/ 19339 h 133346"/>
                <a:gd name="connsiteX29" fmla="*/ 25466 w 266693"/>
                <a:gd name="connsiteY29" fmla="*/ 16262 h 133346"/>
                <a:gd name="connsiteX30" fmla="*/ 22901 w 266693"/>
                <a:gd name="connsiteY30" fmla="*/ 14723 h 133346"/>
                <a:gd name="connsiteX31" fmla="*/ 18285 w 266693"/>
                <a:gd name="connsiteY31" fmla="*/ 17800 h 133346"/>
                <a:gd name="connsiteX32" fmla="*/ 16747 w 266693"/>
                <a:gd name="connsiteY32" fmla="*/ 21903 h 133346"/>
                <a:gd name="connsiteX33" fmla="*/ 15721 w 266693"/>
                <a:gd name="connsiteY33" fmla="*/ 24468 h 133346"/>
                <a:gd name="connsiteX34" fmla="*/ 19824 w 266693"/>
                <a:gd name="connsiteY34" fmla="*/ 24468 h 133346"/>
                <a:gd name="connsiteX35" fmla="*/ 23927 w 266693"/>
                <a:gd name="connsiteY35" fmla="*/ 29596 h 133346"/>
                <a:gd name="connsiteX36" fmla="*/ 23927 w 266693"/>
                <a:gd name="connsiteY36" fmla="*/ 36777 h 133346"/>
                <a:gd name="connsiteX37" fmla="*/ 26491 w 266693"/>
                <a:gd name="connsiteY37" fmla="*/ 39854 h 133346"/>
                <a:gd name="connsiteX38" fmla="*/ 30081 w 266693"/>
                <a:gd name="connsiteY38" fmla="*/ 47034 h 133346"/>
                <a:gd name="connsiteX39" fmla="*/ 32646 w 266693"/>
                <a:gd name="connsiteY39" fmla="*/ 52163 h 133346"/>
                <a:gd name="connsiteX40" fmla="*/ 34184 w 266693"/>
                <a:gd name="connsiteY40" fmla="*/ 52676 h 133346"/>
                <a:gd name="connsiteX41" fmla="*/ 40852 w 266693"/>
                <a:gd name="connsiteY41" fmla="*/ 52676 h 133346"/>
                <a:gd name="connsiteX42" fmla="*/ 45980 w 266693"/>
                <a:gd name="connsiteY42" fmla="*/ 49086 h 133346"/>
                <a:gd name="connsiteX43" fmla="*/ 47006 w 266693"/>
                <a:gd name="connsiteY43" fmla="*/ 47034 h 133346"/>
                <a:gd name="connsiteX44" fmla="*/ 51109 w 266693"/>
                <a:gd name="connsiteY44" fmla="*/ 46521 h 133346"/>
                <a:gd name="connsiteX45" fmla="*/ 53673 w 266693"/>
                <a:gd name="connsiteY45" fmla="*/ 44983 h 133346"/>
                <a:gd name="connsiteX46" fmla="*/ 50084 w 266693"/>
                <a:gd name="connsiteY46" fmla="*/ 41392 h 133346"/>
                <a:gd name="connsiteX47" fmla="*/ 48545 w 266693"/>
                <a:gd name="connsiteY47" fmla="*/ 40880 h 133346"/>
                <a:gd name="connsiteX48" fmla="*/ 45468 w 266693"/>
                <a:gd name="connsiteY48" fmla="*/ 35751 h 133346"/>
                <a:gd name="connsiteX49" fmla="*/ 34697 w 266693"/>
                <a:gd name="connsiteY49" fmla="*/ 30109 h 133346"/>
                <a:gd name="connsiteX50" fmla="*/ 37262 w 266693"/>
                <a:gd name="connsiteY50" fmla="*/ 28058 h 133346"/>
                <a:gd name="connsiteX51" fmla="*/ 39826 w 266693"/>
                <a:gd name="connsiteY51" fmla="*/ 25493 h 133346"/>
                <a:gd name="connsiteX52" fmla="*/ 43929 w 266693"/>
                <a:gd name="connsiteY52" fmla="*/ 22416 h 133346"/>
                <a:gd name="connsiteX53" fmla="*/ 49058 w 266693"/>
                <a:gd name="connsiteY53" fmla="*/ 22929 h 133346"/>
                <a:gd name="connsiteX54" fmla="*/ 49571 w 266693"/>
                <a:gd name="connsiteY54" fmla="*/ 19852 h 133346"/>
                <a:gd name="connsiteX55" fmla="*/ 50596 w 266693"/>
                <a:gd name="connsiteY55" fmla="*/ 18313 h 133346"/>
                <a:gd name="connsiteX56" fmla="*/ 57264 w 266693"/>
                <a:gd name="connsiteY56" fmla="*/ 17287 h 133346"/>
                <a:gd name="connsiteX57" fmla="*/ 60854 w 266693"/>
                <a:gd name="connsiteY57" fmla="*/ 17800 h 133346"/>
                <a:gd name="connsiteX58" fmla="*/ 65983 w 266693"/>
                <a:gd name="connsiteY58" fmla="*/ 17287 h 133346"/>
                <a:gd name="connsiteX59" fmla="*/ 69573 w 266693"/>
                <a:gd name="connsiteY59" fmla="*/ 16775 h 133346"/>
                <a:gd name="connsiteX60" fmla="*/ 77779 w 266693"/>
                <a:gd name="connsiteY60" fmla="*/ 19852 h 133346"/>
                <a:gd name="connsiteX61" fmla="*/ 82394 w 266693"/>
                <a:gd name="connsiteY61" fmla="*/ 18826 h 133346"/>
                <a:gd name="connsiteX62" fmla="*/ 83933 w 266693"/>
                <a:gd name="connsiteY62" fmla="*/ 21390 h 133346"/>
                <a:gd name="connsiteX63" fmla="*/ 82907 w 266693"/>
                <a:gd name="connsiteY63" fmla="*/ 23955 h 133346"/>
                <a:gd name="connsiteX64" fmla="*/ 80856 w 266693"/>
                <a:gd name="connsiteY64" fmla="*/ 24981 h 133346"/>
                <a:gd name="connsiteX65" fmla="*/ 77266 w 266693"/>
                <a:gd name="connsiteY65" fmla="*/ 24981 h 133346"/>
                <a:gd name="connsiteX66" fmla="*/ 73163 w 266693"/>
                <a:gd name="connsiteY66" fmla="*/ 22416 h 133346"/>
                <a:gd name="connsiteX67" fmla="*/ 71624 w 266693"/>
                <a:gd name="connsiteY67" fmla="*/ 27545 h 133346"/>
                <a:gd name="connsiteX68" fmla="*/ 73676 w 266693"/>
                <a:gd name="connsiteY68" fmla="*/ 30109 h 133346"/>
                <a:gd name="connsiteX69" fmla="*/ 76753 w 266693"/>
                <a:gd name="connsiteY69" fmla="*/ 32161 h 133346"/>
                <a:gd name="connsiteX70" fmla="*/ 80856 w 266693"/>
                <a:gd name="connsiteY70" fmla="*/ 33186 h 133346"/>
                <a:gd name="connsiteX71" fmla="*/ 81369 w 266693"/>
                <a:gd name="connsiteY71" fmla="*/ 37802 h 133346"/>
                <a:gd name="connsiteX72" fmla="*/ 78804 w 266693"/>
                <a:gd name="connsiteY72" fmla="*/ 39854 h 133346"/>
                <a:gd name="connsiteX73" fmla="*/ 80856 w 266693"/>
                <a:gd name="connsiteY73" fmla="*/ 46008 h 133346"/>
                <a:gd name="connsiteX74" fmla="*/ 83933 w 266693"/>
                <a:gd name="connsiteY74" fmla="*/ 49086 h 133346"/>
                <a:gd name="connsiteX75" fmla="*/ 84959 w 266693"/>
                <a:gd name="connsiteY75" fmla="*/ 55753 h 133346"/>
                <a:gd name="connsiteX76" fmla="*/ 90600 w 266693"/>
                <a:gd name="connsiteY76" fmla="*/ 59343 h 133346"/>
                <a:gd name="connsiteX77" fmla="*/ 91113 w 266693"/>
                <a:gd name="connsiteY77" fmla="*/ 61907 h 133346"/>
                <a:gd name="connsiteX78" fmla="*/ 94190 w 266693"/>
                <a:gd name="connsiteY78" fmla="*/ 67549 h 133346"/>
                <a:gd name="connsiteX79" fmla="*/ 99832 w 266693"/>
                <a:gd name="connsiteY79" fmla="*/ 74729 h 133346"/>
                <a:gd name="connsiteX80" fmla="*/ 103935 w 266693"/>
                <a:gd name="connsiteY80" fmla="*/ 75755 h 133346"/>
                <a:gd name="connsiteX81" fmla="*/ 107012 w 266693"/>
                <a:gd name="connsiteY81" fmla="*/ 79345 h 133346"/>
                <a:gd name="connsiteX82" fmla="*/ 99319 w 266693"/>
                <a:gd name="connsiteY82" fmla="*/ 80371 h 133346"/>
                <a:gd name="connsiteX83" fmla="*/ 96242 w 266693"/>
                <a:gd name="connsiteY83" fmla="*/ 84987 h 133346"/>
                <a:gd name="connsiteX84" fmla="*/ 95729 w 266693"/>
                <a:gd name="connsiteY84" fmla="*/ 87038 h 133346"/>
                <a:gd name="connsiteX85" fmla="*/ 93165 w 266693"/>
                <a:gd name="connsiteY85" fmla="*/ 93705 h 133346"/>
                <a:gd name="connsiteX86" fmla="*/ 100858 w 266693"/>
                <a:gd name="connsiteY86" fmla="*/ 103450 h 133346"/>
                <a:gd name="connsiteX87" fmla="*/ 110089 w 266693"/>
                <a:gd name="connsiteY87" fmla="*/ 99860 h 133346"/>
                <a:gd name="connsiteX88" fmla="*/ 108551 w 266693"/>
                <a:gd name="connsiteY88" fmla="*/ 95244 h 133346"/>
                <a:gd name="connsiteX89" fmla="*/ 112654 w 266693"/>
                <a:gd name="connsiteY89" fmla="*/ 92680 h 133346"/>
                <a:gd name="connsiteX90" fmla="*/ 119321 w 266693"/>
                <a:gd name="connsiteY90" fmla="*/ 93705 h 133346"/>
                <a:gd name="connsiteX91" fmla="*/ 127014 w 266693"/>
                <a:gd name="connsiteY91" fmla="*/ 93193 h 133346"/>
                <a:gd name="connsiteX92" fmla="*/ 133682 w 266693"/>
                <a:gd name="connsiteY92" fmla="*/ 94218 h 133346"/>
                <a:gd name="connsiteX93" fmla="*/ 134194 w 266693"/>
                <a:gd name="connsiteY93" fmla="*/ 89602 h 133346"/>
                <a:gd name="connsiteX94" fmla="*/ 136759 w 266693"/>
                <a:gd name="connsiteY94" fmla="*/ 87038 h 133346"/>
                <a:gd name="connsiteX95" fmla="*/ 133682 w 266693"/>
                <a:gd name="connsiteY95" fmla="*/ 80884 h 133346"/>
                <a:gd name="connsiteX96" fmla="*/ 134194 w 266693"/>
                <a:gd name="connsiteY96" fmla="*/ 78319 h 133346"/>
                <a:gd name="connsiteX97" fmla="*/ 135733 w 266693"/>
                <a:gd name="connsiteY97" fmla="*/ 76268 h 133346"/>
                <a:gd name="connsiteX98" fmla="*/ 138297 w 266693"/>
                <a:gd name="connsiteY98" fmla="*/ 73191 h 133346"/>
                <a:gd name="connsiteX99" fmla="*/ 142913 w 266693"/>
                <a:gd name="connsiteY99" fmla="*/ 71652 h 133346"/>
                <a:gd name="connsiteX100" fmla="*/ 145478 w 266693"/>
                <a:gd name="connsiteY100" fmla="*/ 68062 h 133346"/>
                <a:gd name="connsiteX101" fmla="*/ 153171 w 266693"/>
                <a:gd name="connsiteY101" fmla="*/ 63959 h 133346"/>
                <a:gd name="connsiteX102" fmla="*/ 162402 w 266693"/>
                <a:gd name="connsiteY102" fmla="*/ 60369 h 133346"/>
                <a:gd name="connsiteX103" fmla="*/ 170609 w 266693"/>
                <a:gd name="connsiteY103" fmla="*/ 59856 h 133346"/>
                <a:gd name="connsiteX104" fmla="*/ 174198 w 266693"/>
                <a:gd name="connsiteY104" fmla="*/ 56266 h 133346"/>
                <a:gd name="connsiteX105" fmla="*/ 178814 w 266693"/>
                <a:gd name="connsiteY105" fmla="*/ 53189 h 133346"/>
                <a:gd name="connsiteX106" fmla="*/ 181891 w 266693"/>
                <a:gd name="connsiteY106" fmla="*/ 49086 h 133346"/>
                <a:gd name="connsiteX107" fmla="*/ 185995 w 266693"/>
                <a:gd name="connsiteY107" fmla="*/ 46008 h 133346"/>
                <a:gd name="connsiteX108" fmla="*/ 191123 w 266693"/>
                <a:gd name="connsiteY108" fmla="*/ 44470 h 133346"/>
                <a:gd name="connsiteX109" fmla="*/ 193688 w 266693"/>
                <a:gd name="connsiteY109" fmla="*/ 45495 h 133346"/>
                <a:gd name="connsiteX110" fmla="*/ 195226 w 266693"/>
                <a:gd name="connsiteY110" fmla="*/ 46008 h 133346"/>
                <a:gd name="connsiteX111" fmla="*/ 198303 w 266693"/>
                <a:gd name="connsiteY111" fmla="*/ 48573 h 133346"/>
                <a:gd name="connsiteX112" fmla="*/ 201381 w 266693"/>
                <a:gd name="connsiteY112" fmla="*/ 53189 h 133346"/>
                <a:gd name="connsiteX113" fmla="*/ 204458 w 266693"/>
                <a:gd name="connsiteY113" fmla="*/ 56779 h 133346"/>
                <a:gd name="connsiteX114" fmla="*/ 205484 w 266693"/>
                <a:gd name="connsiteY114" fmla="*/ 58830 h 133346"/>
                <a:gd name="connsiteX115" fmla="*/ 210613 w 266693"/>
                <a:gd name="connsiteY115" fmla="*/ 62933 h 133346"/>
                <a:gd name="connsiteX116" fmla="*/ 218818 w 266693"/>
                <a:gd name="connsiteY116" fmla="*/ 69088 h 133346"/>
                <a:gd name="connsiteX117" fmla="*/ 219331 w 266693"/>
                <a:gd name="connsiteY117" fmla="*/ 75242 h 133346"/>
                <a:gd name="connsiteX118" fmla="*/ 222409 w 266693"/>
                <a:gd name="connsiteY118" fmla="*/ 78832 h 133346"/>
                <a:gd name="connsiteX119" fmla="*/ 225999 w 266693"/>
                <a:gd name="connsiteY119" fmla="*/ 82422 h 133346"/>
                <a:gd name="connsiteX120" fmla="*/ 230614 w 266693"/>
                <a:gd name="connsiteY120" fmla="*/ 87551 h 133346"/>
                <a:gd name="connsiteX121" fmla="*/ 232153 w 266693"/>
                <a:gd name="connsiteY121" fmla="*/ 90628 h 133346"/>
                <a:gd name="connsiteX122" fmla="*/ 231640 w 266693"/>
                <a:gd name="connsiteY122" fmla="*/ 93193 h 133346"/>
                <a:gd name="connsiteX123" fmla="*/ 232153 w 266693"/>
                <a:gd name="connsiteY123" fmla="*/ 96270 h 133346"/>
                <a:gd name="connsiteX124" fmla="*/ 237795 w 266693"/>
                <a:gd name="connsiteY124" fmla="*/ 100373 h 133346"/>
                <a:gd name="connsiteX125" fmla="*/ 239333 w 266693"/>
                <a:gd name="connsiteY125" fmla="*/ 107040 h 133346"/>
                <a:gd name="connsiteX126" fmla="*/ 242923 w 266693"/>
                <a:gd name="connsiteY126" fmla="*/ 112682 h 133346"/>
                <a:gd name="connsiteX127" fmla="*/ 249591 w 266693"/>
                <a:gd name="connsiteY127" fmla="*/ 115246 h 133346"/>
                <a:gd name="connsiteX128" fmla="*/ 254207 w 266693"/>
                <a:gd name="connsiteY128" fmla="*/ 117298 h 133346"/>
                <a:gd name="connsiteX129" fmla="*/ 255745 w 266693"/>
                <a:gd name="connsiteY129" fmla="*/ 121401 h 133346"/>
                <a:gd name="connsiteX130" fmla="*/ 260874 w 266693"/>
                <a:gd name="connsiteY130" fmla="*/ 123452 h 133346"/>
                <a:gd name="connsiteX131" fmla="*/ 265490 w 266693"/>
                <a:gd name="connsiteY131" fmla="*/ 123452 h 133346"/>
                <a:gd name="connsiteX132" fmla="*/ 267541 w 266693"/>
                <a:gd name="connsiteY132" fmla="*/ 123965 h 133346"/>
                <a:gd name="connsiteX133" fmla="*/ 265490 w 266693"/>
                <a:gd name="connsiteY133" fmla="*/ 129094 h 133346"/>
                <a:gd name="connsiteX134" fmla="*/ 263438 w 266693"/>
                <a:gd name="connsiteY134" fmla="*/ 130632 h 133346"/>
                <a:gd name="connsiteX135" fmla="*/ 262412 w 266693"/>
                <a:gd name="connsiteY135" fmla="*/ 130632 h 133346"/>
                <a:gd name="connsiteX136" fmla="*/ 257284 w 266693"/>
                <a:gd name="connsiteY136" fmla="*/ 129606 h 133346"/>
                <a:gd name="connsiteX137" fmla="*/ 249078 w 266693"/>
                <a:gd name="connsiteY137" fmla="*/ 129094 h 133346"/>
                <a:gd name="connsiteX138" fmla="*/ 239333 w 266693"/>
                <a:gd name="connsiteY138" fmla="*/ 126016 h 133346"/>
                <a:gd name="connsiteX139" fmla="*/ 235743 w 266693"/>
                <a:gd name="connsiteY139" fmla="*/ 124478 h 133346"/>
                <a:gd name="connsiteX140" fmla="*/ 233179 w 266693"/>
                <a:gd name="connsiteY140" fmla="*/ 121401 h 133346"/>
                <a:gd name="connsiteX141" fmla="*/ 230102 w 266693"/>
                <a:gd name="connsiteY141" fmla="*/ 119862 h 133346"/>
                <a:gd name="connsiteX142" fmla="*/ 222409 w 266693"/>
                <a:gd name="connsiteY142" fmla="*/ 118836 h 133346"/>
                <a:gd name="connsiteX143" fmla="*/ 211638 w 266693"/>
                <a:gd name="connsiteY143" fmla="*/ 111143 h 133346"/>
                <a:gd name="connsiteX144" fmla="*/ 203945 w 266693"/>
                <a:gd name="connsiteY144" fmla="*/ 107040 h 133346"/>
                <a:gd name="connsiteX145" fmla="*/ 200868 w 266693"/>
                <a:gd name="connsiteY145" fmla="*/ 106527 h 133346"/>
                <a:gd name="connsiteX146" fmla="*/ 195739 w 266693"/>
                <a:gd name="connsiteY146" fmla="*/ 103963 h 133346"/>
                <a:gd name="connsiteX147" fmla="*/ 185995 w 266693"/>
                <a:gd name="connsiteY147" fmla="*/ 103963 h 133346"/>
                <a:gd name="connsiteX148" fmla="*/ 179327 w 266693"/>
                <a:gd name="connsiteY148" fmla="*/ 105501 h 133346"/>
                <a:gd name="connsiteX149" fmla="*/ 174198 w 266693"/>
                <a:gd name="connsiteY149" fmla="*/ 106014 h 133346"/>
                <a:gd name="connsiteX150" fmla="*/ 166505 w 266693"/>
                <a:gd name="connsiteY150" fmla="*/ 103963 h 133346"/>
                <a:gd name="connsiteX151" fmla="*/ 164967 w 266693"/>
                <a:gd name="connsiteY151" fmla="*/ 102937 h 133346"/>
                <a:gd name="connsiteX152" fmla="*/ 159325 w 266693"/>
                <a:gd name="connsiteY152" fmla="*/ 103963 h 133346"/>
                <a:gd name="connsiteX153" fmla="*/ 151632 w 266693"/>
                <a:gd name="connsiteY153" fmla="*/ 98321 h 133346"/>
                <a:gd name="connsiteX154" fmla="*/ 147016 w 266693"/>
                <a:gd name="connsiteY154" fmla="*/ 94218 h 133346"/>
                <a:gd name="connsiteX155" fmla="*/ 143426 w 266693"/>
                <a:gd name="connsiteY155" fmla="*/ 92680 h 133346"/>
                <a:gd name="connsiteX156" fmla="*/ 139323 w 266693"/>
                <a:gd name="connsiteY156" fmla="*/ 92680 h 133346"/>
                <a:gd name="connsiteX157" fmla="*/ 137785 w 266693"/>
                <a:gd name="connsiteY157" fmla="*/ 95244 h 133346"/>
                <a:gd name="connsiteX158" fmla="*/ 132143 w 266693"/>
                <a:gd name="connsiteY158" fmla="*/ 98834 h 133346"/>
                <a:gd name="connsiteX159" fmla="*/ 129579 w 266693"/>
                <a:gd name="connsiteY159" fmla="*/ 98834 h 133346"/>
                <a:gd name="connsiteX160" fmla="*/ 125476 w 266693"/>
                <a:gd name="connsiteY160" fmla="*/ 100373 h 133346"/>
                <a:gd name="connsiteX161" fmla="*/ 121886 w 266693"/>
                <a:gd name="connsiteY161" fmla="*/ 103963 h 133346"/>
                <a:gd name="connsiteX162" fmla="*/ 115218 w 266693"/>
                <a:gd name="connsiteY162" fmla="*/ 107553 h 133346"/>
                <a:gd name="connsiteX163" fmla="*/ 105474 w 266693"/>
                <a:gd name="connsiteY163" fmla="*/ 115246 h 133346"/>
                <a:gd name="connsiteX164" fmla="*/ 95216 w 266693"/>
                <a:gd name="connsiteY164" fmla="*/ 113195 h 133346"/>
                <a:gd name="connsiteX165" fmla="*/ 89062 w 266693"/>
                <a:gd name="connsiteY165" fmla="*/ 114220 h 133346"/>
                <a:gd name="connsiteX166" fmla="*/ 89575 w 266693"/>
                <a:gd name="connsiteY166" fmla="*/ 115246 h 133346"/>
                <a:gd name="connsiteX167" fmla="*/ 93165 w 266693"/>
                <a:gd name="connsiteY167" fmla="*/ 117298 h 133346"/>
                <a:gd name="connsiteX168" fmla="*/ 88549 w 266693"/>
                <a:gd name="connsiteY168" fmla="*/ 119349 h 133346"/>
                <a:gd name="connsiteX169" fmla="*/ 82394 w 266693"/>
                <a:gd name="connsiteY169" fmla="*/ 120375 h 133346"/>
                <a:gd name="connsiteX170" fmla="*/ 77779 w 266693"/>
                <a:gd name="connsiteY170" fmla="*/ 118836 h 133346"/>
                <a:gd name="connsiteX171" fmla="*/ 70085 w 266693"/>
                <a:gd name="connsiteY171" fmla="*/ 118836 h 133346"/>
                <a:gd name="connsiteX172" fmla="*/ 27004 w 266693"/>
                <a:gd name="connsiteY172" fmla="*/ 76268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266693" h="133346">
                  <a:moveTo>
                    <a:pt x="27004" y="76268"/>
                  </a:moveTo>
                  <a:cubicBezTo>
                    <a:pt x="17772" y="61907"/>
                    <a:pt x="10592" y="49598"/>
                    <a:pt x="10592" y="49086"/>
                  </a:cubicBezTo>
                  <a:cubicBezTo>
                    <a:pt x="11105" y="48573"/>
                    <a:pt x="11105" y="47034"/>
                    <a:pt x="10592" y="46008"/>
                  </a:cubicBezTo>
                  <a:cubicBezTo>
                    <a:pt x="10079" y="44983"/>
                    <a:pt x="12131" y="41905"/>
                    <a:pt x="12644" y="41905"/>
                  </a:cubicBezTo>
                  <a:cubicBezTo>
                    <a:pt x="13670" y="42418"/>
                    <a:pt x="13670" y="40880"/>
                    <a:pt x="12131" y="39341"/>
                  </a:cubicBezTo>
                  <a:cubicBezTo>
                    <a:pt x="10592" y="37802"/>
                    <a:pt x="7002" y="38315"/>
                    <a:pt x="7002" y="37802"/>
                  </a:cubicBezTo>
                  <a:cubicBezTo>
                    <a:pt x="6489" y="37289"/>
                    <a:pt x="5464" y="36264"/>
                    <a:pt x="5976" y="35751"/>
                  </a:cubicBezTo>
                  <a:cubicBezTo>
                    <a:pt x="6489" y="35238"/>
                    <a:pt x="9054" y="32674"/>
                    <a:pt x="10592" y="32161"/>
                  </a:cubicBezTo>
                  <a:cubicBezTo>
                    <a:pt x="12131" y="32161"/>
                    <a:pt x="16234" y="31135"/>
                    <a:pt x="16234" y="32161"/>
                  </a:cubicBezTo>
                  <a:cubicBezTo>
                    <a:pt x="16747" y="33186"/>
                    <a:pt x="18798" y="32161"/>
                    <a:pt x="18285" y="31135"/>
                  </a:cubicBezTo>
                  <a:cubicBezTo>
                    <a:pt x="17772" y="30109"/>
                    <a:pt x="15721" y="28571"/>
                    <a:pt x="15208" y="28571"/>
                  </a:cubicBezTo>
                  <a:cubicBezTo>
                    <a:pt x="14695" y="29084"/>
                    <a:pt x="11618" y="29084"/>
                    <a:pt x="8541" y="28058"/>
                  </a:cubicBezTo>
                  <a:cubicBezTo>
                    <a:pt x="5464" y="26519"/>
                    <a:pt x="3412" y="21390"/>
                    <a:pt x="3925" y="20878"/>
                  </a:cubicBezTo>
                  <a:cubicBezTo>
                    <a:pt x="4438" y="20365"/>
                    <a:pt x="7515" y="19852"/>
                    <a:pt x="7002" y="17800"/>
                  </a:cubicBezTo>
                  <a:cubicBezTo>
                    <a:pt x="7002" y="15749"/>
                    <a:pt x="10592" y="15749"/>
                    <a:pt x="10592" y="14723"/>
                  </a:cubicBezTo>
                  <a:cubicBezTo>
                    <a:pt x="10592" y="13697"/>
                    <a:pt x="12644" y="10620"/>
                    <a:pt x="13157" y="10107"/>
                  </a:cubicBezTo>
                  <a:cubicBezTo>
                    <a:pt x="13670" y="9594"/>
                    <a:pt x="16747" y="10107"/>
                    <a:pt x="16747" y="9081"/>
                  </a:cubicBezTo>
                  <a:cubicBezTo>
                    <a:pt x="17260" y="8056"/>
                    <a:pt x="19311" y="5491"/>
                    <a:pt x="20337" y="5491"/>
                  </a:cubicBezTo>
                  <a:cubicBezTo>
                    <a:pt x="21363" y="5491"/>
                    <a:pt x="24440" y="6004"/>
                    <a:pt x="24440" y="6517"/>
                  </a:cubicBezTo>
                  <a:cubicBezTo>
                    <a:pt x="24440" y="7030"/>
                    <a:pt x="26491" y="8056"/>
                    <a:pt x="27517" y="7030"/>
                  </a:cubicBezTo>
                  <a:cubicBezTo>
                    <a:pt x="28543" y="6517"/>
                    <a:pt x="30594" y="4466"/>
                    <a:pt x="31620" y="4466"/>
                  </a:cubicBezTo>
                  <a:cubicBezTo>
                    <a:pt x="32133" y="4979"/>
                    <a:pt x="33672" y="3440"/>
                    <a:pt x="33672" y="3953"/>
                  </a:cubicBezTo>
                  <a:cubicBezTo>
                    <a:pt x="34184" y="4466"/>
                    <a:pt x="36749" y="6004"/>
                    <a:pt x="36749" y="6517"/>
                  </a:cubicBezTo>
                  <a:cubicBezTo>
                    <a:pt x="36749" y="7030"/>
                    <a:pt x="37775" y="8569"/>
                    <a:pt x="36749" y="9081"/>
                  </a:cubicBezTo>
                  <a:cubicBezTo>
                    <a:pt x="35723" y="9594"/>
                    <a:pt x="34184" y="11646"/>
                    <a:pt x="35210" y="11646"/>
                  </a:cubicBezTo>
                  <a:cubicBezTo>
                    <a:pt x="36236" y="11646"/>
                    <a:pt x="39313" y="12672"/>
                    <a:pt x="39826" y="13697"/>
                  </a:cubicBezTo>
                  <a:cubicBezTo>
                    <a:pt x="40852" y="14723"/>
                    <a:pt x="43416" y="16775"/>
                    <a:pt x="41365" y="17800"/>
                  </a:cubicBezTo>
                  <a:cubicBezTo>
                    <a:pt x="39313" y="18826"/>
                    <a:pt x="33672" y="23442"/>
                    <a:pt x="33159" y="24981"/>
                  </a:cubicBezTo>
                  <a:cubicBezTo>
                    <a:pt x="32646" y="26519"/>
                    <a:pt x="30081" y="23955"/>
                    <a:pt x="30081" y="19339"/>
                  </a:cubicBezTo>
                  <a:cubicBezTo>
                    <a:pt x="30081" y="19339"/>
                    <a:pt x="30081" y="19339"/>
                    <a:pt x="25466" y="16262"/>
                  </a:cubicBezTo>
                  <a:cubicBezTo>
                    <a:pt x="22901" y="14723"/>
                    <a:pt x="22901" y="14723"/>
                    <a:pt x="22901" y="14723"/>
                  </a:cubicBezTo>
                  <a:cubicBezTo>
                    <a:pt x="21363" y="15749"/>
                    <a:pt x="19311" y="17287"/>
                    <a:pt x="18285" y="17800"/>
                  </a:cubicBezTo>
                  <a:cubicBezTo>
                    <a:pt x="17260" y="18313"/>
                    <a:pt x="17260" y="21390"/>
                    <a:pt x="16747" y="21903"/>
                  </a:cubicBezTo>
                  <a:cubicBezTo>
                    <a:pt x="16234" y="22416"/>
                    <a:pt x="15208" y="24981"/>
                    <a:pt x="15721" y="24468"/>
                  </a:cubicBezTo>
                  <a:cubicBezTo>
                    <a:pt x="16234" y="23955"/>
                    <a:pt x="18798" y="23955"/>
                    <a:pt x="19824" y="24468"/>
                  </a:cubicBezTo>
                  <a:cubicBezTo>
                    <a:pt x="20850" y="24981"/>
                    <a:pt x="24440" y="28058"/>
                    <a:pt x="23927" y="29596"/>
                  </a:cubicBezTo>
                  <a:cubicBezTo>
                    <a:pt x="23927" y="31135"/>
                    <a:pt x="23414" y="36777"/>
                    <a:pt x="23927" y="36777"/>
                  </a:cubicBezTo>
                  <a:cubicBezTo>
                    <a:pt x="24440" y="36777"/>
                    <a:pt x="25979" y="38828"/>
                    <a:pt x="26491" y="39854"/>
                  </a:cubicBezTo>
                  <a:cubicBezTo>
                    <a:pt x="27004" y="41392"/>
                    <a:pt x="29569" y="45495"/>
                    <a:pt x="30081" y="47034"/>
                  </a:cubicBezTo>
                  <a:cubicBezTo>
                    <a:pt x="30594" y="48060"/>
                    <a:pt x="32133" y="51650"/>
                    <a:pt x="32646" y="52163"/>
                  </a:cubicBezTo>
                  <a:cubicBezTo>
                    <a:pt x="33159" y="52676"/>
                    <a:pt x="33672" y="53189"/>
                    <a:pt x="34184" y="52676"/>
                  </a:cubicBezTo>
                  <a:cubicBezTo>
                    <a:pt x="34697" y="52163"/>
                    <a:pt x="39313" y="53189"/>
                    <a:pt x="40852" y="52676"/>
                  </a:cubicBezTo>
                  <a:cubicBezTo>
                    <a:pt x="42391" y="51650"/>
                    <a:pt x="45980" y="49598"/>
                    <a:pt x="45980" y="49086"/>
                  </a:cubicBezTo>
                  <a:cubicBezTo>
                    <a:pt x="45980" y="48573"/>
                    <a:pt x="47519" y="48060"/>
                    <a:pt x="47006" y="47034"/>
                  </a:cubicBezTo>
                  <a:cubicBezTo>
                    <a:pt x="46493" y="46521"/>
                    <a:pt x="49571" y="46008"/>
                    <a:pt x="51109" y="46521"/>
                  </a:cubicBezTo>
                  <a:cubicBezTo>
                    <a:pt x="52648" y="47034"/>
                    <a:pt x="55212" y="46008"/>
                    <a:pt x="53673" y="44983"/>
                  </a:cubicBezTo>
                  <a:cubicBezTo>
                    <a:pt x="52135" y="43957"/>
                    <a:pt x="50084" y="40880"/>
                    <a:pt x="50084" y="41392"/>
                  </a:cubicBezTo>
                  <a:cubicBezTo>
                    <a:pt x="50084" y="41905"/>
                    <a:pt x="48032" y="41392"/>
                    <a:pt x="48545" y="40880"/>
                  </a:cubicBezTo>
                  <a:cubicBezTo>
                    <a:pt x="49058" y="40367"/>
                    <a:pt x="47519" y="37289"/>
                    <a:pt x="45468" y="35751"/>
                  </a:cubicBezTo>
                  <a:cubicBezTo>
                    <a:pt x="43416" y="34212"/>
                    <a:pt x="34697" y="30622"/>
                    <a:pt x="34697" y="30109"/>
                  </a:cubicBezTo>
                  <a:cubicBezTo>
                    <a:pt x="34697" y="29596"/>
                    <a:pt x="36236" y="28058"/>
                    <a:pt x="37262" y="28058"/>
                  </a:cubicBezTo>
                  <a:cubicBezTo>
                    <a:pt x="38287" y="28058"/>
                    <a:pt x="38800" y="25493"/>
                    <a:pt x="39826" y="25493"/>
                  </a:cubicBezTo>
                  <a:cubicBezTo>
                    <a:pt x="40852" y="25493"/>
                    <a:pt x="42903" y="21903"/>
                    <a:pt x="43929" y="22416"/>
                  </a:cubicBezTo>
                  <a:cubicBezTo>
                    <a:pt x="44955" y="22929"/>
                    <a:pt x="48545" y="23955"/>
                    <a:pt x="49058" y="22929"/>
                  </a:cubicBezTo>
                  <a:cubicBezTo>
                    <a:pt x="49571" y="22416"/>
                    <a:pt x="50084" y="20365"/>
                    <a:pt x="49571" y="19852"/>
                  </a:cubicBezTo>
                  <a:cubicBezTo>
                    <a:pt x="49058" y="19339"/>
                    <a:pt x="49058" y="18313"/>
                    <a:pt x="50596" y="18313"/>
                  </a:cubicBezTo>
                  <a:cubicBezTo>
                    <a:pt x="52135" y="18313"/>
                    <a:pt x="56751" y="17287"/>
                    <a:pt x="57264" y="17287"/>
                  </a:cubicBezTo>
                  <a:cubicBezTo>
                    <a:pt x="57777" y="17800"/>
                    <a:pt x="59828" y="18313"/>
                    <a:pt x="60854" y="17800"/>
                  </a:cubicBezTo>
                  <a:cubicBezTo>
                    <a:pt x="61880" y="17287"/>
                    <a:pt x="65983" y="17800"/>
                    <a:pt x="65983" y="17287"/>
                  </a:cubicBezTo>
                  <a:cubicBezTo>
                    <a:pt x="65983" y="16775"/>
                    <a:pt x="68547" y="16262"/>
                    <a:pt x="69573" y="16775"/>
                  </a:cubicBezTo>
                  <a:cubicBezTo>
                    <a:pt x="70599" y="17287"/>
                    <a:pt x="76753" y="19852"/>
                    <a:pt x="77779" y="19852"/>
                  </a:cubicBezTo>
                  <a:cubicBezTo>
                    <a:pt x="78804" y="19852"/>
                    <a:pt x="81881" y="18313"/>
                    <a:pt x="82394" y="18826"/>
                  </a:cubicBezTo>
                  <a:cubicBezTo>
                    <a:pt x="83420" y="19339"/>
                    <a:pt x="84959" y="20878"/>
                    <a:pt x="83933" y="21390"/>
                  </a:cubicBezTo>
                  <a:cubicBezTo>
                    <a:pt x="82907" y="21903"/>
                    <a:pt x="83420" y="23955"/>
                    <a:pt x="82907" y="23955"/>
                  </a:cubicBezTo>
                  <a:cubicBezTo>
                    <a:pt x="82394" y="23955"/>
                    <a:pt x="80856" y="23955"/>
                    <a:pt x="80856" y="24981"/>
                  </a:cubicBezTo>
                  <a:cubicBezTo>
                    <a:pt x="80856" y="26006"/>
                    <a:pt x="78292" y="27032"/>
                    <a:pt x="77266" y="24981"/>
                  </a:cubicBezTo>
                  <a:cubicBezTo>
                    <a:pt x="76240" y="23442"/>
                    <a:pt x="72650" y="20365"/>
                    <a:pt x="73163" y="22416"/>
                  </a:cubicBezTo>
                  <a:cubicBezTo>
                    <a:pt x="73676" y="24468"/>
                    <a:pt x="71111" y="27545"/>
                    <a:pt x="71624" y="27545"/>
                  </a:cubicBezTo>
                  <a:cubicBezTo>
                    <a:pt x="72137" y="27545"/>
                    <a:pt x="74188" y="29084"/>
                    <a:pt x="73676" y="30109"/>
                  </a:cubicBezTo>
                  <a:cubicBezTo>
                    <a:pt x="73676" y="31135"/>
                    <a:pt x="75727" y="32674"/>
                    <a:pt x="76753" y="32161"/>
                  </a:cubicBezTo>
                  <a:cubicBezTo>
                    <a:pt x="77779" y="31648"/>
                    <a:pt x="80343" y="31648"/>
                    <a:pt x="80856" y="33186"/>
                  </a:cubicBezTo>
                  <a:cubicBezTo>
                    <a:pt x="80856" y="34725"/>
                    <a:pt x="81369" y="38315"/>
                    <a:pt x="81369" y="37802"/>
                  </a:cubicBezTo>
                  <a:cubicBezTo>
                    <a:pt x="81369" y="37289"/>
                    <a:pt x="79317" y="37802"/>
                    <a:pt x="78804" y="39854"/>
                  </a:cubicBezTo>
                  <a:cubicBezTo>
                    <a:pt x="78804" y="41905"/>
                    <a:pt x="79830" y="46008"/>
                    <a:pt x="80856" y="46008"/>
                  </a:cubicBezTo>
                  <a:cubicBezTo>
                    <a:pt x="81369" y="46008"/>
                    <a:pt x="83933" y="48060"/>
                    <a:pt x="83933" y="49086"/>
                  </a:cubicBezTo>
                  <a:cubicBezTo>
                    <a:pt x="83933" y="50111"/>
                    <a:pt x="84446" y="54727"/>
                    <a:pt x="84959" y="55753"/>
                  </a:cubicBezTo>
                  <a:cubicBezTo>
                    <a:pt x="85472" y="56779"/>
                    <a:pt x="90600" y="58830"/>
                    <a:pt x="90600" y="59343"/>
                  </a:cubicBezTo>
                  <a:cubicBezTo>
                    <a:pt x="90600" y="59856"/>
                    <a:pt x="90600" y="61394"/>
                    <a:pt x="91113" y="61907"/>
                  </a:cubicBezTo>
                  <a:cubicBezTo>
                    <a:pt x="91626" y="61907"/>
                    <a:pt x="94190" y="65497"/>
                    <a:pt x="94190" y="67549"/>
                  </a:cubicBezTo>
                  <a:cubicBezTo>
                    <a:pt x="94190" y="69600"/>
                    <a:pt x="98806" y="74729"/>
                    <a:pt x="99832" y="74729"/>
                  </a:cubicBezTo>
                  <a:cubicBezTo>
                    <a:pt x="100858" y="74729"/>
                    <a:pt x="103422" y="74729"/>
                    <a:pt x="103935" y="75755"/>
                  </a:cubicBezTo>
                  <a:cubicBezTo>
                    <a:pt x="104961" y="76268"/>
                    <a:pt x="108038" y="78319"/>
                    <a:pt x="107012" y="79345"/>
                  </a:cubicBezTo>
                  <a:cubicBezTo>
                    <a:pt x="105986" y="80371"/>
                    <a:pt x="100345" y="79858"/>
                    <a:pt x="99319" y="80371"/>
                  </a:cubicBezTo>
                  <a:cubicBezTo>
                    <a:pt x="98293" y="81396"/>
                    <a:pt x="96242" y="84987"/>
                    <a:pt x="96242" y="84987"/>
                  </a:cubicBezTo>
                  <a:cubicBezTo>
                    <a:pt x="96242" y="85499"/>
                    <a:pt x="96755" y="86525"/>
                    <a:pt x="95729" y="87038"/>
                  </a:cubicBezTo>
                  <a:cubicBezTo>
                    <a:pt x="94703" y="87551"/>
                    <a:pt x="92652" y="92680"/>
                    <a:pt x="93165" y="93705"/>
                  </a:cubicBezTo>
                  <a:cubicBezTo>
                    <a:pt x="93165" y="94731"/>
                    <a:pt x="96755" y="100373"/>
                    <a:pt x="100858" y="103450"/>
                  </a:cubicBezTo>
                  <a:cubicBezTo>
                    <a:pt x="104961" y="106527"/>
                    <a:pt x="111115" y="100373"/>
                    <a:pt x="110089" y="99860"/>
                  </a:cubicBezTo>
                  <a:cubicBezTo>
                    <a:pt x="109064" y="98834"/>
                    <a:pt x="108038" y="96270"/>
                    <a:pt x="108551" y="95244"/>
                  </a:cubicBezTo>
                  <a:cubicBezTo>
                    <a:pt x="109064" y="94731"/>
                    <a:pt x="111628" y="91654"/>
                    <a:pt x="112654" y="92680"/>
                  </a:cubicBezTo>
                  <a:cubicBezTo>
                    <a:pt x="114193" y="93705"/>
                    <a:pt x="118296" y="95244"/>
                    <a:pt x="119321" y="93705"/>
                  </a:cubicBezTo>
                  <a:cubicBezTo>
                    <a:pt x="120347" y="92167"/>
                    <a:pt x="124963" y="92167"/>
                    <a:pt x="127014" y="93193"/>
                  </a:cubicBezTo>
                  <a:cubicBezTo>
                    <a:pt x="129066" y="94731"/>
                    <a:pt x="133682" y="94731"/>
                    <a:pt x="133682" y="94218"/>
                  </a:cubicBezTo>
                  <a:cubicBezTo>
                    <a:pt x="133682" y="93705"/>
                    <a:pt x="133682" y="90115"/>
                    <a:pt x="134194" y="89602"/>
                  </a:cubicBezTo>
                  <a:cubicBezTo>
                    <a:pt x="134708" y="89090"/>
                    <a:pt x="137272" y="88577"/>
                    <a:pt x="136759" y="87038"/>
                  </a:cubicBezTo>
                  <a:cubicBezTo>
                    <a:pt x="136246" y="85499"/>
                    <a:pt x="133682" y="81909"/>
                    <a:pt x="133682" y="80884"/>
                  </a:cubicBezTo>
                  <a:cubicBezTo>
                    <a:pt x="133682" y="80371"/>
                    <a:pt x="133682" y="78319"/>
                    <a:pt x="134194" y="78319"/>
                  </a:cubicBezTo>
                  <a:cubicBezTo>
                    <a:pt x="135220" y="78319"/>
                    <a:pt x="136246" y="76781"/>
                    <a:pt x="135733" y="76268"/>
                  </a:cubicBezTo>
                  <a:cubicBezTo>
                    <a:pt x="135220" y="75755"/>
                    <a:pt x="136759" y="73703"/>
                    <a:pt x="138297" y="73191"/>
                  </a:cubicBezTo>
                  <a:cubicBezTo>
                    <a:pt x="139323" y="72678"/>
                    <a:pt x="142913" y="72165"/>
                    <a:pt x="142913" y="71652"/>
                  </a:cubicBezTo>
                  <a:cubicBezTo>
                    <a:pt x="142913" y="71139"/>
                    <a:pt x="143939" y="69088"/>
                    <a:pt x="145478" y="68062"/>
                  </a:cubicBezTo>
                  <a:cubicBezTo>
                    <a:pt x="147016" y="67036"/>
                    <a:pt x="151632" y="63959"/>
                    <a:pt x="153171" y="63959"/>
                  </a:cubicBezTo>
                  <a:cubicBezTo>
                    <a:pt x="154709" y="63959"/>
                    <a:pt x="159838" y="61907"/>
                    <a:pt x="162402" y="60369"/>
                  </a:cubicBezTo>
                  <a:cubicBezTo>
                    <a:pt x="164967" y="58830"/>
                    <a:pt x="170095" y="60369"/>
                    <a:pt x="170609" y="59856"/>
                  </a:cubicBezTo>
                  <a:cubicBezTo>
                    <a:pt x="171121" y="59343"/>
                    <a:pt x="173173" y="56779"/>
                    <a:pt x="174198" y="56266"/>
                  </a:cubicBezTo>
                  <a:cubicBezTo>
                    <a:pt x="175224" y="55240"/>
                    <a:pt x="178302" y="53701"/>
                    <a:pt x="178814" y="53189"/>
                  </a:cubicBezTo>
                  <a:cubicBezTo>
                    <a:pt x="179327" y="52676"/>
                    <a:pt x="180866" y="49598"/>
                    <a:pt x="181891" y="49086"/>
                  </a:cubicBezTo>
                  <a:cubicBezTo>
                    <a:pt x="182917" y="48060"/>
                    <a:pt x="185995" y="47034"/>
                    <a:pt x="185995" y="46008"/>
                  </a:cubicBezTo>
                  <a:cubicBezTo>
                    <a:pt x="185482" y="45495"/>
                    <a:pt x="189072" y="44470"/>
                    <a:pt x="191123" y="44470"/>
                  </a:cubicBezTo>
                  <a:cubicBezTo>
                    <a:pt x="191123" y="44470"/>
                    <a:pt x="191123" y="44470"/>
                    <a:pt x="193688" y="45495"/>
                  </a:cubicBezTo>
                  <a:cubicBezTo>
                    <a:pt x="195226" y="46008"/>
                    <a:pt x="195226" y="46008"/>
                    <a:pt x="195226" y="46008"/>
                  </a:cubicBezTo>
                  <a:cubicBezTo>
                    <a:pt x="196252" y="47034"/>
                    <a:pt x="197791" y="48060"/>
                    <a:pt x="198303" y="48573"/>
                  </a:cubicBezTo>
                  <a:cubicBezTo>
                    <a:pt x="198817" y="49086"/>
                    <a:pt x="200868" y="52163"/>
                    <a:pt x="201381" y="53189"/>
                  </a:cubicBezTo>
                  <a:cubicBezTo>
                    <a:pt x="201894" y="54214"/>
                    <a:pt x="204458" y="56266"/>
                    <a:pt x="204458" y="56779"/>
                  </a:cubicBezTo>
                  <a:cubicBezTo>
                    <a:pt x="204458" y="57292"/>
                    <a:pt x="204971" y="58317"/>
                    <a:pt x="205484" y="58830"/>
                  </a:cubicBezTo>
                  <a:cubicBezTo>
                    <a:pt x="205997" y="59343"/>
                    <a:pt x="208561" y="61907"/>
                    <a:pt x="210613" y="62933"/>
                  </a:cubicBezTo>
                  <a:cubicBezTo>
                    <a:pt x="212664" y="63959"/>
                    <a:pt x="218818" y="68062"/>
                    <a:pt x="218818" y="69088"/>
                  </a:cubicBezTo>
                  <a:cubicBezTo>
                    <a:pt x="218818" y="70113"/>
                    <a:pt x="218818" y="74216"/>
                    <a:pt x="219331" y="75242"/>
                  </a:cubicBezTo>
                  <a:cubicBezTo>
                    <a:pt x="219844" y="76268"/>
                    <a:pt x="221383" y="78832"/>
                    <a:pt x="222409" y="78832"/>
                  </a:cubicBezTo>
                  <a:cubicBezTo>
                    <a:pt x="223434" y="79345"/>
                    <a:pt x="225999" y="81396"/>
                    <a:pt x="225999" y="82422"/>
                  </a:cubicBezTo>
                  <a:cubicBezTo>
                    <a:pt x="226511" y="83961"/>
                    <a:pt x="230614" y="87038"/>
                    <a:pt x="230614" y="87551"/>
                  </a:cubicBezTo>
                  <a:cubicBezTo>
                    <a:pt x="230614" y="88064"/>
                    <a:pt x="232153" y="90115"/>
                    <a:pt x="232153" y="90628"/>
                  </a:cubicBezTo>
                  <a:cubicBezTo>
                    <a:pt x="232153" y="91141"/>
                    <a:pt x="232153" y="92167"/>
                    <a:pt x="231640" y="93193"/>
                  </a:cubicBezTo>
                  <a:cubicBezTo>
                    <a:pt x="231127" y="94218"/>
                    <a:pt x="231127" y="96270"/>
                    <a:pt x="232153" y="96270"/>
                  </a:cubicBezTo>
                  <a:cubicBezTo>
                    <a:pt x="233179" y="96270"/>
                    <a:pt x="237282" y="99347"/>
                    <a:pt x="237795" y="100373"/>
                  </a:cubicBezTo>
                  <a:cubicBezTo>
                    <a:pt x="238307" y="101398"/>
                    <a:pt x="238307" y="106527"/>
                    <a:pt x="239333" y="107040"/>
                  </a:cubicBezTo>
                  <a:cubicBezTo>
                    <a:pt x="240872" y="108066"/>
                    <a:pt x="240872" y="112169"/>
                    <a:pt x="242923" y="112682"/>
                  </a:cubicBezTo>
                  <a:cubicBezTo>
                    <a:pt x="244975" y="113195"/>
                    <a:pt x="248565" y="115759"/>
                    <a:pt x="249591" y="115246"/>
                  </a:cubicBezTo>
                  <a:cubicBezTo>
                    <a:pt x="250104" y="114733"/>
                    <a:pt x="253694" y="116272"/>
                    <a:pt x="254207" y="117298"/>
                  </a:cubicBezTo>
                  <a:cubicBezTo>
                    <a:pt x="254719" y="117810"/>
                    <a:pt x="255232" y="120375"/>
                    <a:pt x="255745" y="121401"/>
                  </a:cubicBezTo>
                  <a:cubicBezTo>
                    <a:pt x="256258" y="122426"/>
                    <a:pt x="260361" y="123965"/>
                    <a:pt x="260874" y="123452"/>
                  </a:cubicBezTo>
                  <a:cubicBezTo>
                    <a:pt x="261387" y="122939"/>
                    <a:pt x="264464" y="123965"/>
                    <a:pt x="265490" y="123452"/>
                  </a:cubicBezTo>
                  <a:cubicBezTo>
                    <a:pt x="266515" y="123452"/>
                    <a:pt x="268054" y="122939"/>
                    <a:pt x="267541" y="123965"/>
                  </a:cubicBezTo>
                  <a:cubicBezTo>
                    <a:pt x="267028" y="124991"/>
                    <a:pt x="266003" y="128581"/>
                    <a:pt x="265490" y="129094"/>
                  </a:cubicBezTo>
                  <a:cubicBezTo>
                    <a:pt x="264977" y="129606"/>
                    <a:pt x="263438" y="130632"/>
                    <a:pt x="263438" y="130632"/>
                  </a:cubicBezTo>
                  <a:cubicBezTo>
                    <a:pt x="263438" y="130632"/>
                    <a:pt x="262926" y="130632"/>
                    <a:pt x="262412" y="130632"/>
                  </a:cubicBezTo>
                  <a:cubicBezTo>
                    <a:pt x="261900" y="130632"/>
                    <a:pt x="259335" y="130119"/>
                    <a:pt x="257284" y="129606"/>
                  </a:cubicBezTo>
                  <a:cubicBezTo>
                    <a:pt x="255745" y="129606"/>
                    <a:pt x="250616" y="129606"/>
                    <a:pt x="249078" y="129094"/>
                  </a:cubicBezTo>
                  <a:cubicBezTo>
                    <a:pt x="247539" y="128581"/>
                    <a:pt x="240359" y="126016"/>
                    <a:pt x="239333" y="126016"/>
                  </a:cubicBezTo>
                  <a:cubicBezTo>
                    <a:pt x="238307" y="125503"/>
                    <a:pt x="235743" y="123965"/>
                    <a:pt x="235743" y="124478"/>
                  </a:cubicBezTo>
                  <a:cubicBezTo>
                    <a:pt x="235230" y="124991"/>
                    <a:pt x="233179" y="122426"/>
                    <a:pt x="233179" y="121401"/>
                  </a:cubicBezTo>
                  <a:cubicBezTo>
                    <a:pt x="233179" y="120375"/>
                    <a:pt x="230102" y="118836"/>
                    <a:pt x="230102" y="119862"/>
                  </a:cubicBezTo>
                  <a:cubicBezTo>
                    <a:pt x="230102" y="120375"/>
                    <a:pt x="225486" y="119862"/>
                    <a:pt x="222409" y="118836"/>
                  </a:cubicBezTo>
                  <a:cubicBezTo>
                    <a:pt x="219331" y="117298"/>
                    <a:pt x="213690" y="111656"/>
                    <a:pt x="211638" y="111143"/>
                  </a:cubicBezTo>
                  <a:cubicBezTo>
                    <a:pt x="209587" y="110630"/>
                    <a:pt x="204971" y="107040"/>
                    <a:pt x="203945" y="107040"/>
                  </a:cubicBezTo>
                  <a:cubicBezTo>
                    <a:pt x="203432" y="107040"/>
                    <a:pt x="201381" y="107040"/>
                    <a:pt x="200868" y="106527"/>
                  </a:cubicBezTo>
                  <a:cubicBezTo>
                    <a:pt x="200355" y="106014"/>
                    <a:pt x="197791" y="104476"/>
                    <a:pt x="195739" y="103963"/>
                  </a:cubicBezTo>
                  <a:cubicBezTo>
                    <a:pt x="193688" y="103450"/>
                    <a:pt x="187533" y="103450"/>
                    <a:pt x="185995" y="103963"/>
                  </a:cubicBezTo>
                  <a:cubicBezTo>
                    <a:pt x="184456" y="104476"/>
                    <a:pt x="179840" y="106014"/>
                    <a:pt x="179327" y="105501"/>
                  </a:cubicBezTo>
                  <a:cubicBezTo>
                    <a:pt x="178814" y="104989"/>
                    <a:pt x="175737" y="104989"/>
                    <a:pt x="174198" y="106014"/>
                  </a:cubicBezTo>
                  <a:cubicBezTo>
                    <a:pt x="172660" y="107040"/>
                    <a:pt x="166505" y="104476"/>
                    <a:pt x="166505" y="103963"/>
                  </a:cubicBezTo>
                  <a:cubicBezTo>
                    <a:pt x="166505" y="103450"/>
                    <a:pt x="165480" y="102424"/>
                    <a:pt x="164967" y="102937"/>
                  </a:cubicBezTo>
                  <a:cubicBezTo>
                    <a:pt x="164454" y="103450"/>
                    <a:pt x="160864" y="104476"/>
                    <a:pt x="159325" y="103963"/>
                  </a:cubicBezTo>
                  <a:cubicBezTo>
                    <a:pt x="157787" y="103450"/>
                    <a:pt x="152145" y="99347"/>
                    <a:pt x="151632" y="98321"/>
                  </a:cubicBezTo>
                  <a:cubicBezTo>
                    <a:pt x="151119" y="97295"/>
                    <a:pt x="147016" y="94731"/>
                    <a:pt x="147016" y="94218"/>
                  </a:cubicBezTo>
                  <a:cubicBezTo>
                    <a:pt x="147016" y="93705"/>
                    <a:pt x="144452" y="92680"/>
                    <a:pt x="143426" y="92680"/>
                  </a:cubicBezTo>
                  <a:cubicBezTo>
                    <a:pt x="142401" y="92680"/>
                    <a:pt x="139323" y="92167"/>
                    <a:pt x="139323" y="92680"/>
                  </a:cubicBezTo>
                  <a:cubicBezTo>
                    <a:pt x="139836" y="93193"/>
                    <a:pt x="139323" y="94731"/>
                    <a:pt x="137785" y="95244"/>
                  </a:cubicBezTo>
                  <a:cubicBezTo>
                    <a:pt x="136246" y="95757"/>
                    <a:pt x="132656" y="98834"/>
                    <a:pt x="132143" y="98834"/>
                  </a:cubicBezTo>
                  <a:cubicBezTo>
                    <a:pt x="131630" y="98834"/>
                    <a:pt x="130092" y="98321"/>
                    <a:pt x="129579" y="98834"/>
                  </a:cubicBezTo>
                  <a:cubicBezTo>
                    <a:pt x="129066" y="99347"/>
                    <a:pt x="125989" y="99860"/>
                    <a:pt x="125476" y="100373"/>
                  </a:cubicBezTo>
                  <a:cubicBezTo>
                    <a:pt x="124963" y="100886"/>
                    <a:pt x="122911" y="103450"/>
                    <a:pt x="121886" y="103963"/>
                  </a:cubicBezTo>
                  <a:cubicBezTo>
                    <a:pt x="120860" y="103963"/>
                    <a:pt x="116757" y="105501"/>
                    <a:pt x="115218" y="107553"/>
                  </a:cubicBezTo>
                  <a:cubicBezTo>
                    <a:pt x="113680" y="109604"/>
                    <a:pt x="107525" y="115246"/>
                    <a:pt x="105474" y="115246"/>
                  </a:cubicBezTo>
                  <a:cubicBezTo>
                    <a:pt x="103935" y="115246"/>
                    <a:pt x="96755" y="113195"/>
                    <a:pt x="95216" y="113195"/>
                  </a:cubicBezTo>
                  <a:cubicBezTo>
                    <a:pt x="93678" y="113707"/>
                    <a:pt x="90088" y="114733"/>
                    <a:pt x="89062" y="114220"/>
                  </a:cubicBezTo>
                  <a:cubicBezTo>
                    <a:pt x="88549" y="113707"/>
                    <a:pt x="88549" y="115246"/>
                    <a:pt x="89575" y="115246"/>
                  </a:cubicBezTo>
                  <a:cubicBezTo>
                    <a:pt x="90600" y="115246"/>
                    <a:pt x="93678" y="116785"/>
                    <a:pt x="93165" y="117298"/>
                  </a:cubicBezTo>
                  <a:cubicBezTo>
                    <a:pt x="92652" y="117810"/>
                    <a:pt x="90600" y="119862"/>
                    <a:pt x="88549" y="119349"/>
                  </a:cubicBezTo>
                  <a:cubicBezTo>
                    <a:pt x="87010" y="118836"/>
                    <a:pt x="82907" y="120375"/>
                    <a:pt x="82394" y="120375"/>
                  </a:cubicBezTo>
                  <a:cubicBezTo>
                    <a:pt x="81881" y="120375"/>
                    <a:pt x="79830" y="118836"/>
                    <a:pt x="77779" y="118836"/>
                  </a:cubicBezTo>
                  <a:cubicBezTo>
                    <a:pt x="75727" y="118323"/>
                    <a:pt x="70599" y="118836"/>
                    <a:pt x="70085" y="118836"/>
                  </a:cubicBezTo>
                  <a:cubicBezTo>
                    <a:pt x="71111" y="120888"/>
                    <a:pt x="36236" y="91141"/>
                    <a:pt x="27004" y="7626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2689"/>
            <p:cNvSpPr/>
            <p:nvPr/>
          </p:nvSpPr>
          <p:spPr>
            <a:xfrm>
              <a:off x="5915072" y="4373538"/>
              <a:ext cx="20515" cy="51287"/>
            </a:xfrm>
            <a:custGeom>
              <a:avLst/>
              <a:gdLst>
                <a:gd name="connsiteX0" fmla="*/ 10594 w 20514"/>
                <a:gd name="connsiteY0" fmla="*/ 43438 h 51287"/>
                <a:gd name="connsiteX1" fmla="*/ 7004 w 20514"/>
                <a:gd name="connsiteY1" fmla="*/ 31642 h 51287"/>
                <a:gd name="connsiteX2" fmla="*/ 3927 w 20514"/>
                <a:gd name="connsiteY2" fmla="*/ 3947 h 51287"/>
                <a:gd name="connsiteX3" fmla="*/ 5465 w 20514"/>
                <a:gd name="connsiteY3" fmla="*/ 6511 h 51287"/>
                <a:gd name="connsiteX4" fmla="*/ 6491 w 20514"/>
                <a:gd name="connsiteY4" fmla="*/ 12153 h 51287"/>
                <a:gd name="connsiteX5" fmla="*/ 8543 w 20514"/>
                <a:gd name="connsiteY5" fmla="*/ 15743 h 51287"/>
                <a:gd name="connsiteX6" fmla="*/ 10081 w 20514"/>
                <a:gd name="connsiteY6" fmla="*/ 21385 h 51287"/>
                <a:gd name="connsiteX7" fmla="*/ 10594 w 20514"/>
                <a:gd name="connsiteY7" fmla="*/ 29078 h 51287"/>
                <a:gd name="connsiteX8" fmla="*/ 14697 w 20514"/>
                <a:gd name="connsiteY8" fmla="*/ 34207 h 51287"/>
                <a:gd name="connsiteX9" fmla="*/ 13672 w 20514"/>
                <a:gd name="connsiteY9" fmla="*/ 35232 h 51287"/>
                <a:gd name="connsiteX10" fmla="*/ 16749 w 20514"/>
                <a:gd name="connsiteY10" fmla="*/ 35745 h 51287"/>
                <a:gd name="connsiteX11" fmla="*/ 15723 w 20514"/>
                <a:gd name="connsiteY11" fmla="*/ 41900 h 51287"/>
                <a:gd name="connsiteX12" fmla="*/ 12646 w 20514"/>
                <a:gd name="connsiteY12" fmla="*/ 50106 h 51287"/>
                <a:gd name="connsiteX13" fmla="*/ 11107 w 20514"/>
                <a:gd name="connsiteY13" fmla="*/ 49593 h 51287"/>
                <a:gd name="connsiteX14" fmla="*/ 12133 w 20514"/>
                <a:gd name="connsiteY14" fmla="*/ 46003 h 51287"/>
                <a:gd name="connsiteX15" fmla="*/ 10594 w 20514"/>
                <a:gd name="connsiteY15" fmla="*/ 43438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14" h="51287">
                  <a:moveTo>
                    <a:pt x="10594" y="43438"/>
                  </a:moveTo>
                  <a:cubicBezTo>
                    <a:pt x="10081" y="43951"/>
                    <a:pt x="8543" y="38822"/>
                    <a:pt x="7004" y="31642"/>
                  </a:cubicBezTo>
                  <a:cubicBezTo>
                    <a:pt x="5465" y="24462"/>
                    <a:pt x="3414" y="4460"/>
                    <a:pt x="3927" y="3947"/>
                  </a:cubicBezTo>
                  <a:cubicBezTo>
                    <a:pt x="4440" y="3434"/>
                    <a:pt x="5465" y="4973"/>
                    <a:pt x="5465" y="6511"/>
                  </a:cubicBezTo>
                  <a:cubicBezTo>
                    <a:pt x="5465" y="8050"/>
                    <a:pt x="5978" y="12153"/>
                    <a:pt x="6491" y="12153"/>
                  </a:cubicBezTo>
                  <a:cubicBezTo>
                    <a:pt x="7004" y="12153"/>
                    <a:pt x="8543" y="14717"/>
                    <a:pt x="8543" y="15743"/>
                  </a:cubicBezTo>
                  <a:cubicBezTo>
                    <a:pt x="8543" y="16769"/>
                    <a:pt x="9569" y="20359"/>
                    <a:pt x="10081" y="21385"/>
                  </a:cubicBezTo>
                  <a:cubicBezTo>
                    <a:pt x="10081" y="22923"/>
                    <a:pt x="9569" y="28052"/>
                    <a:pt x="10594" y="29078"/>
                  </a:cubicBezTo>
                  <a:cubicBezTo>
                    <a:pt x="11107" y="30104"/>
                    <a:pt x="15210" y="33694"/>
                    <a:pt x="14697" y="34207"/>
                  </a:cubicBezTo>
                  <a:cubicBezTo>
                    <a:pt x="14184" y="34719"/>
                    <a:pt x="13672" y="36258"/>
                    <a:pt x="13672" y="35232"/>
                  </a:cubicBezTo>
                  <a:cubicBezTo>
                    <a:pt x="13672" y="34719"/>
                    <a:pt x="16236" y="35232"/>
                    <a:pt x="16749" y="35745"/>
                  </a:cubicBezTo>
                  <a:cubicBezTo>
                    <a:pt x="17262" y="36258"/>
                    <a:pt x="16236" y="39848"/>
                    <a:pt x="15723" y="41900"/>
                  </a:cubicBezTo>
                  <a:cubicBezTo>
                    <a:pt x="15210" y="43951"/>
                    <a:pt x="13158" y="50106"/>
                    <a:pt x="12646" y="50106"/>
                  </a:cubicBezTo>
                  <a:cubicBezTo>
                    <a:pt x="12133" y="50106"/>
                    <a:pt x="11620" y="50106"/>
                    <a:pt x="11107" y="49593"/>
                  </a:cubicBezTo>
                  <a:cubicBezTo>
                    <a:pt x="11107" y="49080"/>
                    <a:pt x="11107" y="47028"/>
                    <a:pt x="12133" y="46003"/>
                  </a:cubicBezTo>
                  <a:cubicBezTo>
                    <a:pt x="12133" y="45490"/>
                    <a:pt x="11107" y="42925"/>
                    <a:pt x="10594" y="4343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2690"/>
            <p:cNvSpPr/>
            <p:nvPr/>
          </p:nvSpPr>
          <p:spPr>
            <a:xfrm>
              <a:off x="5989888" y="4180799"/>
              <a:ext cx="215406" cy="235921"/>
            </a:xfrm>
            <a:custGeom>
              <a:avLst/>
              <a:gdLst>
                <a:gd name="connsiteX0" fmla="*/ 85024 w 215406"/>
                <a:gd name="connsiteY0" fmla="*/ 6411 h 235921"/>
                <a:gd name="connsiteX1" fmla="*/ 104513 w 215406"/>
                <a:gd name="connsiteY1" fmla="*/ 5385 h 235921"/>
                <a:gd name="connsiteX2" fmla="*/ 107590 w 215406"/>
                <a:gd name="connsiteY2" fmla="*/ 6924 h 235921"/>
                <a:gd name="connsiteX3" fmla="*/ 111180 w 215406"/>
                <a:gd name="connsiteY3" fmla="*/ 3847 h 235921"/>
                <a:gd name="connsiteX4" fmla="*/ 119899 w 215406"/>
                <a:gd name="connsiteY4" fmla="*/ 4872 h 235921"/>
                <a:gd name="connsiteX5" fmla="*/ 129131 w 215406"/>
                <a:gd name="connsiteY5" fmla="*/ 11027 h 235921"/>
                <a:gd name="connsiteX6" fmla="*/ 133747 w 215406"/>
                <a:gd name="connsiteY6" fmla="*/ 18720 h 235921"/>
                <a:gd name="connsiteX7" fmla="*/ 140927 w 215406"/>
                <a:gd name="connsiteY7" fmla="*/ 24361 h 235921"/>
                <a:gd name="connsiteX8" fmla="*/ 147081 w 215406"/>
                <a:gd name="connsiteY8" fmla="*/ 32567 h 235921"/>
                <a:gd name="connsiteX9" fmla="*/ 140414 w 215406"/>
                <a:gd name="connsiteY9" fmla="*/ 32567 h 235921"/>
                <a:gd name="connsiteX10" fmla="*/ 137850 w 215406"/>
                <a:gd name="connsiteY10" fmla="*/ 33593 h 235921"/>
                <a:gd name="connsiteX11" fmla="*/ 140414 w 215406"/>
                <a:gd name="connsiteY11" fmla="*/ 36670 h 235921"/>
                <a:gd name="connsiteX12" fmla="*/ 140927 w 215406"/>
                <a:gd name="connsiteY12" fmla="*/ 39235 h 235921"/>
                <a:gd name="connsiteX13" fmla="*/ 145030 w 215406"/>
                <a:gd name="connsiteY13" fmla="*/ 40260 h 235921"/>
                <a:gd name="connsiteX14" fmla="*/ 149646 w 215406"/>
                <a:gd name="connsiteY14" fmla="*/ 40260 h 235921"/>
                <a:gd name="connsiteX15" fmla="*/ 155800 w 215406"/>
                <a:gd name="connsiteY15" fmla="*/ 41799 h 235921"/>
                <a:gd name="connsiteX16" fmla="*/ 161442 w 215406"/>
                <a:gd name="connsiteY16" fmla="*/ 46415 h 235921"/>
                <a:gd name="connsiteX17" fmla="*/ 163493 w 215406"/>
                <a:gd name="connsiteY17" fmla="*/ 51031 h 235921"/>
                <a:gd name="connsiteX18" fmla="*/ 167083 w 215406"/>
                <a:gd name="connsiteY18" fmla="*/ 60262 h 235921"/>
                <a:gd name="connsiteX19" fmla="*/ 168622 w 215406"/>
                <a:gd name="connsiteY19" fmla="*/ 63853 h 235921"/>
                <a:gd name="connsiteX20" fmla="*/ 171699 w 215406"/>
                <a:gd name="connsiteY20" fmla="*/ 63853 h 235921"/>
                <a:gd name="connsiteX21" fmla="*/ 179392 w 215406"/>
                <a:gd name="connsiteY21" fmla="*/ 70520 h 235921"/>
                <a:gd name="connsiteX22" fmla="*/ 183495 w 215406"/>
                <a:gd name="connsiteY22" fmla="*/ 79239 h 235921"/>
                <a:gd name="connsiteX23" fmla="*/ 179392 w 215406"/>
                <a:gd name="connsiteY23" fmla="*/ 79752 h 235921"/>
                <a:gd name="connsiteX24" fmla="*/ 176315 w 215406"/>
                <a:gd name="connsiteY24" fmla="*/ 82316 h 235921"/>
                <a:gd name="connsiteX25" fmla="*/ 182470 w 215406"/>
                <a:gd name="connsiteY25" fmla="*/ 84367 h 235921"/>
                <a:gd name="connsiteX26" fmla="*/ 189650 w 215406"/>
                <a:gd name="connsiteY26" fmla="*/ 82829 h 235921"/>
                <a:gd name="connsiteX27" fmla="*/ 193240 w 215406"/>
                <a:gd name="connsiteY27" fmla="*/ 86419 h 235921"/>
                <a:gd name="connsiteX28" fmla="*/ 183495 w 215406"/>
                <a:gd name="connsiteY28" fmla="*/ 89496 h 235921"/>
                <a:gd name="connsiteX29" fmla="*/ 178879 w 215406"/>
                <a:gd name="connsiteY29" fmla="*/ 87445 h 235921"/>
                <a:gd name="connsiteX30" fmla="*/ 174777 w 215406"/>
                <a:gd name="connsiteY30" fmla="*/ 85393 h 235921"/>
                <a:gd name="connsiteX31" fmla="*/ 170161 w 215406"/>
                <a:gd name="connsiteY31" fmla="*/ 85906 h 235921"/>
                <a:gd name="connsiteX32" fmla="*/ 166570 w 215406"/>
                <a:gd name="connsiteY32" fmla="*/ 86419 h 235921"/>
                <a:gd name="connsiteX33" fmla="*/ 162468 w 215406"/>
                <a:gd name="connsiteY33" fmla="*/ 87958 h 235921"/>
                <a:gd name="connsiteX34" fmla="*/ 157852 w 215406"/>
                <a:gd name="connsiteY34" fmla="*/ 86932 h 235921"/>
                <a:gd name="connsiteX35" fmla="*/ 152723 w 215406"/>
                <a:gd name="connsiteY35" fmla="*/ 89496 h 235921"/>
                <a:gd name="connsiteX36" fmla="*/ 153749 w 215406"/>
                <a:gd name="connsiteY36" fmla="*/ 95651 h 235921"/>
                <a:gd name="connsiteX37" fmla="*/ 158365 w 215406"/>
                <a:gd name="connsiteY37" fmla="*/ 99754 h 235921"/>
                <a:gd name="connsiteX38" fmla="*/ 158365 w 215406"/>
                <a:gd name="connsiteY38" fmla="*/ 102831 h 235921"/>
                <a:gd name="connsiteX39" fmla="*/ 159903 w 215406"/>
                <a:gd name="connsiteY39" fmla="*/ 104369 h 235921"/>
                <a:gd name="connsiteX40" fmla="*/ 162981 w 215406"/>
                <a:gd name="connsiteY40" fmla="*/ 108472 h 235921"/>
                <a:gd name="connsiteX41" fmla="*/ 170161 w 215406"/>
                <a:gd name="connsiteY41" fmla="*/ 115653 h 235921"/>
                <a:gd name="connsiteX42" fmla="*/ 167083 w 215406"/>
                <a:gd name="connsiteY42" fmla="*/ 117191 h 235921"/>
                <a:gd name="connsiteX43" fmla="*/ 162468 w 215406"/>
                <a:gd name="connsiteY43" fmla="*/ 116166 h 235921"/>
                <a:gd name="connsiteX44" fmla="*/ 154774 w 215406"/>
                <a:gd name="connsiteY44" fmla="*/ 116166 h 235921"/>
                <a:gd name="connsiteX45" fmla="*/ 146569 w 215406"/>
                <a:gd name="connsiteY45" fmla="*/ 116166 h 235921"/>
                <a:gd name="connsiteX46" fmla="*/ 142466 w 215406"/>
                <a:gd name="connsiteY46" fmla="*/ 116166 h 235921"/>
                <a:gd name="connsiteX47" fmla="*/ 139388 w 215406"/>
                <a:gd name="connsiteY47" fmla="*/ 117191 h 235921"/>
                <a:gd name="connsiteX48" fmla="*/ 133747 w 215406"/>
                <a:gd name="connsiteY48" fmla="*/ 117191 h 235921"/>
                <a:gd name="connsiteX49" fmla="*/ 132721 w 215406"/>
                <a:gd name="connsiteY49" fmla="*/ 121294 h 235921"/>
                <a:gd name="connsiteX50" fmla="*/ 132208 w 215406"/>
                <a:gd name="connsiteY50" fmla="*/ 122320 h 235921"/>
                <a:gd name="connsiteX51" fmla="*/ 130669 w 215406"/>
                <a:gd name="connsiteY51" fmla="*/ 124372 h 235921"/>
                <a:gd name="connsiteX52" fmla="*/ 128618 w 215406"/>
                <a:gd name="connsiteY52" fmla="*/ 128987 h 235921"/>
                <a:gd name="connsiteX53" fmla="*/ 121951 w 215406"/>
                <a:gd name="connsiteY53" fmla="*/ 129500 h 235921"/>
                <a:gd name="connsiteX54" fmla="*/ 114258 w 215406"/>
                <a:gd name="connsiteY54" fmla="*/ 133603 h 235921"/>
                <a:gd name="connsiteX55" fmla="*/ 115796 w 215406"/>
                <a:gd name="connsiteY55" fmla="*/ 135655 h 235921"/>
                <a:gd name="connsiteX56" fmla="*/ 120412 w 215406"/>
                <a:gd name="connsiteY56" fmla="*/ 134116 h 235921"/>
                <a:gd name="connsiteX57" fmla="*/ 125028 w 215406"/>
                <a:gd name="connsiteY57" fmla="*/ 133090 h 235921"/>
                <a:gd name="connsiteX58" fmla="*/ 128618 w 215406"/>
                <a:gd name="connsiteY58" fmla="*/ 129500 h 235921"/>
                <a:gd name="connsiteX59" fmla="*/ 134773 w 215406"/>
                <a:gd name="connsiteY59" fmla="*/ 131039 h 235921"/>
                <a:gd name="connsiteX60" fmla="*/ 139388 w 215406"/>
                <a:gd name="connsiteY60" fmla="*/ 135655 h 235921"/>
                <a:gd name="connsiteX61" fmla="*/ 140414 w 215406"/>
                <a:gd name="connsiteY61" fmla="*/ 141296 h 235921"/>
                <a:gd name="connsiteX62" fmla="*/ 141440 w 215406"/>
                <a:gd name="connsiteY62" fmla="*/ 147451 h 235921"/>
                <a:gd name="connsiteX63" fmla="*/ 137337 w 215406"/>
                <a:gd name="connsiteY63" fmla="*/ 156170 h 235921"/>
                <a:gd name="connsiteX64" fmla="*/ 126054 w 215406"/>
                <a:gd name="connsiteY64" fmla="*/ 156682 h 235921"/>
                <a:gd name="connsiteX65" fmla="*/ 115283 w 215406"/>
                <a:gd name="connsiteY65" fmla="*/ 157195 h 235921"/>
                <a:gd name="connsiteX66" fmla="*/ 112719 w 215406"/>
                <a:gd name="connsiteY66" fmla="*/ 157708 h 235921"/>
                <a:gd name="connsiteX67" fmla="*/ 117848 w 215406"/>
                <a:gd name="connsiteY67" fmla="*/ 159247 h 235921"/>
                <a:gd name="connsiteX68" fmla="*/ 124515 w 215406"/>
                <a:gd name="connsiteY68" fmla="*/ 157708 h 235921"/>
                <a:gd name="connsiteX69" fmla="*/ 134260 w 215406"/>
                <a:gd name="connsiteY69" fmla="*/ 158221 h 235921"/>
                <a:gd name="connsiteX70" fmla="*/ 142978 w 215406"/>
                <a:gd name="connsiteY70" fmla="*/ 156682 h 235921"/>
                <a:gd name="connsiteX71" fmla="*/ 144004 w 215406"/>
                <a:gd name="connsiteY71" fmla="*/ 151554 h 235921"/>
                <a:gd name="connsiteX72" fmla="*/ 147594 w 215406"/>
                <a:gd name="connsiteY72" fmla="*/ 148477 h 235921"/>
                <a:gd name="connsiteX73" fmla="*/ 155800 w 215406"/>
                <a:gd name="connsiteY73" fmla="*/ 155657 h 235921"/>
                <a:gd name="connsiteX74" fmla="*/ 162981 w 215406"/>
                <a:gd name="connsiteY74" fmla="*/ 166940 h 235921"/>
                <a:gd name="connsiteX75" fmla="*/ 166570 w 215406"/>
                <a:gd name="connsiteY75" fmla="*/ 172581 h 235921"/>
                <a:gd name="connsiteX76" fmla="*/ 177854 w 215406"/>
                <a:gd name="connsiteY76" fmla="*/ 179762 h 235921"/>
                <a:gd name="connsiteX77" fmla="*/ 191701 w 215406"/>
                <a:gd name="connsiteY77" fmla="*/ 190532 h 235921"/>
                <a:gd name="connsiteX78" fmla="*/ 201446 w 215406"/>
                <a:gd name="connsiteY78" fmla="*/ 200277 h 235921"/>
                <a:gd name="connsiteX79" fmla="*/ 202985 w 215406"/>
                <a:gd name="connsiteY79" fmla="*/ 204380 h 235921"/>
                <a:gd name="connsiteX80" fmla="*/ 208113 w 215406"/>
                <a:gd name="connsiteY80" fmla="*/ 209508 h 235921"/>
                <a:gd name="connsiteX81" fmla="*/ 213242 w 215406"/>
                <a:gd name="connsiteY81" fmla="*/ 219766 h 235921"/>
                <a:gd name="connsiteX82" fmla="*/ 206575 w 215406"/>
                <a:gd name="connsiteY82" fmla="*/ 229510 h 235921"/>
                <a:gd name="connsiteX83" fmla="*/ 194778 w 215406"/>
                <a:gd name="connsiteY83" fmla="*/ 228485 h 235921"/>
                <a:gd name="connsiteX84" fmla="*/ 186060 w 215406"/>
                <a:gd name="connsiteY84" fmla="*/ 225920 h 235921"/>
                <a:gd name="connsiteX85" fmla="*/ 173751 w 215406"/>
                <a:gd name="connsiteY85" fmla="*/ 224382 h 235921"/>
                <a:gd name="connsiteX86" fmla="*/ 164006 w 215406"/>
                <a:gd name="connsiteY86" fmla="*/ 218227 h 235921"/>
                <a:gd name="connsiteX87" fmla="*/ 153749 w 215406"/>
                <a:gd name="connsiteY87" fmla="*/ 216688 h 235921"/>
                <a:gd name="connsiteX88" fmla="*/ 142466 w 215406"/>
                <a:gd name="connsiteY88" fmla="*/ 213611 h 235921"/>
                <a:gd name="connsiteX89" fmla="*/ 133747 w 215406"/>
                <a:gd name="connsiteY89" fmla="*/ 210534 h 235921"/>
                <a:gd name="connsiteX90" fmla="*/ 132208 w 215406"/>
                <a:gd name="connsiteY90" fmla="*/ 214124 h 235921"/>
                <a:gd name="connsiteX91" fmla="*/ 127080 w 215406"/>
                <a:gd name="connsiteY91" fmla="*/ 217201 h 235921"/>
                <a:gd name="connsiteX92" fmla="*/ 126566 w 215406"/>
                <a:gd name="connsiteY92" fmla="*/ 218227 h 235921"/>
                <a:gd name="connsiteX93" fmla="*/ 125028 w 215406"/>
                <a:gd name="connsiteY93" fmla="*/ 220279 h 235921"/>
                <a:gd name="connsiteX94" fmla="*/ 126566 w 215406"/>
                <a:gd name="connsiteY94" fmla="*/ 225920 h 235921"/>
                <a:gd name="connsiteX95" fmla="*/ 121951 w 215406"/>
                <a:gd name="connsiteY95" fmla="*/ 233100 h 235921"/>
                <a:gd name="connsiteX96" fmla="*/ 112206 w 215406"/>
                <a:gd name="connsiteY96" fmla="*/ 236178 h 235921"/>
                <a:gd name="connsiteX97" fmla="*/ 99384 w 215406"/>
                <a:gd name="connsiteY97" fmla="*/ 234126 h 235921"/>
                <a:gd name="connsiteX98" fmla="*/ 86050 w 215406"/>
                <a:gd name="connsiteY98" fmla="*/ 226433 h 235921"/>
                <a:gd name="connsiteX99" fmla="*/ 78869 w 215406"/>
                <a:gd name="connsiteY99" fmla="*/ 216176 h 235921"/>
                <a:gd name="connsiteX100" fmla="*/ 77331 w 215406"/>
                <a:gd name="connsiteY100" fmla="*/ 214637 h 235921"/>
                <a:gd name="connsiteX101" fmla="*/ 75279 w 215406"/>
                <a:gd name="connsiteY101" fmla="*/ 212073 h 235921"/>
                <a:gd name="connsiteX102" fmla="*/ 68612 w 215406"/>
                <a:gd name="connsiteY102" fmla="*/ 205918 h 235921"/>
                <a:gd name="connsiteX103" fmla="*/ 67586 w 215406"/>
                <a:gd name="connsiteY103" fmla="*/ 200789 h 235921"/>
                <a:gd name="connsiteX104" fmla="*/ 70151 w 215406"/>
                <a:gd name="connsiteY104" fmla="*/ 196174 h 235921"/>
                <a:gd name="connsiteX105" fmla="*/ 72715 w 215406"/>
                <a:gd name="connsiteY105" fmla="*/ 184890 h 235921"/>
                <a:gd name="connsiteX106" fmla="*/ 75792 w 215406"/>
                <a:gd name="connsiteY106" fmla="*/ 178736 h 235921"/>
                <a:gd name="connsiteX107" fmla="*/ 77844 w 215406"/>
                <a:gd name="connsiteY107" fmla="*/ 179762 h 235921"/>
                <a:gd name="connsiteX108" fmla="*/ 84511 w 215406"/>
                <a:gd name="connsiteY108" fmla="*/ 177710 h 235921"/>
                <a:gd name="connsiteX109" fmla="*/ 90665 w 215406"/>
                <a:gd name="connsiteY109" fmla="*/ 172069 h 235921"/>
                <a:gd name="connsiteX110" fmla="*/ 92204 w 215406"/>
                <a:gd name="connsiteY110" fmla="*/ 163863 h 235921"/>
                <a:gd name="connsiteX111" fmla="*/ 96820 w 215406"/>
                <a:gd name="connsiteY111" fmla="*/ 153605 h 235921"/>
                <a:gd name="connsiteX112" fmla="*/ 93230 w 215406"/>
                <a:gd name="connsiteY112" fmla="*/ 148989 h 235921"/>
                <a:gd name="connsiteX113" fmla="*/ 92204 w 215406"/>
                <a:gd name="connsiteY113" fmla="*/ 148989 h 235921"/>
                <a:gd name="connsiteX114" fmla="*/ 91178 w 215406"/>
                <a:gd name="connsiteY114" fmla="*/ 151554 h 235921"/>
                <a:gd name="connsiteX115" fmla="*/ 87588 w 215406"/>
                <a:gd name="connsiteY115" fmla="*/ 158221 h 235921"/>
                <a:gd name="connsiteX116" fmla="*/ 85024 w 215406"/>
                <a:gd name="connsiteY116" fmla="*/ 159247 h 235921"/>
                <a:gd name="connsiteX117" fmla="*/ 83998 w 215406"/>
                <a:gd name="connsiteY117" fmla="*/ 159760 h 235921"/>
                <a:gd name="connsiteX118" fmla="*/ 80408 w 215406"/>
                <a:gd name="connsiteY118" fmla="*/ 159247 h 235921"/>
                <a:gd name="connsiteX119" fmla="*/ 76305 w 215406"/>
                <a:gd name="connsiteY119" fmla="*/ 157195 h 235921"/>
                <a:gd name="connsiteX120" fmla="*/ 78869 w 215406"/>
                <a:gd name="connsiteY120" fmla="*/ 159247 h 235921"/>
                <a:gd name="connsiteX121" fmla="*/ 84511 w 215406"/>
                <a:gd name="connsiteY121" fmla="*/ 160785 h 235921"/>
                <a:gd name="connsiteX122" fmla="*/ 86563 w 215406"/>
                <a:gd name="connsiteY122" fmla="*/ 162324 h 235921"/>
                <a:gd name="connsiteX123" fmla="*/ 83998 w 215406"/>
                <a:gd name="connsiteY123" fmla="*/ 162837 h 235921"/>
                <a:gd name="connsiteX124" fmla="*/ 82972 w 215406"/>
                <a:gd name="connsiteY124" fmla="*/ 163863 h 235921"/>
                <a:gd name="connsiteX125" fmla="*/ 79895 w 215406"/>
                <a:gd name="connsiteY125" fmla="*/ 165401 h 235921"/>
                <a:gd name="connsiteX126" fmla="*/ 75279 w 215406"/>
                <a:gd name="connsiteY126" fmla="*/ 163863 h 235921"/>
                <a:gd name="connsiteX127" fmla="*/ 74253 w 215406"/>
                <a:gd name="connsiteY127" fmla="*/ 163863 h 235921"/>
                <a:gd name="connsiteX128" fmla="*/ 71176 w 215406"/>
                <a:gd name="connsiteY128" fmla="*/ 163863 h 235921"/>
                <a:gd name="connsiteX129" fmla="*/ 67586 w 215406"/>
                <a:gd name="connsiteY129" fmla="*/ 164376 h 235921"/>
                <a:gd name="connsiteX130" fmla="*/ 65022 w 215406"/>
                <a:gd name="connsiteY130" fmla="*/ 165914 h 235921"/>
                <a:gd name="connsiteX131" fmla="*/ 71689 w 215406"/>
                <a:gd name="connsiteY131" fmla="*/ 165401 h 235921"/>
                <a:gd name="connsiteX132" fmla="*/ 72202 w 215406"/>
                <a:gd name="connsiteY132" fmla="*/ 166940 h 235921"/>
                <a:gd name="connsiteX133" fmla="*/ 74253 w 215406"/>
                <a:gd name="connsiteY133" fmla="*/ 168991 h 235921"/>
                <a:gd name="connsiteX134" fmla="*/ 76305 w 215406"/>
                <a:gd name="connsiteY134" fmla="*/ 173094 h 235921"/>
                <a:gd name="connsiteX135" fmla="*/ 73741 w 215406"/>
                <a:gd name="connsiteY135" fmla="*/ 172069 h 235921"/>
                <a:gd name="connsiteX136" fmla="*/ 70664 w 215406"/>
                <a:gd name="connsiteY136" fmla="*/ 170017 h 235921"/>
                <a:gd name="connsiteX137" fmla="*/ 65535 w 215406"/>
                <a:gd name="connsiteY137" fmla="*/ 172581 h 235921"/>
                <a:gd name="connsiteX138" fmla="*/ 67586 w 215406"/>
                <a:gd name="connsiteY138" fmla="*/ 174120 h 235921"/>
                <a:gd name="connsiteX139" fmla="*/ 66048 w 215406"/>
                <a:gd name="connsiteY139" fmla="*/ 177710 h 235921"/>
                <a:gd name="connsiteX140" fmla="*/ 60406 w 215406"/>
                <a:gd name="connsiteY140" fmla="*/ 176172 h 235921"/>
                <a:gd name="connsiteX141" fmla="*/ 59893 w 215406"/>
                <a:gd name="connsiteY141" fmla="*/ 182326 h 235921"/>
                <a:gd name="connsiteX142" fmla="*/ 63996 w 215406"/>
                <a:gd name="connsiteY142" fmla="*/ 189506 h 235921"/>
                <a:gd name="connsiteX143" fmla="*/ 67586 w 215406"/>
                <a:gd name="connsiteY143" fmla="*/ 195148 h 235921"/>
                <a:gd name="connsiteX144" fmla="*/ 65022 w 215406"/>
                <a:gd name="connsiteY144" fmla="*/ 199251 h 235921"/>
                <a:gd name="connsiteX145" fmla="*/ 60919 w 215406"/>
                <a:gd name="connsiteY145" fmla="*/ 202328 h 235921"/>
                <a:gd name="connsiteX146" fmla="*/ 54252 w 215406"/>
                <a:gd name="connsiteY146" fmla="*/ 199764 h 235921"/>
                <a:gd name="connsiteX147" fmla="*/ 50661 w 215406"/>
                <a:gd name="connsiteY147" fmla="*/ 193609 h 235921"/>
                <a:gd name="connsiteX148" fmla="*/ 53226 w 215406"/>
                <a:gd name="connsiteY148" fmla="*/ 187455 h 235921"/>
                <a:gd name="connsiteX149" fmla="*/ 50149 w 215406"/>
                <a:gd name="connsiteY149" fmla="*/ 186429 h 235921"/>
                <a:gd name="connsiteX150" fmla="*/ 45020 w 215406"/>
                <a:gd name="connsiteY150" fmla="*/ 186942 h 235921"/>
                <a:gd name="connsiteX151" fmla="*/ 42456 w 215406"/>
                <a:gd name="connsiteY151" fmla="*/ 187455 h 235921"/>
                <a:gd name="connsiteX152" fmla="*/ 40917 w 215406"/>
                <a:gd name="connsiteY152" fmla="*/ 182839 h 235921"/>
                <a:gd name="connsiteX153" fmla="*/ 41430 w 215406"/>
                <a:gd name="connsiteY153" fmla="*/ 178223 h 235921"/>
                <a:gd name="connsiteX154" fmla="*/ 39378 w 215406"/>
                <a:gd name="connsiteY154" fmla="*/ 180787 h 235921"/>
                <a:gd name="connsiteX155" fmla="*/ 36814 w 215406"/>
                <a:gd name="connsiteY155" fmla="*/ 185916 h 235921"/>
                <a:gd name="connsiteX156" fmla="*/ 34763 w 215406"/>
                <a:gd name="connsiteY156" fmla="*/ 183352 h 235921"/>
                <a:gd name="connsiteX157" fmla="*/ 30659 w 215406"/>
                <a:gd name="connsiteY157" fmla="*/ 180275 h 235921"/>
                <a:gd name="connsiteX158" fmla="*/ 28095 w 215406"/>
                <a:gd name="connsiteY158" fmla="*/ 178736 h 235921"/>
                <a:gd name="connsiteX159" fmla="*/ 23992 w 215406"/>
                <a:gd name="connsiteY159" fmla="*/ 178736 h 235921"/>
                <a:gd name="connsiteX160" fmla="*/ 17838 w 215406"/>
                <a:gd name="connsiteY160" fmla="*/ 174120 h 235921"/>
                <a:gd name="connsiteX161" fmla="*/ 19376 w 215406"/>
                <a:gd name="connsiteY161" fmla="*/ 171556 h 235921"/>
                <a:gd name="connsiteX162" fmla="*/ 21428 w 215406"/>
                <a:gd name="connsiteY162" fmla="*/ 173094 h 235921"/>
                <a:gd name="connsiteX163" fmla="*/ 26044 w 215406"/>
                <a:gd name="connsiteY163" fmla="*/ 172069 h 235921"/>
                <a:gd name="connsiteX164" fmla="*/ 33224 w 215406"/>
                <a:gd name="connsiteY164" fmla="*/ 174120 h 235921"/>
                <a:gd name="connsiteX165" fmla="*/ 36814 w 215406"/>
                <a:gd name="connsiteY165" fmla="*/ 175146 h 235921"/>
                <a:gd name="connsiteX166" fmla="*/ 38865 w 215406"/>
                <a:gd name="connsiteY166" fmla="*/ 177197 h 235921"/>
                <a:gd name="connsiteX167" fmla="*/ 38352 w 215406"/>
                <a:gd name="connsiteY167" fmla="*/ 172069 h 235921"/>
                <a:gd name="connsiteX168" fmla="*/ 36301 w 215406"/>
                <a:gd name="connsiteY168" fmla="*/ 168479 h 235921"/>
                <a:gd name="connsiteX169" fmla="*/ 36301 w 215406"/>
                <a:gd name="connsiteY169" fmla="*/ 163863 h 235921"/>
                <a:gd name="connsiteX170" fmla="*/ 33737 w 215406"/>
                <a:gd name="connsiteY170" fmla="*/ 163350 h 235921"/>
                <a:gd name="connsiteX171" fmla="*/ 30147 w 215406"/>
                <a:gd name="connsiteY171" fmla="*/ 162324 h 235921"/>
                <a:gd name="connsiteX172" fmla="*/ 24505 w 215406"/>
                <a:gd name="connsiteY172" fmla="*/ 162837 h 235921"/>
                <a:gd name="connsiteX173" fmla="*/ 16299 w 215406"/>
                <a:gd name="connsiteY173" fmla="*/ 159760 h 235921"/>
                <a:gd name="connsiteX174" fmla="*/ 13735 w 215406"/>
                <a:gd name="connsiteY174" fmla="*/ 153092 h 235921"/>
                <a:gd name="connsiteX175" fmla="*/ 12196 w 215406"/>
                <a:gd name="connsiteY175" fmla="*/ 151554 h 235921"/>
                <a:gd name="connsiteX176" fmla="*/ 11683 w 215406"/>
                <a:gd name="connsiteY176" fmla="*/ 148477 h 235921"/>
                <a:gd name="connsiteX177" fmla="*/ 6555 w 215406"/>
                <a:gd name="connsiteY177" fmla="*/ 140783 h 235921"/>
                <a:gd name="connsiteX178" fmla="*/ 3990 w 215406"/>
                <a:gd name="connsiteY178" fmla="*/ 133603 h 235921"/>
                <a:gd name="connsiteX179" fmla="*/ 4503 w 215406"/>
                <a:gd name="connsiteY179" fmla="*/ 130526 h 235921"/>
                <a:gd name="connsiteX180" fmla="*/ 3990 w 215406"/>
                <a:gd name="connsiteY180" fmla="*/ 124372 h 235921"/>
                <a:gd name="connsiteX181" fmla="*/ 7067 w 215406"/>
                <a:gd name="connsiteY181" fmla="*/ 120781 h 235921"/>
                <a:gd name="connsiteX182" fmla="*/ 12196 w 215406"/>
                <a:gd name="connsiteY182" fmla="*/ 118730 h 235921"/>
                <a:gd name="connsiteX183" fmla="*/ 18863 w 215406"/>
                <a:gd name="connsiteY183" fmla="*/ 113601 h 235921"/>
                <a:gd name="connsiteX184" fmla="*/ 25018 w 215406"/>
                <a:gd name="connsiteY184" fmla="*/ 111037 h 235921"/>
                <a:gd name="connsiteX185" fmla="*/ 21428 w 215406"/>
                <a:gd name="connsiteY185" fmla="*/ 106421 h 235921"/>
                <a:gd name="connsiteX186" fmla="*/ 23992 w 215406"/>
                <a:gd name="connsiteY186" fmla="*/ 104882 h 235921"/>
                <a:gd name="connsiteX187" fmla="*/ 26044 w 215406"/>
                <a:gd name="connsiteY187" fmla="*/ 103344 h 235921"/>
                <a:gd name="connsiteX188" fmla="*/ 26556 w 215406"/>
                <a:gd name="connsiteY188" fmla="*/ 94112 h 235921"/>
                <a:gd name="connsiteX189" fmla="*/ 28608 w 215406"/>
                <a:gd name="connsiteY189" fmla="*/ 90522 h 235921"/>
                <a:gd name="connsiteX190" fmla="*/ 26556 w 215406"/>
                <a:gd name="connsiteY190" fmla="*/ 87958 h 235921"/>
                <a:gd name="connsiteX191" fmla="*/ 28095 w 215406"/>
                <a:gd name="connsiteY191" fmla="*/ 79752 h 235921"/>
                <a:gd name="connsiteX192" fmla="*/ 26044 w 215406"/>
                <a:gd name="connsiteY192" fmla="*/ 73084 h 235921"/>
                <a:gd name="connsiteX193" fmla="*/ 28095 w 215406"/>
                <a:gd name="connsiteY193" fmla="*/ 70520 h 235921"/>
                <a:gd name="connsiteX194" fmla="*/ 30147 w 215406"/>
                <a:gd name="connsiteY194" fmla="*/ 67956 h 235921"/>
                <a:gd name="connsiteX195" fmla="*/ 31685 w 215406"/>
                <a:gd name="connsiteY195" fmla="*/ 67443 h 235921"/>
                <a:gd name="connsiteX196" fmla="*/ 30659 w 215406"/>
                <a:gd name="connsiteY196" fmla="*/ 64365 h 235921"/>
                <a:gd name="connsiteX197" fmla="*/ 32711 w 215406"/>
                <a:gd name="connsiteY197" fmla="*/ 62314 h 235921"/>
                <a:gd name="connsiteX198" fmla="*/ 29121 w 215406"/>
                <a:gd name="connsiteY198" fmla="*/ 60775 h 235921"/>
                <a:gd name="connsiteX199" fmla="*/ 28095 w 215406"/>
                <a:gd name="connsiteY199" fmla="*/ 57185 h 235921"/>
                <a:gd name="connsiteX200" fmla="*/ 26556 w 215406"/>
                <a:gd name="connsiteY200" fmla="*/ 53595 h 235921"/>
                <a:gd name="connsiteX201" fmla="*/ 27069 w 215406"/>
                <a:gd name="connsiteY201" fmla="*/ 47954 h 235921"/>
                <a:gd name="connsiteX202" fmla="*/ 28095 w 215406"/>
                <a:gd name="connsiteY202" fmla="*/ 42825 h 235921"/>
                <a:gd name="connsiteX203" fmla="*/ 28608 w 215406"/>
                <a:gd name="connsiteY203" fmla="*/ 40260 h 235921"/>
                <a:gd name="connsiteX204" fmla="*/ 27582 w 215406"/>
                <a:gd name="connsiteY204" fmla="*/ 35645 h 235921"/>
                <a:gd name="connsiteX205" fmla="*/ 27069 w 215406"/>
                <a:gd name="connsiteY205" fmla="*/ 32567 h 235921"/>
                <a:gd name="connsiteX206" fmla="*/ 31172 w 215406"/>
                <a:gd name="connsiteY206" fmla="*/ 28464 h 235921"/>
                <a:gd name="connsiteX207" fmla="*/ 34249 w 215406"/>
                <a:gd name="connsiteY207" fmla="*/ 23336 h 235921"/>
                <a:gd name="connsiteX208" fmla="*/ 39378 w 215406"/>
                <a:gd name="connsiteY208" fmla="*/ 23849 h 235921"/>
                <a:gd name="connsiteX209" fmla="*/ 44507 w 215406"/>
                <a:gd name="connsiteY209" fmla="*/ 22310 h 235921"/>
                <a:gd name="connsiteX210" fmla="*/ 45533 w 215406"/>
                <a:gd name="connsiteY210" fmla="*/ 21284 h 235921"/>
                <a:gd name="connsiteX211" fmla="*/ 46559 w 215406"/>
                <a:gd name="connsiteY211" fmla="*/ 19233 h 235921"/>
                <a:gd name="connsiteX212" fmla="*/ 47584 w 215406"/>
                <a:gd name="connsiteY212" fmla="*/ 18207 h 235921"/>
                <a:gd name="connsiteX213" fmla="*/ 85024 w 215406"/>
                <a:gd name="connsiteY213" fmla="*/ 6411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215406" h="235921">
                  <a:moveTo>
                    <a:pt x="85024" y="6411"/>
                  </a:moveTo>
                  <a:cubicBezTo>
                    <a:pt x="95794" y="4872"/>
                    <a:pt x="104513" y="4359"/>
                    <a:pt x="104513" y="5385"/>
                  </a:cubicBezTo>
                  <a:cubicBezTo>
                    <a:pt x="105026" y="5898"/>
                    <a:pt x="106565" y="7437"/>
                    <a:pt x="107590" y="6924"/>
                  </a:cubicBezTo>
                  <a:cubicBezTo>
                    <a:pt x="108103" y="6411"/>
                    <a:pt x="110154" y="3847"/>
                    <a:pt x="111180" y="3847"/>
                  </a:cubicBezTo>
                  <a:cubicBezTo>
                    <a:pt x="112719" y="3847"/>
                    <a:pt x="117848" y="4359"/>
                    <a:pt x="119899" y="4872"/>
                  </a:cubicBezTo>
                  <a:cubicBezTo>
                    <a:pt x="121951" y="5385"/>
                    <a:pt x="127592" y="9488"/>
                    <a:pt x="129131" y="11027"/>
                  </a:cubicBezTo>
                  <a:cubicBezTo>
                    <a:pt x="130157" y="12565"/>
                    <a:pt x="133747" y="17694"/>
                    <a:pt x="133747" y="18720"/>
                  </a:cubicBezTo>
                  <a:cubicBezTo>
                    <a:pt x="133747" y="19746"/>
                    <a:pt x="137337" y="23336"/>
                    <a:pt x="140927" y="24361"/>
                  </a:cubicBezTo>
                  <a:cubicBezTo>
                    <a:pt x="144517" y="25387"/>
                    <a:pt x="148107" y="31542"/>
                    <a:pt x="147081" y="32567"/>
                  </a:cubicBezTo>
                  <a:cubicBezTo>
                    <a:pt x="146056" y="33080"/>
                    <a:pt x="141440" y="32055"/>
                    <a:pt x="140414" y="32567"/>
                  </a:cubicBezTo>
                  <a:cubicBezTo>
                    <a:pt x="139388" y="33080"/>
                    <a:pt x="136824" y="33080"/>
                    <a:pt x="137850" y="33593"/>
                  </a:cubicBezTo>
                  <a:cubicBezTo>
                    <a:pt x="138876" y="34106"/>
                    <a:pt x="139901" y="36158"/>
                    <a:pt x="140414" y="36670"/>
                  </a:cubicBezTo>
                  <a:cubicBezTo>
                    <a:pt x="140927" y="37183"/>
                    <a:pt x="140414" y="38722"/>
                    <a:pt x="140927" y="39235"/>
                  </a:cubicBezTo>
                  <a:cubicBezTo>
                    <a:pt x="141440" y="39748"/>
                    <a:pt x="144004" y="40773"/>
                    <a:pt x="145030" y="40260"/>
                  </a:cubicBezTo>
                  <a:cubicBezTo>
                    <a:pt x="146056" y="40260"/>
                    <a:pt x="148620" y="39748"/>
                    <a:pt x="149646" y="40260"/>
                  </a:cubicBezTo>
                  <a:cubicBezTo>
                    <a:pt x="150672" y="40773"/>
                    <a:pt x="154262" y="40773"/>
                    <a:pt x="155800" y="41799"/>
                  </a:cubicBezTo>
                  <a:cubicBezTo>
                    <a:pt x="157339" y="42825"/>
                    <a:pt x="161442" y="46415"/>
                    <a:pt x="161442" y="46415"/>
                  </a:cubicBezTo>
                  <a:cubicBezTo>
                    <a:pt x="161442" y="46928"/>
                    <a:pt x="162468" y="48979"/>
                    <a:pt x="163493" y="51031"/>
                  </a:cubicBezTo>
                  <a:cubicBezTo>
                    <a:pt x="165032" y="52569"/>
                    <a:pt x="167596" y="58724"/>
                    <a:pt x="167083" y="60262"/>
                  </a:cubicBezTo>
                  <a:cubicBezTo>
                    <a:pt x="166058" y="61801"/>
                    <a:pt x="168622" y="64365"/>
                    <a:pt x="168622" y="63853"/>
                  </a:cubicBezTo>
                  <a:cubicBezTo>
                    <a:pt x="169135" y="63340"/>
                    <a:pt x="170674" y="63340"/>
                    <a:pt x="171699" y="63853"/>
                  </a:cubicBezTo>
                  <a:cubicBezTo>
                    <a:pt x="172725" y="64365"/>
                    <a:pt x="175802" y="68468"/>
                    <a:pt x="179392" y="70520"/>
                  </a:cubicBezTo>
                  <a:cubicBezTo>
                    <a:pt x="182982" y="72571"/>
                    <a:pt x="184008" y="79752"/>
                    <a:pt x="183495" y="79239"/>
                  </a:cubicBezTo>
                  <a:cubicBezTo>
                    <a:pt x="182982" y="79239"/>
                    <a:pt x="180931" y="79239"/>
                    <a:pt x="179392" y="79752"/>
                  </a:cubicBezTo>
                  <a:cubicBezTo>
                    <a:pt x="178367" y="80265"/>
                    <a:pt x="175802" y="81803"/>
                    <a:pt x="176315" y="82316"/>
                  </a:cubicBezTo>
                  <a:cubicBezTo>
                    <a:pt x="177341" y="82829"/>
                    <a:pt x="180931" y="84880"/>
                    <a:pt x="182470" y="84367"/>
                  </a:cubicBezTo>
                  <a:cubicBezTo>
                    <a:pt x="183495" y="84367"/>
                    <a:pt x="188111" y="82829"/>
                    <a:pt x="189650" y="82829"/>
                  </a:cubicBezTo>
                  <a:cubicBezTo>
                    <a:pt x="191189" y="82829"/>
                    <a:pt x="195291" y="85393"/>
                    <a:pt x="193240" y="86419"/>
                  </a:cubicBezTo>
                  <a:cubicBezTo>
                    <a:pt x="191189" y="87445"/>
                    <a:pt x="184521" y="89496"/>
                    <a:pt x="183495" y="89496"/>
                  </a:cubicBezTo>
                  <a:cubicBezTo>
                    <a:pt x="182470" y="89496"/>
                    <a:pt x="179392" y="87958"/>
                    <a:pt x="178879" y="87445"/>
                  </a:cubicBezTo>
                  <a:cubicBezTo>
                    <a:pt x="178367" y="86932"/>
                    <a:pt x="175802" y="85906"/>
                    <a:pt x="174777" y="85393"/>
                  </a:cubicBezTo>
                  <a:cubicBezTo>
                    <a:pt x="173751" y="85393"/>
                    <a:pt x="170674" y="86419"/>
                    <a:pt x="170161" y="85906"/>
                  </a:cubicBezTo>
                  <a:cubicBezTo>
                    <a:pt x="169648" y="85393"/>
                    <a:pt x="167083" y="85393"/>
                    <a:pt x="166570" y="86419"/>
                  </a:cubicBezTo>
                  <a:cubicBezTo>
                    <a:pt x="166058" y="87958"/>
                    <a:pt x="162981" y="88470"/>
                    <a:pt x="162468" y="87958"/>
                  </a:cubicBezTo>
                  <a:cubicBezTo>
                    <a:pt x="161955" y="87445"/>
                    <a:pt x="158877" y="86932"/>
                    <a:pt x="157852" y="86932"/>
                  </a:cubicBezTo>
                  <a:cubicBezTo>
                    <a:pt x="156313" y="86932"/>
                    <a:pt x="152723" y="88470"/>
                    <a:pt x="152723" y="89496"/>
                  </a:cubicBezTo>
                  <a:cubicBezTo>
                    <a:pt x="152723" y="90522"/>
                    <a:pt x="153236" y="94625"/>
                    <a:pt x="153749" y="95651"/>
                  </a:cubicBezTo>
                  <a:cubicBezTo>
                    <a:pt x="154262" y="96676"/>
                    <a:pt x="157852" y="99241"/>
                    <a:pt x="158365" y="99754"/>
                  </a:cubicBezTo>
                  <a:cubicBezTo>
                    <a:pt x="158877" y="100267"/>
                    <a:pt x="157852" y="102318"/>
                    <a:pt x="158365" y="102831"/>
                  </a:cubicBezTo>
                  <a:cubicBezTo>
                    <a:pt x="158877" y="102831"/>
                    <a:pt x="159903" y="103857"/>
                    <a:pt x="159903" y="104369"/>
                  </a:cubicBezTo>
                  <a:cubicBezTo>
                    <a:pt x="159903" y="104882"/>
                    <a:pt x="160929" y="106934"/>
                    <a:pt x="162981" y="108472"/>
                  </a:cubicBezTo>
                  <a:cubicBezTo>
                    <a:pt x="165032" y="110011"/>
                    <a:pt x="170161" y="114627"/>
                    <a:pt x="170161" y="115653"/>
                  </a:cubicBezTo>
                  <a:cubicBezTo>
                    <a:pt x="169648" y="116678"/>
                    <a:pt x="167596" y="117191"/>
                    <a:pt x="167083" y="117191"/>
                  </a:cubicBezTo>
                  <a:cubicBezTo>
                    <a:pt x="166570" y="116678"/>
                    <a:pt x="163493" y="116166"/>
                    <a:pt x="162468" y="116166"/>
                  </a:cubicBezTo>
                  <a:cubicBezTo>
                    <a:pt x="161442" y="116166"/>
                    <a:pt x="156826" y="116678"/>
                    <a:pt x="154774" y="116166"/>
                  </a:cubicBezTo>
                  <a:cubicBezTo>
                    <a:pt x="152723" y="115653"/>
                    <a:pt x="147594" y="116166"/>
                    <a:pt x="146569" y="116166"/>
                  </a:cubicBezTo>
                  <a:cubicBezTo>
                    <a:pt x="146056" y="116166"/>
                    <a:pt x="142978" y="115140"/>
                    <a:pt x="142466" y="116166"/>
                  </a:cubicBezTo>
                  <a:cubicBezTo>
                    <a:pt x="141953" y="116678"/>
                    <a:pt x="139388" y="117191"/>
                    <a:pt x="139388" y="117191"/>
                  </a:cubicBezTo>
                  <a:cubicBezTo>
                    <a:pt x="138876" y="116678"/>
                    <a:pt x="136824" y="116678"/>
                    <a:pt x="133747" y="117191"/>
                  </a:cubicBezTo>
                  <a:cubicBezTo>
                    <a:pt x="133747" y="117191"/>
                    <a:pt x="133747" y="117191"/>
                    <a:pt x="132721" y="121294"/>
                  </a:cubicBezTo>
                  <a:cubicBezTo>
                    <a:pt x="132208" y="122320"/>
                    <a:pt x="132208" y="122320"/>
                    <a:pt x="132208" y="122320"/>
                  </a:cubicBezTo>
                  <a:cubicBezTo>
                    <a:pt x="131182" y="122320"/>
                    <a:pt x="130669" y="123346"/>
                    <a:pt x="130669" y="124372"/>
                  </a:cubicBezTo>
                  <a:cubicBezTo>
                    <a:pt x="131182" y="125397"/>
                    <a:pt x="129131" y="128987"/>
                    <a:pt x="128618" y="128987"/>
                  </a:cubicBezTo>
                  <a:cubicBezTo>
                    <a:pt x="128105" y="128987"/>
                    <a:pt x="124002" y="128987"/>
                    <a:pt x="121951" y="129500"/>
                  </a:cubicBezTo>
                  <a:cubicBezTo>
                    <a:pt x="119386" y="130013"/>
                    <a:pt x="114258" y="133090"/>
                    <a:pt x="114258" y="133603"/>
                  </a:cubicBezTo>
                  <a:cubicBezTo>
                    <a:pt x="114258" y="134116"/>
                    <a:pt x="115283" y="135655"/>
                    <a:pt x="115796" y="135655"/>
                  </a:cubicBezTo>
                  <a:cubicBezTo>
                    <a:pt x="116822" y="135655"/>
                    <a:pt x="119386" y="134116"/>
                    <a:pt x="120412" y="134116"/>
                  </a:cubicBezTo>
                  <a:cubicBezTo>
                    <a:pt x="121951" y="134116"/>
                    <a:pt x="125541" y="134116"/>
                    <a:pt x="125028" y="133090"/>
                  </a:cubicBezTo>
                  <a:cubicBezTo>
                    <a:pt x="125028" y="132065"/>
                    <a:pt x="127080" y="129500"/>
                    <a:pt x="128618" y="129500"/>
                  </a:cubicBezTo>
                  <a:cubicBezTo>
                    <a:pt x="130157" y="129500"/>
                    <a:pt x="134260" y="130013"/>
                    <a:pt x="134773" y="131039"/>
                  </a:cubicBezTo>
                  <a:cubicBezTo>
                    <a:pt x="135285" y="132065"/>
                    <a:pt x="138876" y="134629"/>
                    <a:pt x="139388" y="135655"/>
                  </a:cubicBezTo>
                  <a:cubicBezTo>
                    <a:pt x="139901" y="136680"/>
                    <a:pt x="139901" y="140783"/>
                    <a:pt x="140414" y="141296"/>
                  </a:cubicBezTo>
                  <a:cubicBezTo>
                    <a:pt x="140927" y="141809"/>
                    <a:pt x="141440" y="144886"/>
                    <a:pt x="141440" y="147451"/>
                  </a:cubicBezTo>
                  <a:cubicBezTo>
                    <a:pt x="141440" y="150015"/>
                    <a:pt x="139388" y="156682"/>
                    <a:pt x="137337" y="156170"/>
                  </a:cubicBezTo>
                  <a:cubicBezTo>
                    <a:pt x="135285" y="156170"/>
                    <a:pt x="128105" y="156170"/>
                    <a:pt x="126054" y="156682"/>
                  </a:cubicBezTo>
                  <a:cubicBezTo>
                    <a:pt x="124002" y="156682"/>
                    <a:pt x="116822" y="157708"/>
                    <a:pt x="115283" y="157195"/>
                  </a:cubicBezTo>
                  <a:cubicBezTo>
                    <a:pt x="113745" y="156682"/>
                    <a:pt x="111693" y="157708"/>
                    <a:pt x="112719" y="157708"/>
                  </a:cubicBezTo>
                  <a:cubicBezTo>
                    <a:pt x="113745" y="158221"/>
                    <a:pt x="116822" y="159247"/>
                    <a:pt x="117848" y="159247"/>
                  </a:cubicBezTo>
                  <a:cubicBezTo>
                    <a:pt x="118873" y="158734"/>
                    <a:pt x="122976" y="158221"/>
                    <a:pt x="124515" y="157708"/>
                  </a:cubicBezTo>
                  <a:cubicBezTo>
                    <a:pt x="126054" y="157708"/>
                    <a:pt x="132721" y="159247"/>
                    <a:pt x="134260" y="158221"/>
                  </a:cubicBezTo>
                  <a:cubicBezTo>
                    <a:pt x="135798" y="157195"/>
                    <a:pt x="142466" y="157708"/>
                    <a:pt x="142978" y="156682"/>
                  </a:cubicBezTo>
                  <a:cubicBezTo>
                    <a:pt x="143491" y="155657"/>
                    <a:pt x="144004" y="152579"/>
                    <a:pt x="144004" y="151554"/>
                  </a:cubicBezTo>
                  <a:cubicBezTo>
                    <a:pt x="143491" y="150528"/>
                    <a:pt x="146056" y="147964"/>
                    <a:pt x="147594" y="148477"/>
                  </a:cubicBezTo>
                  <a:cubicBezTo>
                    <a:pt x="149133" y="148989"/>
                    <a:pt x="154262" y="152579"/>
                    <a:pt x="155800" y="155657"/>
                  </a:cubicBezTo>
                  <a:cubicBezTo>
                    <a:pt x="157852" y="158221"/>
                    <a:pt x="162468" y="165914"/>
                    <a:pt x="162981" y="166940"/>
                  </a:cubicBezTo>
                  <a:cubicBezTo>
                    <a:pt x="163493" y="167966"/>
                    <a:pt x="165032" y="171556"/>
                    <a:pt x="166570" y="172581"/>
                  </a:cubicBezTo>
                  <a:cubicBezTo>
                    <a:pt x="168109" y="173607"/>
                    <a:pt x="174264" y="178223"/>
                    <a:pt x="177854" y="179762"/>
                  </a:cubicBezTo>
                  <a:cubicBezTo>
                    <a:pt x="181444" y="181300"/>
                    <a:pt x="190675" y="187968"/>
                    <a:pt x="191701" y="190532"/>
                  </a:cubicBezTo>
                  <a:cubicBezTo>
                    <a:pt x="192727" y="193096"/>
                    <a:pt x="201446" y="199764"/>
                    <a:pt x="201446" y="200277"/>
                  </a:cubicBezTo>
                  <a:cubicBezTo>
                    <a:pt x="201446" y="201302"/>
                    <a:pt x="201959" y="203354"/>
                    <a:pt x="202985" y="204380"/>
                  </a:cubicBezTo>
                  <a:cubicBezTo>
                    <a:pt x="204010" y="204892"/>
                    <a:pt x="207600" y="207970"/>
                    <a:pt x="208113" y="209508"/>
                  </a:cubicBezTo>
                  <a:cubicBezTo>
                    <a:pt x="208626" y="211047"/>
                    <a:pt x="212729" y="217201"/>
                    <a:pt x="213242" y="219766"/>
                  </a:cubicBezTo>
                  <a:cubicBezTo>
                    <a:pt x="213755" y="222330"/>
                    <a:pt x="209139" y="230023"/>
                    <a:pt x="206575" y="229510"/>
                  </a:cubicBezTo>
                  <a:cubicBezTo>
                    <a:pt x="203497" y="228997"/>
                    <a:pt x="195804" y="228997"/>
                    <a:pt x="194778" y="228485"/>
                  </a:cubicBezTo>
                  <a:cubicBezTo>
                    <a:pt x="193753" y="227972"/>
                    <a:pt x="188624" y="226433"/>
                    <a:pt x="186060" y="225920"/>
                  </a:cubicBezTo>
                  <a:cubicBezTo>
                    <a:pt x="183495" y="225407"/>
                    <a:pt x="175802" y="225407"/>
                    <a:pt x="173751" y="224382"/>
                  </a:cubicBezTo>
                  <a:cubicBezTo>
                    <a:pt x="171699" y="223356"/>
                    <a:pt x="166058" y="218740"/>
                    <a:pt x="164006" y="218227"/>
                  </a:cubicBezTo>
                  <a:cubicBezTo>
                    <a:pt x="161955" y="217714"/>
                    <a:pt x="155800" y="217201"/>
                    <a:pt x="153749" y="216688"/>
                  </a:cubicBezTo>
                  <a:cubicBezTo>
                    <a:pt x="151697" y="216176"/>
                    <a:pt x="144517" y="214637"/>
                    <a:pt x="142466" y="213611"/>
                  </a:cubicBezTo>
                  <a:cubicBezTo>
                    <a:pt x="140927" y="212073"/>
                    <a:pt x="134260" y="210021"/>
                    <a:pt x="133747" y="210534"/>
                  </a:cubicBezTo>
                  <a:cubicBezTo>
                    <a:pt x="133747" y="211047"/>
                    <a:pt x="133234" y="213611"/>
                    <a:pt x="132208" y="214124"/>
                  </a:cubicBezTo>
                  <a:cubicBezTo>
                    <a:pt x="131182" y="214637"/>
                    <a:pt x="128618" y="217714"/>
                    <a:pt x="127080" y="217201"/>
                  </a:cubicBezTo>
                  <a:cubicBezTo>
                    <a:pt x="127080" y="217201"/>
                    <a:pt x="127080" y="217201"/>
                    <a:pt x="126566" y="218227"/>
                  </a:cubicBezTo>
                  <a:cubicBezTo>
                    <a:pt x="125028" y="220279"/>
                    <a:pt x="125028" y="220279"/>
                    <a:pt x="125028" y="220279"/>
                  </a:cubicBezTo>
                  <a:cubicBezTo>
                    <a:pt x="126566" y="221817"/>
                    <a:pt x="127592" y="224382"/>
                    <a:pt x="126566" y="225920"/>
                  </a:cubicBezTo>
                  <a:cubicBezTo>
                    <a:pt x="126054" y="227459"/>
                    <a:pt x="123489" y="232075"/>
                    <a:pt x="121951" y="233100"/>
                  </a:cubicBezTo>
                  <a:cubicBezTo>
                    <a:pt x="120412" y="234126"/>
                    <a:pt x="114258" y="236691"/>
                    <a:pt x="112206" y="236178"/>
                  </a:cubicBezTo>
                  <a:cubicBezTo>
                    <a:pt x="110154" y="236178"/>
                    <a:pt x="102461" y="235665"/>
                    <a:pt x="99384" y="234126"/>
                  </a:cubicBezTo>
                  <a:cubicBezTo>
                    <a:pt x="96307" y="232588"/>
                    <a:pt x="87075" y="227972"/>
                    <a:pt x="86050" y="226433"/>
                  </a:cubicBezTo>
                  <a:cubicBezTo>
                    <a:pt x="85024" y="224894"/>
                    <a:pt x="79895" y="219253"/>
                    <a:pt x="78869" y="216176"/>
                  </a:cubicBezTo>
                  <a:cubicBezTo>
                    <a:pt x="78869" y="216176"/>
                    <a:pt x="78869" y="216176"/>
                    <a:pt x="77331" y="214637"/>
                  </a:cubicBezTo>
                  <a:cubicBezTo>
                    <a:pt x="75279" y="212073"/>
                    <a:pt x="75279" y="212073"/>
                    <a:pt x="75279" y="212073"/>
                  </a:cubicBezTo>
                  <a:cubicBezTo>
                    <a:pt x="71689" y="210021"/>
                    <a:pt x="68612" y="206944"/>
                    <a:pt x="68612" y="205918"/>
                  </a:cubicBezTo>
                  <a:cubicBezTo>
                    <a:pt x="68612" y="204892"/>
                    <a:pt x="67073" y="201815"/>
                    <a:pt x="67586" y="200789"/>
                  </a:cubicBezTo>
                  <a:cubicBezTo>
                    <a:pt x="68099" y="200277"/>
                    <a:pt x="70151" y="197712"/>
                    <a:pt x="70151" y="196174"/>
                  </a:cubicBezTo>
                  <a:cubicBezTo>
                    <a:pt x="70151" y="194122"/>
                    <a:pt x="72715" y="186429"/>
                    <a:pt x="72715" y="184890"/>
                  </a:cubicBezTo>
                  <a:cubicBezTo>
                    <a:pt x="72715" y="183352"/>
                    <a:pt x="75279" y="178736"/>
                    <a:pt x="75792" y="178736"/>
                  </a:cubicBezTo>
                  <a:cubicBezTo>
                    <a:pt x="76818" y="178736"/>
                    <a:pt x="77331" y="180275"/>
                    <a:pt x="77844" y="179762"/>
                  </a:cubicBezTo>
                  <a:cubicBezTo>
                    <a:pt x="78357" y="179762"/>
                    <a:pt x="82460" y="179762"/>
                    <a:pt x="84511" y="177710"/>
                  </a:cubicBezTo>
                  <a:cubicBezTo>
                    <a:pt x="86563" y="176172"/>
                    <a:pt x="91691" y="173094"/>
                    <a:pt x="90665" y="172069"/>
                  </a:cubicBezTo>
                  <a:cubicBezTo>
                    <a:pt x="90153" y="171043"/>
                    <a:pt x="90665" y="166427"/>
                    <a:pt x="92204" y="163863"/>
                  </a:cubicBezTo>
                  <a:cubicBezTo>
                    <a:pt x="93743" y="161298"/>
                    <a:pt x="97846" y="154631"/>
                    <a:pt x="96820" y="153605"/>
                  </a:cubicBezTo>
                  <a:cubicBezTo>
                    <a:pt x="95794" y="152579"/>
                    <a:pt x="93743" y="149502"/>
                    <a:pt x="93230" y="148989"/>
                  </a:cubicBezTo>
                  <a:cubicBezTo>
                    <a:pt x="92717" y="148477"/>
                    <a:pt x="91178" y="148477"/>
                    <a:pt x="92204" y="148989"/>
                  </a:cubicBezTo>
                  <a:cubicBezTo>
                    <a:pt x="93230" y="149502"/>
                    <a:pt x="92204" y="152067"/>
                    <a:pt x="91178" y="151554"/>
                  </a:cubicBezTo>
                  <a:cubicBezTo>
                    <a:pt x="90665" y="151041"/>
                    <a:pt x="88101" y="154631"/>
                    <a:pt x="87588" y="158221"/>
                  </a:cubicBezTo>
                  <a:cubicBezTo>
                    <a:pt x="87588" y="158221"/>
                    <a:pt x="87588" y="158221"/>
                    <a:pt x="85024" y="159247"/>
                  </a:cubicBezTo>
                  <a:cubicBezTo>
                    <a:pt x="83998" y="159760"/>
                    <a:pt x="83998" y="159760"/>
                    <a:pt x="83998" y="159760"/>
                  </a:cubicBezTo>
                  <a:cubicBezTo>
                    <a:pt x="82972" y="159760"/>
                    <a:pt x="81434" y="159247"/>
                    <a:pt x="80408" y="159247"/>
                  </a:cubicBezTo>
                  <a:cubicBezTo>
                    <a:pt x="79895" y="158734"/>
                    <a:pt x="76818" y="157195"/>
                    <a:pt x="76305" y="157195"/>
                  </a:cubicBezTo>
                  <a:cubicBezTo>
                    <a:pt x="76305" y="157708"/>
                    <a:pt x="76818" y="158734"/>
                    <a:pt x="78869" y="159247"/>
                  </a:cubicBezTo>
                  <a:cubicBezTo>
                    <a:pt x="80408" y="159760"/>
                    <a:pt x="83998" y="161811"/>
                    <a:pt x="84511" y="160785"/>
                  </a:cubicBezTo>
                  <a:cubicBezTo>
                    <a:pt x="85024" y="159760"/>
                    <a:pt x="87075" y="161298"/>
                    <a:pt x="86563" y="162324"/>
                  </a:cubicBezTo>
                  <a:cubicBezTo>
                    <a:pt x="86050" y="163350"/>
                    <a:pt x="83998" y="162837"/>
                    <a:pt x="83998" y="162837"/>
                  </a:cubicBezTo>
                  <a:cubicBezTo>
                    <a:pt x="83998" y="162837"/>
                    <a:pt x="82972" y="162837"/>
                    <a:pt x="82972" y="163863"/>
                  </a:cubicBezTo>
                  <a:cubicBezTo>
                    <a:pt x="82460" y="164888"/>
                    <a:pt x="80408" y="165401"/>
                    <a:pt x="79895" y="165401"/>
                  </a:cubicBezTo>
                  <a:cubicBezTo>
                    <a:pt x="79382" y="164888"/>
                    <a:pt x="76305" y="164376"/>
                    <a:pt x="75279" y="163863"/>
                  </a:cubicBezTo>
                  <a:cubicBezTo>
                    <a:pt x="75279" y="163863"/>
                    <a:pt x="75279" y="163863"/>
                    <a:pt x="74253" y="163863"/>
                  </a:cubicBezTo>
                  <a:cubicBezTo>
                    <a:pt x="73741" y="163863"/>
                    <a:pt x="71689" y="163863"/>
                    <a:pt x="71176" y="163863"/>
                  </a:cubicBezTo>
                  <a:cubicBezTo>
                    <a:pt x="67586" y="164376"/>
                    <a:pt x="67586" y="164376"/>
                    <a:pt x="67586" y="164376"/>
                  </a:cubicBezTo>
                  <a:cubicBezTo>
                    <a:pt x="63996" y="165914"/>
                    <a:pt x="62971" y="166427"/>
                    <a:pt x="65022" y="165914"/>
                  </a:cubicBezTo>
                  <a:cubicBezTo>
                    <a:pt x="67073" y="165401"/>
                    <a:pt x="72715" y="164888"/>
                    <a:pt x="71689" y="165401"/>
                  </a:cubicBezTo>
                  <a:cubicBezTo>
                    <a:pt x="71176" y="165401"/>
                    <a:pt x="72202" y="167453"/>
                    <a:pt x="72202" y="166940"/>
                  </a:cubicBezTo>
                  <a:cubicBezTo>
                    <a:pt x="72715" y="166427"/>
                    <a:pt x="74253" y="168479"/>
                    <a:pt x="74253" y="168991"/>
                  </a:cubicBezTo>
                  <a:cubicBezTo>
                    <a:pt x="74253" y="170017"/>
                    <a:pt x="76818" y="172581"/>
                    <a:pt x="76305" y="173094"/>
                  </a:cubicBezTo>
                  <a:cubicBezTo>
                    <a:pt x="75792" y="173607"/>
                    <a:pt x="73228" y="172581"/>
                    <a:pt x="73741" y="172069"/>
                  </a:cubicBezTo>
                  <a:cubicBezTo>
                    <a:pt x="74253" y="171556"/>
                    <a:pt x="71689" y="170017"/>
                    <a:pt x="70664" y="170017"/>
                  </a:cubicBezTo>
                  <a:cubicBezTo>
                    <a:pt x="69125" y="170017"/>
                    <a:pt x="66048" y="173094"/>
                    <a:pt x="65535" y="172581"/>
                  </a:cubicBezTo>
                  <a:cubicBezTo>
                    <a:pt x="65022" y="172581"/>
                    <a:pt x="65022" y="173607"/>
                    <a:pt x="67586" y="174120"/>
                  </a:cubicBezTo>
                  <a:cubicBezTo>
                    <a:pt x="69638" y="174633"/>
                    <a:pt x="68099" y="178223"/>
                    <a:pt x="66048" y="177710"/>
                  </a:cubicBezTo>
                  <a:cubicBezTo>
                    <a:pt x="63996" y="177197"/>
                    <a:pt x="60406" y="175146"/>
                    <a:pt x="60406" y="176172"/>
                  </a:cubicBezTo>
                  <a:cubicBezTo>
                    <a:pt x="60919" y="177197"/>
                    <a:pt x="58867" y="180787"/>
                    <a:pt x="59893" y="182326"/>
                  </a:cubicBezTo>
                  <a:cubicBezTo>
                    <a:pt x="60919" y="183352"/>
                    <a:pt x="62457" y="188481"/>
                    <a:pt x="63996" y="189506"/>
                  </a:cubicBezTo>
                  <a:cubicBezTo>
                    <a:pt x="65535" y="190532"/>
                    <a:pt x="68612" y="194635"/>
                    <a:pt x="67586" y="195148"/>
                  </a:cubicBezTo>
                  <a:cubicBezTo>
                    <a:pt x="67073" y="195661"/>
                    <a:pt x="66048" y="199251"/>
                    <a:pt x="65022" y="199251"/>
                  </a:cubicBezTo>
                  <a:cubicBezTo>
                    <a:pt x="63996" y="199764"/>
                    <a:pt x="61945" y="202841"/>
                    <a:pt x="60919" y="202328"/>
                  </a:cubicBezTo>
                  <a:cubicBezTo>
                    <a:pt x="59893" y="201815"/>
                    <a:pt x="55790" y="200789"/>
                    <a:pt x="54252" y="199764"/>
                  </a:cubicBezTo>
                  <a:cubicBezTo>
                    <a:pt x="52713" y="198738"/>
                    <a:pt x="50149" y="195148"/>
                    <a:pt x="50661" y="193609"/>
                  </a:cubicBezTo>
                  <a:cubicBezTo>
                    <a:pt x="51174" y="191558"/>
                    <a:pt x="53739" y="187968"/>
                    <a:pt x="53226" y="187455"/>
                  </a:cubicBezTo>
                  <a:cubicBezTo>
                    <a:pt x="52713" y="186942"/>
                    <a:pt x="51174" y="185916"/>
                    <a:pt x="50149" y="186429"/>
                  </a:cubicBezTo>
                  <a:cubicBezTo>
                    <a:pt x="49123" y="186942"/>
                    <a:pt x="45533" y="186429"/>
                    <a:pt x="45020" y="186942"/>
                  </a:cubicBezTo>
                  <a:cubicBezTo>
                    <a:pt x="44507" y="187968"/>
                    <a:pt x="42968" y="188481"/>
                    <a:pt x="42456" y="187455"/>
                  </a:cubicBezTo>
                  <a:cubicBezTo>
                    <a:pt x="41943" y="186942"/>
                    <a:pt x="41430" y="183865"/>
                    <a:pt x="40917" y="182839"/>
                  </a:cubicBezTo>
                  <a:cubicBezTo>
                    <a:pt x="40404" y="181813"/>
                    <a:pt x="41430" y="178736"/>
                    <a:pt x="41430" y="178223"/>
                  </a:cubicBezTo>
                  <a:cubicBezTo>
                    <a:pt x="41430" y="177710"/>
                    <a:pt x="39891" y="178736"/>
                    <a:pt x="39378" y="180787"/>
                  </a:cubicBezTo>
                  <a:cubicBezTo>
                    <a:pt x="38865" y="182326"/>
                    <a:pt x="37327" y="186429"/>
                    <a:pt x="36814" y="185916"/>
                  </a:cubicBezTo>
                  <a:cubicBezTo>
                    <a:pt x="36814" y="185403"/>
                    <a:pt x="35788" y="183352"/>
                    <a:pt x="34763" y="183352"/>
                  </a:cubicBezTo>
                  <a:cubicBezTo>
                    <a:pt x="33737" y="183352"/>
                    <a:pt x="30659" y="180787"/>
                    <a:pt x="30659" y="180275"/>
                  </a:cubicBezTo>
                  <a:cubicBezTo>
                    <a:pt x="31172" y="179249"/>
                    <a:pt x="28608" y="178223"/>
                    <a:pt x="28095" y="178736"/>
                  </a:cubicBezTo>
                  <a:cubicBezTo>
                    <a:pt x="27582" y="179249"/>
                    <a:pt x="25018" y="179762"/>
                    <a:pt x="23992" y="178736"/>
                  </a:cubicBezTo>
                  <a:cubicBezTo>
                    <a:pt x="22966" y="177710"/>
                    <a:pt x="17838" y="175146"/>
                    <a:pt x="17838" y="174120"/>
                  </a:cubicBezTo>
                  <a:cubicBezTo>
                    <a:pt x="17838" y="173094"/>
                    <a:pt x="19376" y="171043"/>
                    <a:pt x="19376" y="171556"/>
                  </a:cubicBezTo>
                  <a:cubicBezTo>
                    <a:pt x="19889" y="172069"/>
                    <a:pt x="20915" y="173607"/>
                    <a:pt x="21428" y="173094"/>
                  </a:cubicBezTo>
                  <a:cubicBezTo>
                    <a:pt x="21941" y="173094"/>
                    <a:pt x="24505" y="172069"/>
                    <a:pt x="26044" y="172069"/>
                  </a:cubicBezTo>
                  <a:cubicBezTo>
                    <a:pt x="27582" y="172069"/>
                    <a:pt x="32711" y="174120"/>
                    <a:pt x="33224" y="174120"/>
                  </a:cubicBezTo>
                  <a:cubicBezTo>
                    <a:pt x="33737" y="173607"/>
                    <a:pt x="35788" y="174120"/>
                    <a:pt x="36814" y="175146"/>
                  </a:cubicBezTo>
                  <a:cubicBezTo>
                    <a:pt x="37840" y="176172"/>
                    <a:pt x="39891" y="178223"/>
                    <a:pt x="38865" y="177197"/>
                  </a:cubicBezTo>
                  <a:cubicBezTo>
                    <a:pt x="37840" y="176172"/>
                    <a:pt x="38865" y="172581"/>
                    <a:pt x="38352" y="172069"/>
                  </a:cubicBezTo>
                  <a:cubicBezTo>
                    <a:pt x="37840" y="171556"/>
                    <a:pt x="36301" y="168991"/>
                    <a:pt x="36301" y="168479"/>
                  </a:cubicBezTo>
                  <a:cubicBezTo>
                    <a:pt x="36301" y="167453"/>
                    <a:pt x="36814" y="164376"/>
                    <a:pt x="36301" y="163863"/>
                  </a:cubicBezTo>
                  <a:cubicBezTo>
                    <a:pt x="35788" y="163350"/>
                    <a:pt x="34249" y="164376"/>
                    <a:pt x="33737" y="163350"/>
                  </a:cubicBezTo>
                  <a:cubicBezTo>
                    <a:pt x="33224" y="162837"/>
                    <a:pt x="30659" y="160785"/>
                    <a:pt x="30147" y="162324"/>
                  </a:cubicBezTo>
                  <a:cubicBezTo>
                    <a:pt x="29634" y="163350"/>
                    <a:pt x="26044" y="163350"/>
                    <a:pt x="24505" y="162837"/>
                  </a:cubicBezTo>
                  <a:cubicBezTo>
                    <a:pt x="22966" y="162324"/>
                    <a:pt x="18351" y="160785"/>
                    <a:pt x="16299" y="159760"/>
                  </a:cubicBezTo>
                  <a:cubicBezTo>
                    <a:pt x="14760" y="158221"/>
                    <a:pt x="14248" y="153605"/>
                    <a:pt x="13735" y="153092"/>
                  </a:cubicBezTo>
                  <a:cubicBezTo>
                    <a:pt x="13222" y="153092"/>
                    <a:pt x="12196" y="152067"/>
                    <a:pt x="12196" y="151554"/>
                  </a:cubicBezTo>
                  <a:cubicBezTo>
                    <a:pt x="12196" y="151041"/>
                    <a:pt x="12709" y="150015"/>
                    <a:pt x="11683" y="148477"/>
                  </a:cubicBezTo>
                  <a:cubicBezTo>
                    <a:pt x="10658" y="147451"/>
                    <a:pt x="7067" y="142835"/>
                    <a:pt x="6555" y="140783"/>
                  </a:cubicBezTo>
                  <a:cubicBezTo>
                    <a:pt x="6042" y="138732"/>
                    <a:pt x="3990" y="134116"/>
                    <a:pt x="3990" y="133603"/>
                  </a:cubicBezTo>
                  <a:cubicBezTo>
                    <a:pt x="3990" y="133090"/>
                    <a:pt x="4503" y="132065"/>
                    <a:pt x="4503" y="130526"/>
                  </a:cubicBezTo>
                  <a:cubicBezTo>
                    <a:pt x="4503" y="128987"/>
                    <a:pt x="3477" y="125397"/>
                    <a:pt x="3990" y="124372"/>
                  </a:cubicBezTo>
                  <a:cubicBezTo>
                    <a:pt x="4503" y="123346"/>
                    <a:pt x="6042" y="120781"/>
                    <a:pt x="7067" y="120781"/>
                  </a:cubicBezTo>
                  <a:cubicBezTo>
                    <a:pt x="8093" y="120269"/>
                    <a:pt x="11170" y="119756"/>
                    <a:pt x="12196" y="118730"/>
                  </a:cubicBezTo>
                  <a:cubicBezTo>
                    <a:pt x="12709" y="117704"/>
                    <a:pt x="16812" y="115653"/>
                    <a:pt x="18863" y="113601"/>
                  </a:cubicBezTo>
                  <a:cubicBezTo>
                    <a:pt x="20402" y="111550"/>
                    <a:pt x="25018" y="112575"/>
                    <a:pt x="25018" y="111037"/>
                  </a:cubicBezTo>
                  <a:cubicBezTo>
                    <a:pt x="24505" y="109498"/>
                    <a:pt x="20915" y="106934"/>
                    <a:pt x="21428" y="106421"/>
                  </a:cubicBezTo>
                  <a:cubicBezTo>
                    <a:pt x="21941" y="105908"/>
                    <a:pt x="23479" y="104369"/>
                    <a:pt x="23992" y="104882"/>
                  </a:cubicBezTo>
                  <a:cubicBezTo>
                    <a:pt x="24505" y="105395"/>
                    <a:pt x="26556" y="104882"/>
                    <a:pt x="26044" y="103344"/>
                  </a:cubicBezTo>
                  <a:cubicBezTo>
                    <a:pt x="25531" y="101805"/>
                    <a:pt x="25531" y="96164"/>
                    <a:pt x="26556" y="94112"/>
                  </a:cubicBezTo>
                  <a:cubicBezTo>
                    <a:pt x="27069" y="92573"/>
                    <a:pt x="29121" y="89496"/>
                    <a:pt x="28608" y="90522"/>
                  </a:cubicBezTo>
                  <a:cubicBezTo>
                    <a:pt x="28095" y="91035"/>
                    <a:pt x="25531" y="88983"/>
                    <a:pt x="26556" y="87958"/>
                  </a:cubicBezTo>
                  <a:cubicBezTo>
                    <a:pt x="27582" y="86932"/>
                    <a:pt x="29121" y="81290"/>
                    <a:pt x="28095" y="79752"/>
                  </a:cubicBezTo>
                  <a:cubicBezTo>
                    <a:pt x="27582" y="78213"/>
                    <a:pt x="25531" y="73597"/>
                    <a:pt x="26044" y="73084"/>
                  </a:cubicBezTo>
                  <a:cubicBezTo>
                    <a:pt x="26556" y="72571"/>
                    <a:pt x="28608" y="71546"/>
                    <a:pt x="28095" y="70520"/>
                  </a:cubicBezTo>
                  <a:cubicBezTo>
                    <a:pt x="27582" y="70007"/>
                    <a:pt x="29121" y="67956"/>
                    <a:pt x="30147" y="67956"/>
                  </a:cubicBezTo>
                  <a:cubicBezTo>
                    <a:pt x="31172" y="68468"/>
                    <a:pt x="32198" y="67956"/>
                    <a:pt x="31685" y="67443"/>
                  </a:cubicBezTo>
                  <a:cubicBezTo>
                    <a:pt x="31172" y="66930"/>
                    <a:pt x="30147" y="64878"/>
                    <a:pt x="30659" y="64365"/>
                  </a:cubicBezTo>
                  <a:cubicBezTo>
                    <a:pt x="31685" y="63853"/>
                    <a:pt x="33737" y="61801"/>
                    <a:pt x="32711" y="62314"/>
                  </a:cubicBezTo>
                  <a:cubicBezTo>
                    <a:pt x="32198" y="62827"/>
                    <a:pt x="29121" y="61801"/>
                    <a:pt x="29121" y="60775"/>
                  </a:cubicBezTo>
                  <a:cubicBezTo>
                    <a:pt x="29121" y="60262"/>
                    <a:pt x="28608" y="57698"/>
                    <a:pt x="28095" y="57185"/>
                  </a:cubicBezTo>
                  <a:cubicBezTo>
                    <a:pt x="27582" y="56672"/>
                    <a:pt x="26556" y="54108"/>
                    <a:pt x="26556" y="53595"/>
                  </a:cubicBezTo>
                  <a:cubicBezTo>
                    <a:pt x="26556" y="52569"/>
                    <a:pt x="26556" y="49492"/>
                    <a:pt x="27069" y="47954"/>
                  </a:cubicBezTo>
                  <a:cubicBezTo>
                    <a:pt x="27582" y="46415"/>
                    <a:pt x="27582" y="42825"/>
                    <a:pt x="28095" y="42825"/>
                  </a:cubicBezTo>
                  <a:cubicBezTo>
                    <a:pt x="28608" y="42825"/>
                    <a:pt x="29121" y="41286"/>
                    <a:pt x="28608" y="40260"/>
                  </a:cubicBezTo>
                  <a:cubicBezTo>
                    <a:pt x="28095" y="39748"/>
                    <a:pt x="29121" y="36158"/>
                    <a:pt x="27582" y="35645"/>
                  </a:cubicBezTo>
                  <a:cubicBezTo>
                    <a:pt x="26556" y="35132"/>
                    <a:pt x="26556" y="32567"/>
                    <a:pt x="27069" y="32567"/>
                  </a:cubicBezTo>
                  <a:cubicBezTo>
                    <a:pt x="28095" y="32055"/>
                    <a:pt x="30147" y="30003"/>
                    <a:pt x="31172" y="28464"/>
                  </a:cubicBezTo>
                  <a:cubicBezTo>
                    <a:pt x="31685" y="26926"/>
                    <a:pt x="33224" y="23336"/>
                    <a:pt x="34249" y="23336"/>
                  </a:cubicBezTo>
                  <a:cubicBezTo>
                    <a:pt x="35275" y="22823"/>
                    <a:pt x="38865" y="23336"/>
                    <a:pt x="39378" y="23849"/>
                  </a:cubicBezTo>
                  <a:cubicBezTo>
                    <a:pt x="39891" y="24361"/>
                    <a:pt x="42968" y="24361"/>
                    <a:pt x="44507" y="22310"/>
                  </a:cubicBezTo>
                  <a:cubicBezTo>
                    <a:pt x="44507" y="22310"/>
                    <a:pt x="44507" y="22310"/>
                    <a:pt x="45533" y="21284"/>
                  </a:cubicBezTo>
                  <a:cubicBezTo>
                    <a:pt x="46045" y="20771"/>
                    <a:pt x="46045" y="19746"/>
                    <a:pt x="46559" y="19233"/>
                  </a:cubicBezTo>
                  <a:cubicBezTo>
                    <a:pt x="47584" y="18207"/>
                    <a:pt x="47584" y="18207"/>
                    <a:pt x="47584" y="18207"/>
                  </a:cubicBezTo>
                  <a:cubicBezTo>
                    <a:pt x="47071" y="16668"/>
                    <a:pt x="74767" y="7437"/>
                    <a:pt x="85024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2691"/>
            <p:cNvSpPr/>
            <p:nvPr/>
          </p:nvSpPr>
          <p:spPr>
            <a:xfrm>
              <a:off x="6117224" y="4182198"/>
              <a:ext cx="15386" cy="10257"/>
            </a:xfrm>
            <a:custGeom>
              <a:avLst/>
              <a:gdLst>
                <a:gd name="connsiteX0" fmla="*/ 10001 w 15386"/>
                <a:gd name="connsiteY0" fmla="*/ 3986 h 10257"/>
                <a:gd name="connsiteX1" fmla="*/ 12565 w 15386"/>
                <a:gd name="connsiteY1" fmla="*/ 4499 h 10257"/>
                <a:gd name="connsiteX2" fmla="*/ 12052 w 15386"/>
                <a:gd name="connsiteY2" fmla="*/ 5012 h 10257"/>
                <a:gd name="connsiteX3" fmla="*/ 11540 w 15386"/>
                <a:gd name="connsiteY3" fmla="*/ 7576 h 10257"/>
                <a:gd name="connsiteX4" fmla="*/ 8462 w 15386"/>
                <a:gd name="connsiteY4" fmla="*/ 8602 h 10257"/>
                <a:gd name="connsiteX5" fmla="*/ 3847 w 15386"/>
                <a:gd name="connsiteY5" fmla="*/ 5012 h 10257"/>
                <a:gd name="connsiteX6" fmla="*/ 10001 w 15386"/>
                <a:gd name="connsiteY6" fmla="*/ 398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0257">
                  <a:moveTo>
                    <a:pt x="10001" y="3986"/>
                  </a:moveTo>
                  <a:cubicBezTo>
                    <a:pt x="11540" y="3986"/>
                    <a:pt x="12565" y="4499"/>
                    <a:pt x="12565" y="4499"/>
                  </a:cubicBezTo>
                  <a:cubicBezTo>
                    <a:pt x="12565" y="4499"/>
                    <a:pt x="12565" y="5012"/>
                    <a:pt x="12052" y="5012"/>
                  </a:cubicBezTo>
                  <a:cubicBezTo>
                    <a:pt x="11540" y="5012"/>
                    <a:pt x="11027" y="6551"/>
                    <a:pt x="11540" y="7576"/>
                  </a:cubicBezTo>
                  <a:cubicBezTo>
                    <a:pt x="12052" y="8602"/>
                    <a:pt x="9488" y="9115"/>
                    <a:pt x="8462" y="8602"/>
                  </a:cubicBezTo>
                  <a:cubicBezTo>
                    <a:pt x="7437" y="7576"/>
                    <a:pt x="3847" y="5525"/>
                    <a:pt x="3847" y="5012"/>
                  </a:cubicBezTo>
                  <a:cubicBezTo>
                    <a:pt x="4359" y="4499"/>
                    <a:pt x="8975" y="3473"/>
                    <a:pt x="10001" y="39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2692"/>
            <p:cNvSpPr/>
            <p:nvPr/>
          </p:nvSpPr>
          <p:spPr>
            <a:xfrm>
              <a:off x="6172189" y="4220565"/>
              <a:ext cx="15386" cy="15386"/>
            </a:xfrm>
            <a:custGeom>
              <a:avLst/>
              <a:gdLst>
                <a:gd name="connsiteX0" fmla="*/ 7862 w 15386"/>
                <a:gd name="connsiteY0" fmla="*/ 12290 h 15386"/>
                <a:gd name="connsiteX1" fmla="*/ 6323 w 15386"/>
                <a:gd name="connsiteY1" fmla="*/ 11777 h 15386"/>
                <a:gd name="connsiteX2" fmla="*/ 5297 w 15386"/>
                <a:gd name="connsiteY2" fmla="*/ 8187 h 15386"/>
                <a:gd name="connsiteX3" fmla="*/ 4271 w 15386"/>
                <a:gd name="connsiteY3" fmla="*/ 5110 h 15386"/>
                <a:gd name="connsiteX4" fmla="*/ 8887 w 15386"/>
                <a:gd name="connsiteY4" fmla="*/ 4084 h 15386"/>
                <a:gd name="connsiteX5" fmla="*/ 11965 w 15386"/>
                <a:gd name="connsiteY5" fmla="*/ 6649 h 15386"/>
                <a:gd name="connsiteX6" fmla="*/ 11965 w 15386"/>
                <a:gd name="connsiteY6" fmla="*/ 10752 h 15386"/>
                <a:gd name="connsiteX7" fmla="*/ 7862 w 15386"/>
                <a:gd name="connsiteY7" fmla="*/ 12290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86" h="15386">
                  <a:moveTo>
                    <a:pt x="7862" y="12290"/>
                  </a:moveTo>
                  <a:cubicBezTo>
                    <a:pt x="7862" y="12803"/>
                    <a:pt x="7349" y="12803"/>
                    <a:pt x="6323" y="11777"/>
                  </a:cubicBezTo>
                  <a:cubicBezTo>
                    <a:pt x="5810" y="10752"/>
                    <a:pt x="6323" y="8700"/>
                    <a:pt x="5297" y="8187"/>
                  </a:cubicBezTo>
                  <a:cubicBezTo>
                    <a:pt x="4271" y="7674"/>
                    <a:pt x="3246" y="5623"/>
                    <a:pt x="4271" y="5110"/>
                  </a:cubicBezTo>
                  <a:cubicBezTo>
                    <a:pt x="4784" y="4597"/>
                    <a:pt x="7862" y="4597"/>
                    <a:pt x="8887" y="4084"/>
                  </a:cubicBezTo>
                  <a:cubicBezTo>
                    <a:pt x="9400" y="3058"/>
                    <a:pt x="12477" y="5623"/>
                    <a:pt x="11965" y="6649"/>
                  </a:cubicBezTo>
                  <a:cubicBezTo>
                    <a:pt x="11452" y="7674"/>
                    <a:pt x="12477" y="10752"/>
                    <a:pt x="11965" y="10752"/>
                  </a:cubicBezTo>
                  <a:cubicBezTo>
                    <a:pt x="10939" y="10752"/>
                    <a:pt x="7862" y="11777"/>
                    <a:pt x="7862" y="1229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2693"/>
            <p:cNvSpPr/>
            <p:nvPr/>
          </p:nvSpPr>
          <p:spPr>
            <a:xfrm>
              <a:off x="6192927" y="4236776"/>
              <a:ext cx="15386" cy="15386"/>
            </a:xfrm>
            <a:custGeom>
              <a:avLst/>
              <a:gdLst>
                <a:gd name="connsiteX0" fmla="*/ 12254 w 15386"/>
                <a:gd name="connsiteY0" fmla="*/ 7876 h 15386"/>
                <a:gd name="connsiteX1" fmla="*/ 13792 w 15386"/>
                <a:gd name="connsiteY1" fmla="*/ 8388 h 15386"/>
                <a:gd name="connsiteX2" fmla="*/ 11741 w 15386"/>
                <a:gd name="connsiteY2" fmla="*/ 10953 h 15386"/>
                <a:gd name="connsiteX3" fmla="*/ 9176 w 15386"/>
                <a:gd name="connsiteY3" fmla="*/ 11466 h 15386"/>
                <a:gd name="connsiteX4" fmla="*/ 4048 w 15386"/>
                <a:gd name="connsiteY4" fmla="*/ 4285 h 15386"/>
                <a:gd name="connsiteX5" fmla="*/ 8664 w 15386"/>
                <a:gd name="connsiteY5" fmla="*/ 4798 h 15386"/>
                <a:gd name="connsiteX6" fmla="*/ 12254 w 15386"/>
                <a:gd name="connsiteY6" fmla="*/ 787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5386">
                  <a:moveTo>
                    <a:pt x="12254" y="7876"/>
                  </a:moveTo>
                  <a:cubicBezTo>
                    <a:pt x="13279" y="7876"/>
                    <a:pt x="14305" y="7876"/>
                    <a:pt x="13792" y="8388"/>
                  </a:cubicBezTo>
                  <a:cubicBezTo>
                    <a:pt x="13279" y="8901"/>
                    <a:pt x="11228" y="10440"/>
                    <a:pt x="11741" y="10953"/>
                  </a:cubicBezTo>
                  <a:cubicBezTo>
                    <a:pt x="12254" y="11466"/>
                    <a:pt x="12254" y="12491"/>
                    <a:pt x="9176" y="11466"/>
                  </a:cubicBezTo>
                  <a:cubicBezTo>
                    <a:pt x="6099" y="10953"/>
                    <a:pt x="3022" y="5311"/>
                    <a:pt x="4048" y="4285"/>
                  </a:cubicBezTo>
                  <a:cubicBezTo>
                    <a:pt x="5074" y="3260"/>
                    <a:pt x="8664" y="4285"/>
                    <a:pt x="8664" y="4798"/>
                  </a:cubicBezTo>
                  <a:cubicBezTo>
                    <a:pt x="8151" y="6337"/>
                    <a:pt x="10715" y="8388"/>
                    <a:pt x="12254" y="787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2694"/>
            <p:cNvSpPr/>
            <p:nvPr/>
          </p:nvSpPr>
          <p:spPr>
            <a:xfrm>
              <a:off x="6179761" y="4240155"/>
              <a:ext cx="25644" cy="25644"/>
            </a:xfrm>
            <a:custGeom>
              <a:avLst/>
              <a:gdLst>
                <a:gd name="connsiteX0" fmla="*/ 15162 w 25643"/>
                <a:gd name="connsiteY0" fmla="*/ 7060 h 25643"/>
                <a:gd name="connsiteX1" fmla="*/ 19266 w 25643"/>
                <a:gd name="connsiteY1" fmla="*/ 10137 h 25643"/>
                <a:gd name="connsiteX2" fmla="*/ 21830 w 25643"/>
                <a:gd name="connsiteY2" fmla="*/ 13728 h 25643"/>
                <a:gd name="connsiteX3" fmla="*/ 22343 w 25643"/>
                <a:gd name="connsiteY3" fmla="*/ 14240 h 25643"/>
                <a:gd name="connsiteX4" fmla="*/ 21317 w 25643"/>
                <a:gd name="connsiteY4" fmla="*/ 16805 h 25643"/>
                <a:gd name="connsiteX5" fmla="*/ 15675 w 25643"/>
                <a:gd name="connsiteY5" fmla="*/ 21933 h 25643"/>
                <a:gd name="connsiteX6" fmla="*/ 9521 w 25643"/>
                <a:gd name="connsiteY6" fmla="*/ 16292 h 25643"/>
                <a:gd name="connsiteX7" fmla="*/ 3879 w 25643"/>
                <a:gd name="connsiteY7" fmla="*/ 5522 h 25643"/>
                <a:gd name="connsiteX8" fmla="*/ 8495 w 25643"/>
                <a:gd name="connsiteY8" fmla="*/ 3983 h 25643"/>
                <a:gd name="connsiteX9" fmla="*/ 15162 w 25643"/>
                <a:gd name="connsiteY9" fmla="*/ 706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643" h="25643">
                  <a:moveTo>
                    <a:pt x="15162" y="7060"/>
                  </a:moveTo>
                  <a:cubicBezTo>
                    <a:pt x="16188" y="7573"/>
                    <a:pt x="18240" y="9112"/>
                    <a:pt x="19266" y="10137"/>
                  </a:cubicBezTo>
                  <a:cubicBezTo>
                    <a:pt x="20804" y="11163"/>
                    <a:pt x="21830" y="13728"/>
                    <a:pt x="21830" y="13728"/>
                  </a:cubicBezTo>
                  <a:cubicBezTo>
                    <a:pt x="21830" y="13728"/>
                    <a:pt x="22343" y="13728"/>
                    <a:pt x="22343" y="14240"/>
                  </a:cubicBezTo>
                  <a:cubicBezTo>
                    <a:pt x="22343" y="14753"/>
                    <a:pt x="22856" y="16292"/>
                    <a:pt x="21317" y="16805"/>
                  </a:cubicBezTo>
                  <a:cubicBezTo>
                    <a:pt x="20291" y="17318"/>
                    <a:pt x="17214" y="21933"/>
                    <a:pt x="15675" y="21933"/>
                  </a:cubicBezTo>
                  <a:cubicBezTo>
                    <a:pt x="14137" y="21933"/>
                    <a:pt x="10034" y="18856"/>
                    <a:pt x="9521" y="16292"/>
                  </a:cubicBezTo>
                  <a:cubicBezTo>
                    <a:pt x="9008" y="13215"/>
                    <a:pt x="3366" y="6547"/>
                    <a:pt x="3879" y="5522"/>
                  </a:cubicBezTo>
                  <a:cubicBezTo>
                    <a:pt x="4905" y="4496"/>
                    <a:pt x="7982" y="3470"/>
                    <a:pt x="8495" y="3983"/>
                  </a:cubicBezTo>
                  <a:cubicBezTo>
                    <a:pt x="10034" y="4496"/>
                    <a:pt x="13624" y="6547"/>
                    <a:pt x="15162" y="706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2695"/>
            <p:cNvSpPr/>
            <p:nvPr/>
          </p:nvSpPr>
          <p:spPr>
            <a:xfrm>
              <a:off x="6196206" y="4256092"/>
              <a:ext cx="15386" cy="15386"/>
            </a:xfrm>
            <a:custGeom>
              <a:avLst/>
              <a:gdLst>
                <a:gd name="connsiteX0" fmla="*/ 13591 w 15386"/>
                <a:gd name="connsiteY0" fmla="*/ 3946 h 15386"/>
                <a:gd name="connsiteX1" fmla="*/ 11540 w 15386"/>
                <a:gd name="connsiteY1" fmla="*/ 7023 h 15386"/>
                <a:gd name="connsiteX2" fmla="*/ 4360 w 15386"/>
                <a:gd name="connsiteY2" fmla="*/ 15229 h 15386"/>
                <a:gd name="connsiteX3" fmla="*/ 4872 w 15386"/>
                <a:gd name="connsiteY3" fmla="*/ 10613 h 15386"/>
                <a:gd name="connsiteX4" fmla="*/ 13591 w 15386"/>
                <a:gd name="connsiteY4" fmla="*/ 394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15386">
                  <a:moveTo>
                    <a:pt x="13591" y="3946"/>
                  </a:moveTo>
                  <a:cubicBezTo>
                    <a:pt x="14104" y="3433"/>
                    <a:pt x="13591" y="4972"/>
                    <a:pt x="11540" y="7023"/>
                  </a:cubicBezTo>
                  <a:cubicBezTo>
                    <a:pt x="9488" y="9075"/>
                    <a:pt x="5385" y="15742"/>
                    <a:pt x="4360" y="15229"/>
                  </a:cubicBezTo>
                  <a:cubicBezTo>
                    <a:pt x="3846" y="14716"/>
                    <a:pt x="3334" y="12152"/>
                    <a:pt x="4872" y="10613"/>
                  </a:cubicBezTo>
                  <a:cubicBezTo>
                    <a:pt x="6924" y="8562"/>
                    <a:pt x="12565" y="3946"/>
                    <a:pt x="13591" y="394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2696"/>
            <p:cNvSpPr/>
            <p:nvPr/>
          </p:nvSpPr>
          <p:spPr>
            <a:xfrm>
              <a:off x="6148874" y="4223321"/>
              <a:ext cx="10257" cy="10257"/>
            </a:xfrm>
            <a:custGeom>
              <a:avLst/>
              <a:gdLst>
                <a:gd name="connsiteX0" fmla="*/ 8610 w 10257"/>
                <a:gd name="connsiteY0" fmla="*/ 4919 h 10257"/>
                <a:gd name="connsiteX1" fmla="*/ 8097 w 10257"/>
                <a:gd name="connsiteY1" fmla="*/ 6457 h 10257"/>
                <a:gd name="connsiteX2" fmla="*/ 3994 w 10257"/>
                <a:gd name="connsiteY2" fmla="*/ 4406 h 10257"/>
                <a:gd name="connsiteX3" fmla="*/ 8610 w 10257"/>
                <a:gd name="connsiteY3" fmla="*/ 49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8610" y="4919"/>
                  </a:moveTo>
                  <a:cubicBezTo>
                    <a:pt x="9123" y="5944"/>
                    <a:pt x="9123" y="6457"/>
                    <a:pt x="8097" y="6457"/>
                  </a:cubicBezTo>
                  <a:cubicBezTo>
                    <a:pt x="7071" y="6457"/>
                    <a:pt x="4507" y="5431"/>
                    <a:pt x="3994" y="4406"/>
                  </a:cubicBezTo>
                  <a:cubicBezTo>
                    <a:pt x="2968" y="3380"/>
                    <a:pt x="7584" y="3893"/>
                    <a:pt x="8610" y="49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2697"/>
            <p:cNvSpPr/>
            <p:nvPr/>
          </p:nvSpPr>
          <p:spPr>
            <a:xfrm>
              <a:off x="6160683" y="4223346"/>
              <a:ext cx="10257" cy="10257"/>
            </a:xfrm>
            <a:custGeom>
              <a:avLst/>
              <a:gdLst>
                <a:gd name="connsiteX0" fmla="*/ 3981 w 10257"/>
                <a:gd name="connsiteY0" fmla="*/ 5406 h 10257"/>
                <a:gd name="connsiteX1" fmla="*/ 7572 w 10257"/>
                <a:gd name="connsiteY1" fmla="*/ 4380 h 10257"/>
                <a:gd name="connsiteX2" fmla="*/ 9110 w 10257"/>
                <a:gd name="connsiteY2" fmla="*/ 8483 h 10257"/>
                <a:gd name="connsiteX3" fmla="*/ 3981 w 10257"/>
                <a:gd name="connsiteY3" fmla="*/ 540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3981" y="5406"/>
                  </a:moveTo>
                  <a:cubicBezTo>
                    <a:pt x="5007" y="3867"/>
                    <a:pt x="6546" y="3354"/>
                    <a:pt x="7572" y="4380"/>
                  </a:cubicBezTo>
                  <a:cubicBezTo>
                    <a:pt x="8597" y="5406"/>
                    <a:pt x="10136" y="7970"/>
                    <a:pt x="9110" y="8483"/>
                  </a:cubicBezTo>
                  <a:cubicBezTo>
                    <a:pt x="8084" y="8996"/>
                    <a:pt x="2956" y="6945"/>
                    <a:pt x="3981" y="540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2698"/>
            <p:cNvSpPr/>
            <p:nvPr/>
          </p:nvSpPr>
          <p:spPr>
            <a:xfrm>
              <a:off x="6197714" y="4223367"/>
              <a:ext cx="10257" cy="10257"/>
            </a:xfrm>
            <a:custGeom>
              <a:avLst/>
              <a:gdLst>
                <a:gd name="connsiteX0" fmla="*/ 6442 w 10257"/>
                <a:gd name="connsiteY0" fmla="*/ 3847 h 10257"/>
                <a:gd name="connsiteX1" fmla="*/ 5416 w 10257"/>
                <a:gd name="connsiteY1" fmla="*/ 11027 h 10257"/>
                <a:gd name="connsiteX2" fmla="*/ 6442 w 10257"/>
                <a:gd name="connsiteY2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442" y="3847"/>
                  </a:moveTo>
                  <a:cubicBezTo>
                    <a:pt x="9006" y="5385"/>
                    <a:pt x="7980" y="9488"/>
                    <a:pt x="5416" y="11027"/>
                  </a:cubicBezTo>
                  <a:cubicBezTo>
                    <a:pt x="2338" y="10001"/>
                    <a:pt x="4390" y="5385"/>
                    <a:pt x="6442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2699"/>
            <p:cNvSpPr/>
            <p:nvPr/>
          </p:nvSpPr>
          <p:spPr>
            <a:xfrm>
              <a:off x="6124917" y="4184822"/>
              <a:ext cx="20515" cy="25644"/>
            </a:xfrm>
            <a:custGeom>
              <a:avLst/>
              <a:gdLst>
                <a:gd name="connsiteX0" fmla="*/ 20259 w 20514"/>
                <a:gd name="connsiteY0" fmla="*/ 14696 h 25643"/>
                <a:gd name="connsiteX1" fmla="*/ 19745 w 20514"/>
                <a:gd name="connsiteY1" fmla="*/ 18286 h 25643"/>
                <a:gd name="connsiteX2" fmla="*/ 19233 w 20514"/>
                <a:gd name="connsiteY2" fmla="*/ 21364 h 25643"/>
                <a:gd name="connsiteX3" fmla="*/ 20771 w 20514"/>
                <a:gd name="connsiteY3" fmla="*/ 25466 h 25643"/>
                <a:gd name="connsiteX4" fmla="*/ 17694 w 20514"/>
                <a:gd name="connsiteY4" fmla="*/ 23928 h 25643"/>
                <a:gd name="connsiteX5" fmla="*/ 18207 w 20514"/>
                <a:gd name="connsiteY5" fmla="*/ 23415 h 25643"/>
                <a:gd name="connsiteX6" fmla="*/ 15643 w 20514"/>
                <a:gd name="connsiteY6" fmla="*/ 21364 h 25643"/>
                <a:gd name="connsiteX7" fmla="*/ 14104 w 20514"/>
                <a:gd name="connsiteY7" fmla="*/ 14183 h 25643"/>
                <a:gd name="connsiteX8" fmla="*/ 12565 w 20514"/>
                <a:gd name="connsiteY8" fmla="*/ 9055 h 25643"/>
                <a:gd name="connsiteX9" fmla="*/ 9488 w 20514"/>
                <a:gd name="connsiteY9" fmla="*/ 7003 h 25643"/>
                <a:gd name="connsiteX10" fmla="*/ 3847 w 20514"/>
                <a:gd name="connsiteY10" fmla="*/ 4439 h 25643"/>
                <a:gd name="connsiteX11" fmla="*/ 8975 w 20514"/>
                <a:gd name="connsiteY11" fmla="*/ 4439 h 25643"/>
                <a:gd name="connsiteX12" fmla="*/ 20259 w 20514"/>
                <a:gd name="connsiteY12" fmla="*/ 14696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14" h="25643">
                  <a:moveTo>
                    <a:pt x="20259" y="14696"/>
                  </a:moveTo>
                  <a:cubicBezTo>
                    <a:pt x="20259" y="16748"/>
                    <a:pt x="20259" y="18286"/>
                    <a:pt x="19745" y="18286"/>
                  </a:cubicBezTo>
                  <a:cubicBezTo>
                    <a:pt x="19233" y="18286"/>
                    <a:pt x="19233" y="20338"/>
                    <a:pt x="19233" y="21364"/>
                  </a:cubicBezTo>
                  <a:cubicBezTo>
                    <a:pt x="19233" y="22389"/>
                    <a:pt x="21284" y="24954"/>
                    <a:pt x="20771" y="25466"/>
                  </a:cubicBezTo>
                  <a:cubicBezTo>
                    <a:pt x="19745" y="25979"/>
                    <a:pt x="17181" y="24441"/>
                    <a:pt x="17694" y="23928"/>
                  </a:cubicBezTo>
                  <a:cubicBezTo>
                    <a:pt x="18207" y="23415"/>
                    <a:pt x="18720" y="22389"/>
                    <a:pt x="18207" y="23415"/>
                  </a:cubicBezTo>
                  <a:cubicBezTo>
                    <a:pt x="18207" y="24441"/>
                    <a:pt x="15643" y="22902"/>
                    <a:pt x="15643" y="21364"/>
                  </a:cubicBezTo>
                  <a:cubicBezTo>
                    <a:pt x="15130" y="19825"/>
                    <a:pt x="14617" y="15209"/>
                    <a:pt x="14104" y="14183"/>
                  </a:cubicBezTo>
                  <a:cubicBezTo>
                    <a:pt x="13591" y="13158"/>
                    <a:pt x="13078" y="9567"/>
                    <a:pt x="12565" y="9055"/>
                  </a:cubicBezTo>
                  <a:cubicBezTo>
                    <a:pt x="12052" y="9055"/>
                    <a:pt x="11027" y="7516"/>
                    <a:pt x="9488" y="7003"/>
                  </a:cubicBezTo>
                  <a:cubicBezTo>
                    <a:pt x="7949" y="6490"/>
                    <a:pt x="3847" y="4952"/>
                    <a:pt x="3847" y="4439"/>
                  </a:cubicBezTo>
                  <a:cubicBezTo>
                    <a:pt x="4359" y="3926"/>
                    <a:pt x="6411" y="3413"/>
                    <a:pt x="8975" y="4439"/>
                  </a:cubicBezTo>
                  <a:cubicBezTo>
                    <a:pt x="12052" y="5464"/>
                    <a:pt x="20259" y="12645"/>
                    <a:pt x="20259" y="1469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2700"/>
            <p:cNvSpPr/>
            <p:nvPr/>
          </p:nvSpPr>
          <p:spPr>
            <a:xfrm>
              <a:off x="6108505" y="4180799"/>
              <a:ext cx="15386" cy="5129"/>
            </a:xfrm>
            <a:custGeom>
              <a:avLst/>
              <a:gdLst>
                <a:gd name="connsiteX0" fmla="*/ 3847 w 15386"/>
                <a:gd name="connsiteY0" fmla="*/ 3847 h 5128"/>
                <a:gd name="connsiteX1" fmla="*/ 11540 w 15386"/>
                <a:gd name="connsiteY1" fmla="*/ 4359 h 5128"/>
                <a:gd name="connsiteX2" fmla="*/ 3847 w 15386"/>
                <a:gd name="connsiteY2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86" h="5128">
                  <a:moveTo>
                    <a:pt x="3847" y="3847"/>
                  </a:moveTo>
                  <a:cubicBezTo>
                    <a:pt x="6411" y="3847"/>
                    <a:pt x="8975" y="4359"/>
                    <a:pt x="11540" y="4359"/>
                  </a:cubicBezTo>
                  <a:cubicBezTo>
                    <a:pt x="9488" y="5385"/>
                    <a:pt x="6924" y="4872"/>
                    <a:pt x="3847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2701"/>
            <p:cNvSpPr/>
            <p:nvPr/>
          </p:nvSpPr>
          <p:spPr>
            <a:xfrm>
              <a:off x="6170241" y="4264397"/>
              <a:ext cx="25644" cy="10257"/>
            </a:xfrm>
            <a:custGeom>
              <a:avLst/>
              <a:gdLst>
                <a:gd name="connsiteX0" fmla="*/ 7245 w 25643"/>
                <a:gd name="connsiteY0" fmla="*/ 7949 h 10257"/>
                <a:gd name="connsiteX1" fmla="*/ 4168 w 25643"/>
                <a:gd name="connsiteY1" fmla="*/ 9488 h 10257"/>
                <a:gd name="connsiteX2" fmla="*/ 4168 w 25643"/>
                <a:gd name="connsiteY2" fmla="*/ 7437 h 10257"/>
                <a:gd name="connsiteX3" fmla="*/ 9296 w 25643"/>
                <a:gd name="connsiteY3" fmla="*/ 5898 h 10257"/>
                <a:gd name="connsiteX4" fmla="*/ 11348 w 25643"/>
                <a:gd name="connsiteY4" fmla="*/ 5898 h 10257"/>
                <a:gd name="connsiteX5" fmla="*/ 12887 w 25643"/>
                <a:gd name="connsiteY5" fmla="*/ 5898 h 10257"/>
                <a:gd name="connsiteX6" fmla="*/ 21605 w 25643"/>
                <a:gd name="connsiteY6" fmla="*/ 3847 h 10257"/>
                <a:gd name="connsiteX7" fmla="*/ 24683 w 25643"/>
                <a:gd name="connsiteY7" fmla="*/ 7437 h 10257"/>
                <a:gd name="connsiteX8" fmla="*/ 7245 w 25643"/>
                <a:gd name="connsiteY8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43" h="10257">
                  <a:moveTo>
                    <a:pt x="7245" y="7949"/>
                  </a:moveTo>
                  <a:cubicBezTo>
                    <a:pt x="4681" y="9488"/>
                    <a:pt x="3142" y="10001"/>
                    <a:pt x="4168" y="9488"/>
                  </a:cubicBezTo>
                  <a:cubicBezTo>
                    <a:pt x="5194" y="8975"/>
                    <a:pt x="3655" y="7437"/>
                    <a:pt x="4168" y="7437"/>
                  </a:cubicBezTo>
                  <a:cubicBezTo>
                    <a:pt x="4681" y="7437"/>
                    <a:pt x="7245" y="5898"/>
                    <a:pt x="9296" y="5898"/>
                  </a:cubicBezTo>
                  <a:cubicBezTo>
                    <a:pt x="9296" y="5898"/>
                    <a:pt x="9296" y="5898"/>
                    <a:pt x="11348" y="5898"/>
                  </a:cubicBezTo>
                  <a:cubicBezTo>
                    <a:pt x="12887" y="5898"/>
                    <a:pt x="12887" y="5898"/>
                    <a:pt x="12887" y="5898"/>
                  </a:cubicBezTo>
                  <a:cubicBezTo>
                    <a:pt x="15451" y="4872"/>
                    <a:pt x="19554" y="3847"/>
                    <a:pt x="21605" y="3847"/>
                  </a:cubicBezTo>
                  <a:cubicBezTo>
                    <a:pt x="23657" y="3847"/>
                    <a:pt x="26221" y="6924"/>
                    <a:pt x="24683" y="7437"/>
                  </a:cubicBezTo>
                  <a:cubicBezTo>
                    <a:pt x="23144" y="7437"/>
                    <a:pt x="9809" y="6411"/>
                    <a:pt x="7245" y="79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2702"/>
            <p:cNvSpPr/>
            <p:nvPr/>
          </p:nvSpPr>
          <p:spPr>
            <a:xfrm>
              <a:off x="6152868" y="4285798"/>
              <a:ext cx="10257" cy="10257"/>
            </a:xfrm>
            <a:custGeom>
              <a:avLst/>
              <a:gdLst>
                <a:gd name="connsiteX0" fmla="*/ 4616 w 10257"/>
                <a:gd name="connsiteY0" fmla="*/ 6551 h 10257"/>
                <a:gd name="connsiteX1" fmla="*/ 4616 w 10257"/>
                <a:gd name="connsiteY1" fmla="*/ 3986 h 10257"/>
                <a:gd name="connsiteX2" fmla="*/ 9745 w 10257"/>
                <a:gd name="connsiteY2" fmla="*/ 5012 h 10257"/>
                <a:gd name="connsiteX3" fmla="*/ 4616 w 10257"/>
                <a:gd name="connsiteY3" fmla="*/ 655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616" y="6551"/>
                  </a:moveTo>
                  <a:cubicBezTo>
                    <a:pt x="3590" y="5525"/>
                    <a:pt x="3590" y="3986"/>
                    <a:pt x="4616" y="3986"/>
                  </a:cubicBezTo>
                  <a:cubicBezTo>
                    <a:pt x="5642" y="3473"/>
                    <a:pt x="9232" y="4499"/>
                    <a:pt x="9745" y="5012"/>
                  </a:cubicBezTo>
                  <a:cubicBezTo>
                    <a:pt x="10258" y="5525"/>
                    <a:pt x="5642" y="7576"/>
                    <a:pt x="4616" y="655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2703"/>
            <p:cNvSpPr/>
            <p:nvPr/>
          </p:nvSpPr>
          <p:spPr>
            <a:xfrm>
              <a:off x="6172476" y="4347914"/>
              <a:ext cx="30772" cy="20515"/>
            </a:xfrm>
            <a:custGeom>
              <a:avLst/>
              <a:gdLst>
                <a:gd name="connsiteX0" fmla="*/ 14755 w 30772"/>
                <a:gd name="connsiteY0" fmla="*/ 6492 h 20514"/>
                <a:gd name="connsiteX1" fmla="*/ 17319 w 30772"/>
                <a:gd name="connsiteY1" fmla="*/ 9056 h 20514"/>
                <a:gd name="connsiteX2" fmla="*/ 19371 w 30772"/>
                <a:gd name="connsiteY2" fmla="*/ 10595 h 20514"/>
                <a:gd name="connsiteX3" fmla="*/ 23474 w 30772"/>
                <a:gd name="connsiteY3" fmla="*/ 13159 h 20514"/>
                <a:gd name="connsiteX4" fmla="*/ 27577 w 30772"/>
                <a:gd name="connsiteY4" fmla="*/ 18801 h 20514"/>
                <a:gd name="connsiteX5" fmla="*/ 23987 w 30772"/>
                <a:gd name="connsiteY5" fmla="*/ 21365 h 20514"/>
                <a:gd name="connsiteX6" fmla="*/ 16806 w 30772"/>
                <a:gd name="connsiteY6" fmla="*/ 19314 h 20514"/>
                <a:gd name="connsiteX7" fmla="*/ 13216 w 30772"/>
                <a:gd name="connsiteY7" fmla="*/ 16749 h 20514"/>
                <a:gd name="connsiteX8" fmla="*/ 8601 w 30772"/>
                <a:gd name="connsiteY8" fmla="*/ 13159 h 20514"/>
                <a:gd name="connsiteX9" fmla="*/ 5523 w 30772"/>
                <a:gd name="connsiteY9" fmla="*/ 6492 h 20514"/>
                <a:gd name="connsiteX10" fmla="*/ 4497 w 30772"/>
                <a:gd name="connsiteY10" fmla="*/ 3928 h 20514"/>
                <a:gd name="connsiteX11" fmla="*/ 14755 w 30772"/>
                <a:gd name="connsiteY11" fmla="*/ 6492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772" h="20514">
                  <a:moveTo>
                    <a:pt x="14755" y="6492"/>
                  </a:moveTo>
                  <a:cubicBezTo>
                    <a:pt x="16294" y="7518"/>
                    <a:pt x="17319" y="8543"/>
                    <a:pt x="17319" y="9056"/>
                  </a:cubicBezTo>
                  <a:cubicBezTo>
                    <a:pt x="17319" y="9569"/>
                    <a:pt x="18345" y="10595"/>
                    <a:pt x="19371" y="10595"/>
                  </a:cubicBezTo>
                  <a:cubicBezTo>
                    <a:pt x="19884" y="11108"/>
                    <a:pt x="22448" y="12133"/>
                    <a:pt x="23474" y="13159"/>
                  </a:cubicBezTo>
                  <a:cubicBezTo>
                    <a:pt x="24500" y="14185"/>
                    <a:pt x="27577" y="17775"/>
                    <a:pt x="27577" y="18801"/>
                  </a:cubicBezTo>
                  <a:cubicBezTo>
                    <a:pt x="27577" y="19827"/>
                    <a:pt x="25012" y="21878"/>
                    <a:pt x="23987" y="21365"/>
                  </a:cubicBezTo>
                  <a:cubicBezTo>
                    <a:pt x="22448" y="20852"/>
                    <a:pt x="17319" y="19827"/>
                    <a:pt x="16806" y="19314"/>
                  </a:cubicBezTo>
                  <a:cubicBezTo>
                    <a:pt x="16294" y="18801"/>
                    <a:pt x="13729" y="16749"/>
                    <a:pt x="13216" y="16749"/>
                  </a:cubicBezTo>
                  <a:cubicBezTo>
                    <a:pt x="12704" y="16749"/>
                    <a:pt x="9113" y="14185"/>
                    <a:pt x="8601" y="13159"/>
                  </a:cubicBezTo>
                  <a:cubicBezTo>
                    <a:pt x="8088" y="12133"/>
                    <a:pt x="6549" y="7518"/>
                    <a:pt x="5523" y="6492"/>
                  </a:cubicBezTo>
                  <a:cubicBezTo>
                    <a:pt x="4497" y="5466"/>
                    <a:pt x="2959" y="3415"/>
                    <a:pt x="4497" y="3928"/>
                  </a:cubicBezTo>
                  <a:cubicBezTo>
                    <a:pt x="5010" y="3928"/>
                    <a:pt x="13216" y="5466"/>
                    <a:pt x="14755" y="649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2704"/>
            <p:cNvSpPr/>
            <p:nvPr/>
          </p:nvSpPr>
          <p:spPr>
            <a:xfrm>
              <a:off x="6185708" y="4503941"/>
              <a:ext cx="5129" cy="5129"/>
            </a:xfrm>
            <a:custGeom>
              <a:avLst/>
              <a:gdLst>
                <a:gd name="connsiteX0" fmla="*/ 5112 w 5128"/>
                <a:gd name="connsiteY0" fmla="*/ 6378 h 5128"/>
                <a:gd name="connsiteX1" fmla="*/ 6138 w 5128"/>
                <a:gd name="connsiteY1" fmla="*/ 4326 h 5128"/>
                <a:gd name="connsiteX2" fmla="*/ 5112 w 5128"/>
                <a:gd name="connsiteY2" fmla="*/ 6378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5112" y="6378"/>
                  </a:moveTo>
                  <a:cubicBezTo>
                    <a:pt x="3061" y="5352"/>
                    <a:pt x="3574" y="2788"/>
                    <a:pt x="6138" y="4326"/>
                  </a:cubicBezTo>
                  <a:cubicBezTo>
                    <a:pt x="5625" y="4839"/>
                    <a:pt x="5112" y="5865"/>
                    <a:pt x="5112" y="637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2705"/>
            <p:cNvSpPr/>
            <p:nvPr/>
          </p:nvSpPr>
          <p:spPr>
            <a:xfrm>
              <a:off x="5918148" y="4323039"/>
              <a:ext cx="71802" cy="76931"/>
            </a:xfrm>
            <a:custGeom>
              <a:avLst/>
              <a:gdLst>
                <a:gd name="connsiteX0" fmla="*/ 67011 w 71802"/>
                <a:gd name="connsiteY0" fmla="*/ 64191 h 76930"/>
                <a:gd name="connsiteX1" fmla="*/ 69575 w 71802"/>
                <a:gd name="connsiteY1" fmla="*/ 68294 h 76930"/>
                <a:gd name="connsiteX2" fmla="*/ 69575 w 71802"/>
                <a:gd name="connsiteY2" fmla="*/ 70858 h 76930"/>
                <a:gd name="connsiteX3" fmla="*/ 66498 w 71802"/>
                <a:gd name="connsiteY3" fmla="*/ 73935 h 76930"/>
                <a:gd name="connsiteX4" fmla="*/ 59318 w 71802"/>
                <a:gd name="connsiteY4" fmla="*/ 73935 h 76930"/>
                <a:gd name="connsiteX5" fmla="*/ 47522 w 71802"/>
                <a:gd name="connsiteY5" fmla="*/ 71884 h 76930"/>
                <a:gd name="connsiteX6" fmla="*/ 44957 w 71802"/>
                <a:gd name="connsiteY6" fmla="*/ 69320 h 76930"/>
                <a:gd name="connsiteX7" fmla="*/ 41880 w 71802"/>
                <a:gd name="connsiteY7" fmla="*/ 67781 h 76930"/>
                <a:gd name="connsiteX8" fmla="*/ 37777 w 71802"/>
                <a:gd name="connsiteY8" fmla="*/ 67268 h 76930"/>
                <a:gd name="connsiteX9" fmla="*/ 36751 w 71802"/>
                <a:gd name="connsiteY9" fmla="*/ 66242 h 76930"/>
                <a:gd name="connsiteX10" fmla="*/ 33674 w 71802"/>
                <a:gd name="connsiteY10" fmla="*/ 68294 h 76930"/>
                <a:gd name="connsiteX11" fmla="*/ 29058 w 71802"/>
                <a:gd name="connsiteY11" fmla="*/ 66755 h 76930"/>
                <a:gd name="connsiteX12" fmla="*/ 22904 w 71802"/>
                <a:gd name="connsiteY12" fmla="*/ 67268 h 76930"/>
                <a:gd name="connsiteX13" fmla="*/ 19826 w 71802"/>
                <a:gd name="connsiteY13" fmla="*/ 71884 h 76930"/>
                <a:gd name="connsiteX14" fmla="*/ 17262 w 71802"/>
                <a:gd name="connsiteY14" fmla="*/ 75987 h 76930"/>
                <a:gd name="connsiteX15" fmla="*/ 13672 w 71802"/>
                <a:gd name="connsiteY15" fmla="*/ 74448 h 76930"/>
                <a:gd name="connsiteX16" fmla="*/ 14185 w 71802"/>
                <a:gd name="connsiteY16" fmla="*/ 70345 h 76930"/>
                <a:gd name="connsiteX17" fmla="*/ 11108 w 71802"/>
                <a:gd name="connsiteY17" fmla="*/ 73935 h 76930"/>
                <a:gd name="connsiteX18" fmla="*/ 10082 w 71802"/>
                <a:gd name="connsiteY18" fmla="*/ 75987 h 76930"/>
                <a:gd name="connsiteX19" fmla="*/ 8030 w 71802"/>
                <a:gd name="connsiteY19" fmla="*/ 75987 h 76930"/>
                <a:gd name="connsiteX20" fmla="*/ 9056 w 71802"/>
                <a:gd name="connsiteY20" fmla="*/ 70345 h 76930"/>
                <a:gd name="connsiteX21" fmla="*/ 7517 w 71802"/>
                <a:gd name="connsiteY21" fmla="*/ 66755 h 76930"/>
                <a:gd name="connsiteX22" fmla="*/ 3928 w 71802"/>
                <a:gd name="connsiteY22" fmla="*/ 61114 h 76930"/>
                <a:gd name="connsiteX23" fmla="*/ 6492 w 71802"/>
                <a:gd name="connsiteY23" fmla="*/ 46753 h 76930"/>
                <a:gd name="connsiteX24" fmla="*/ 8543 w 71802"/>
                <a:gd name="connsiteY24" fmla="*/ 39573 h 76930"/>
                <a:gd name="connsiteX25" fmla="*/ 5979 w 71802"/>
                <a:gd name="connsiteY25" fmla="*/ 35983 h 76930"/>
                <a:gd name="connsiteX26" fmla="*/ 9569 w 71802"/>
                <a:gd name="connsiteY26" fmla="*/ 27264 h 76930"/>
                <a:gd name="connsiteX27" fmla="*/ 11621 w 71802"/>
                <a:gd name="connsiteY27" fmla="*/ 19058 h 76930"/>
                <a:gd name="connsiteX28" fmla="*/ 14185 w 71802"/>
                <a:gd name="connsiteY28" fmla="*/ 15981 h 76930"/>
                <a:gd name="connsiteX29" fmla="*/ 17262 w 71802"/>
                <a:gd name="connsiteY29" fmla="*/ 9826 h 76930"/>
                <a:gd name="connsiteX30" fmla="*/ 20339 w 71802"/>
                <a:gd name="connsiteY30" fmla="*/ 9826 h 76930"/>
                <a:gd name="connsiteX31" fmla="*/ 22904 w 71802"/>
                <a:gd name="connsiteY31" fmla="*/ 12391 h 76930"/>
                <a:gd name="connsiteX32" fmla="*/ 25468 w 71802"/>
                <a:gd name="connsiteY32" fmla="*/ 7262 h 76930"/>
                <a:gd name="connsiteX33" fmla="*/ 28032 w 71802"/>
                <a:gd name="connsiteY33" fmla="*/ 4185 h 76930"/>
                <a:gd name="connsiteX34" fmla="*/ 30597 w 71802"/>
                <a:gd name="connsiteY34" fmla="*/ 5723 h 76930"/>
                <a:gd name="connsiteX35" fmla="*/ 31110 w 71802"/>
                <a:gd name="connsiteY35" fmla="*/ 10339 h 76930"/>
                <a:gd name="connsiteX36" fmla="*/ 31622 w 71802"/>
                <a:gd name="connsiteY36" fmla="*/ 13417 h 76930"/>
                <a:gd name="connsiteX37" fmla="*/ 35213 w 71802"/>
                <a:gd name="connsiteY37" fmla="*/ 15981 h 76930"/>
                <a:gd name="connsiteX38" fmla="*/ 36238 w 71802"/>
                <a:gd name="connsiteY38" fmla="*/ 17007 h 76930"/>
                <a:gd name="connsiteX39" fmla="*/ 39829 w 71802"/>
                <a:gd name="connsiteY39" fmla="*/ 18032 h 76930"/>
                <a:gd name="connsiteX40" fmla="*/ 44444 w 71802"/>
                <a:gd name="connsiteY40" fmla="*/ 22648 h 76930"/>
                <a:gd name="connsiteX41" fmla="*/ 49573 w 71802"/>
                <a:gd name="connsiteY41" fmla="*/ 28290 h 76930"/>
                <a:gd name="connsiteX42" fmla="*/ 52137 w 71802"/>
                <a:gd name="connsiteY42" fmla="*/ 29828 h 76930"/>
                <a:gd name="connsiteX43" fmla="*/ 52650 w 71802"/>
                <a:gd name="connsiteY43" fmla="*/ 29828 h 76930"/>
                <a:gd name="connsiteX44" fmla="*/ 53163 w 71802"/>
                <a:gd name="connsiteY44" fmla="*/ 32906 h 76930"/>
                <a:gd name="connsiteX45" fmla="*/ 50086 w 71802"/>
                <a:gd name="connsiteY45" fmla="*/ 37009 h 76930"/>
                <a:gd name="connsiteX46" fmla="*/ 52137 w 71802"/>
                <a:gd name="connsiteY46" fmla="*/ 37522 h 76930"/>
                <a:gd name="connsiteX47" fmla="*/ 54189 w 71802"/>
                <a:gd name="connsiteY47" fmla="*/ 36496 h 76930"/>
                <a:gd name="connsiteX48" fmla="*/ 57779 w 71802"/>
                <a:gd name="connsiteY48" fmla="*/ 42650 h 76930"/>
                <a:gd name="connsiteX49" fmla="*/ 58292 w 71802"/>
                <a:gd name="connsiteY49" fmla="*/ 49830 h 76930"/>
                <a:gd name="connsiteX50" fmla="*/ 59318 w 71802"/>
                <a:gd name="connsiteY50" fmla="*/ 53933 h 76930"/>
                <a:gd name="connsiteX51" fmla="*/ 58292 w 71802"/>
                <a:gd name="connsiteY51" fmla="*/ 58036 h 76930"/>
                <a:gd name="connsiteX52" fmla="*/ 67011 w 71802"/>
                <a:gd name="connsiteY52" fmla="*/ 64191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71802" h="76930">
                  <a:moveTo>
                    <a:pt x="67011" y="64191"/>
                  </a:moveTo>
                  <a:cubicBezTo>
                    <a:pt x="68037" y="65729"/>
                    <a:pt x="69062" y="67268"/>
                    <a:pt x="69575" y="68294"/>
                  </a:cubicBezTo>
                  <a:cubicBezTo>
                    <a:pt x="70088" y="68807"/>
                    <a:pt x="70601" y="70858"/>
                    <a:pt x="69575" y="70858"/>
                  </a:cubicBezTo>
                  <a:cubicBezTo>
                    <a:pt x="68549" y="70858"/>
                    <a:pt x="67011" y="72910"/>
                    <a:pt x="66498" y="73935"/>
                  </a:cubicBezTo>
                  <a:cubicBezTo>
                    <a:pt x="65985" y="74448"/>
                    <a:pt x="62395" y="75474"/>
                    <a:pt x="59318" y="73935"/>
                  </a:cubicBezTo>
                  <a:cubicBezTo>
                    <a:pt x="56240" y="72397"/>
                    <a:pt x="48034" y="72910"/>
                    <a:pt x="47522" y="71884"/>
                  </a:cubicBezTo>
                  <a:cubicBezTo>
                    <a:pt x="47009" y="70858"/>
                    <a:pt x="44957" y="70345"/>
                    <a:pt x="44957" y="69320"/>
                  </a:cubicBezTo>
                  <a:cubicBezTo>
                    <a:pt x="44444" y="68294"/>
                    <a:pt x="42906" y="66755"/>
                    <a:pt x="41880" y="67781"/>
                  </a:cubicBezTo>
                  <a:cubicBezTo>
                    <a:pt x="40854" y="68807"/>
                    <a:pt x="37264" y="67781"/>
                    <a:pt x="37777" y="67268"/>
                  </a:cubicBezTo>
                  <a:cubicBezTo>
                    <a:pt x="38290" y="66242"/>
                    <a:pt x="36751" y="65217"/>
                    <a:pt x="36751" y="66242"/>
                  </a:cubicBezTo>
                  <a:cubicBezTo>
                    <a:pt x="37264" y="66755"/>
                    <a:pt x="34187" y="68807"/>
                    <a:pt x="33674" y="68294"/>
                  </a:cubicBezTo>
                  <a:cubicBezTo>
                    <a:pt x="32648" y="67781"/>
                    <a:pt x="30084" y="66755"/>
                    <a:pt x="29058" y="66755"/>
                  </a:cubicBezTo>
                  <a:cubicBezTo>
                    <a:pt x="28032" y="66755"/>
                    <a:pt x="23929" y="66242"/>
                    <a:pt x="22904" y="67268"/>
                  </a:cubicBezTo>
                  <a:cubicBezTo>
                    <a:pt x="21878" y="68807"/>
                    <a:pt x="19826" y="71371"/>
                    <a:pt x="19826" y="71884"/>
                  </a:cubicBezTo>
                  <a:cubicBezTo>
                    <a:pt x="20339" y="72397"/>
                    <a:pt x="18288" y="74961"/>
                    <a:pt x="17262" y="75987"/>
                  </a:cubicBezTo>
                  <a:cubicBezTo>
                    <a:pt x="16236" y="77013"/>
                    <a:pt x="13159" y="75987"/>
                    <a:pt x="13672" y="74448"/>
                  </a:cubicBezTo>
                  <a:cubicBezTo>
                    <a:pt x="14185" y="72910"/>
                    <a:pt x="14698" y="69832"/>
                    <a:pt x="14185" y="70345"/>
                  </a:cubicBezTo>
                  <a:cubicBezTo>
                    <a:pt x="13672" y="70858"/>
                    <a:pt x="12133" y="73423"/>
                    <a:pt x="11108" y="73935"/>
                  </a:cubicBezTo>
                  <a:cubicBezTo>
                    <a:pt x="10082" y="74448"/>
                    <a:pt x="10595" y="75987"/>
                    <a:pt x="10082" y="75987"/>
                  </a:cubicBezTo>
                  <a:cubicBezTo>
                    <a:pt x="9569" y="75987"/>
                    <a:pt x="8030" y="77013"/>
                    <a:pt x="8030" y="75987"/>
                  </a:cubicBezTo>
                  <a:cubicBezTo>
                    <a:pt x="7517" y="74961"/>
                    <a:pt x="8543" y="71884"/>
                    <a:pt x="9056" y="70345"/>
                  </a:cubicBezTo>
                  <a:cubicBezTo>
                    <a:pt x="9056" y="68807"/>
                    <a:pt x="8030" y="65729"/>
                    <a:pt x="7517" y="66755"/>
                  </a:cubicBezTo>
                  <a:cubicBezTo>
                    <a:pt x="7005" y="67268"/>
                    <a:pt x="4440" y="64191"/>
                    <a:pt x="3928" y="61114"/>
                  </a:cubicBezTo>
                  <a:cubicBezTo>
                    <a:pt x="3414" y="58036"/>
                    <a:pt x="5466" y="48292"/>
                    <a:pt x="6492" y="46753"/>
                  </a:cubicBezTo>
                  <a:cubicBezTo>
                    <a:pt x="7005" y="45215"/>
                    <a:pt x="9569" y="40086"/>
                    <a:pt x="8543" y="39573"/>
                  </a:cubicBezTo>
                  <a:cubicBezTo>
                    <a:pt x="7517" y="39060"/>
                    <a:pt x="5466" y="37522"/>
                    <a:pt x="5979" y="35983"/>
                  </a:cubicBezTo>
                  <a:cubicBezTo>
                    <a:pt x="5979" y="34957"/>
                    <a:pt x="8543" y="29316"/>
                    <a:pt x="9569" y="27264"/>
                  </a:cubicBezTo>
                  <a:cubicBezTo>
                    <a:pt x="10595" y="25213"/>
                    <a:pt x="11108" y="20084"/>
                    <a:pt x="11621" y="19058"/>
                  </a:cubicBezTo>
                  <a:cubicBezTo>
                    <a:pt x="12133" y="18545"/>
                    <a:pt x="13672" y="17007"/>
                    <a:pt x="14185" y="15981"/>
                  </a:cubicBezTo>
                  <a:cubicBezTo>
                    <a:pt x="14185" y="14955"/>
                    <a:pt x="16749" y="11365"/>
                    <a:pt x="17262" y="9826"/>
                  </a:cubicBezTo>
                  <a:cubicBezTo>
                    <a:pt x="17775" y="8288"/>
                    <a:pt x="20852" y="8288"/>
                    <a:pt x="20339" y="9826"/>
                  </a:cubicBezTo>
                  <a:cubicBezTo>
                    <a:pt x="19826" y="11365"/>
                    <a:pt x="22904" y="13417"/>
                    <a:pt x="22904" y="12391"/>
                  </a:cubicBezTo>
                  <a:cubicBezTo>
                    <a:pt x="22904" y="10852"/>
                    <a:pt x="24955" y="7775"/>
                    <a:pt x="25468" y="7262"/>
                  </a:cubicBezTo>
                  <a:cubicBezTo>
                    <a:pt x="25981" y="7262"/>
                    <a:pt x="28032" y="4698"/>
                    <a:pt x="28032" y="4185"/>
                  </a:cubicBezTo>
                  <a:cubicBezTo>
                    <a:pt x="28545" y="3159"/>
                    <a:pt x="30597" y="4698"/>
                    <a:pt x="30597" y="5723"/>
                  </a:cubicBezTo>
                  <a:cubicBezTo>
                    <a:pt x="30597" y="6749"/>
                    <a:pt x="30597" y="9826"/>
                    <a:pt x="31110" y="10339"/>
                  </a:cubicBezTo>
                  <a:cubicBezTo>
                    <a:pt x="31622" y="10852"/>
                    <a:pt x="31110" y="13417"/>
                    <a:pt x="31622" y="13417"/>
                  </a:cubicBezTo>
                  <a:cubicBezTo>
                    <a:pt x="32136" y="13417"/>
                    <a:pt x="34700" y="15468"/>
                    <a:pt x="35213" y="15981"/>
                  </a:cubicBezTo>
                  <a:cubicBezTo>
                    <a:pt x="35213" y="16494"/>
                    <a:pt x="35213" y="18032"/>
                    <a:pt x="36238" y="17007"/>
                  </a:cubicBezTo>
                  <a:cubicBezTo>
                    <a:pt x="37264" y="15981"/>
                    <a:pt x="40341" y="17007"/>
                    <a:pt x="39829" y="18032"/>
                  </a:cubicBezTo>
                  <a:cubicBezTo>
                    <a:pt x="39316" y="19058"/>
                    <a:pt x="41367" y="22135"/>
                    <a:pt x="44444" y="22648"/>
                  </a:cubicBezTo>
                  <a:cubicBezTo>
                    <a:pt x="47522" y="23161"/>
                    <a:pt x="48547" y="28290"/>
                    <a:pt x="49573" y="28290"/>
                  </a:cubicBezTo>
                  <a:cubicBezTo>
                    <a:pt x="50086" y="28290"/>
                    <a:pt x="52650" y="29828"/>
                    <a:pt x="52137" y="29828"/>
                  </a:cubicBezTo>
                  <a:cubicBezTo>
                    <a:pt x="51625" y="29828"/>
                    <a:pt x="51625" y="30341"/>
                    <a:pt x="52650" y="29828"/>
                  </a:cubicBezTo>
                  <a:cubicBezTo>
                    <a:pt x="53676" y="29316"/>
                    <a:pt x="54189" y="32393"/>
                    <a:pt x="53163" y="32906"/>
                  </a:cubicBezTo>
                  <a:cubicBezTo>
                    <a:pt x="52137" y="33931"/>
                    <a:pt x="49573" y="36496"/>
                    <a:pt x="50086" y="37009"/>
                  </a:cubicBezTo>
                  <a:cubicBezTo>
                    <a:pt x="50086" y="37522"/>
                    <a:pt x="51112" y="38547"/>
                    <a:pt x="52137" y="37522"/>
                  </a:cubicBezTo>
                  <a:cubicBezTo>
                    <a:pt x="53676" y="37009"/>
                    <a:pt x="53676" y="35470"/>
                    <a:pt x="54189" y="36496"/>
                  </a:cubicBezTo>
                  <a:cubicBezTo>
                    <a:pt x="54702" y="37522"/>
                    <a:pt x="57266" y="41112"/>
                    <a:pt x="57779" y="42650"/>
                  </a:cubicBezTo>
                  <a:cubicBezTo>
                    <a:pt x="58292" y="44189"/>
                    <a:pt x="58292" y="48805"/>
                    <a:pt x="58292" y="49830"/>
                  </a:cubicBezTo>
                  <a:cubicBezTo>
                    <a:pt x="58292" y="50856"/>
                    <a:pt x="59318" y="52908"/>
                    <a:pt x="59318" y="53933"/>
                  </a:cubicBezTo>
                  <a:cubicBezTo>
                    <a:pt x="59318" y="54959"/>
                    <a:pt x="57779" y="57524"/>
                    <a:pt x="58292" y="58036"/>
                  </a:cubicBezTo>
                  <a:cubicBezTo>
                    <a:pt x="59830" y="58036"/>
                    <a:pt x="65985" y="63165"/>
                    <a:pt x="67011" y="6419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2706"/>
            <p:cNvSpPr/>
            <p:nvPr/>
          </p:nvSpPr>
          <p:spPr>
            <a:xfrm>
              <a:off x="5954643" y="4297014"/>
              <a:ext cx="25644" cy="20515"/>
            </a:xfrm>
            <a:custGeom>
              <a:avLst/>
              <a:gdLst>
                <a:gd name="connsiteX0" fmla="*/ 9488 w 25643"/>
                <a:gd name="connsiteY0" fmla="*/ 8669 h 20514"/>
                <a:gd name="connsiteX1" fmla="*/ 12052 w 25643"/>
                <a:gd name="connsiteY1" fmla="*/ 7130 h 20514"/>
                <a:gd name="connsiteX2" fmla="*/ 14617 w 25643"/>
                <a:gd name="connsiteY2" fmla="*/ 4053 h 20514"/>
                <a:gd name="connsiteX3" fmla="*/ 20259 w 25643"/>
                <a:gd name="connsiteY3" fmla="*/ 7130 h 20514"/>
                <a:gd name="connsiteX4" fmla="*/ 18207 w 25643"/>
                <a:gd name="connsiteY4" fmla="*/ 11746 h 20514"/>
                <a:gd name="connsiteX5" fmla="*/ 21797 w 25643"/>
                <a:gd name="connsiteY5" fmla="*/ 16362 h 20514"/>
                <a:gd name="connsiteX6" fmla="*/ 18207 w 25643"/>
                <a:gd name="connsiteY6" fmla="*/ 17901 h 20514"/>
                <a:gd name="connsiteX7" fmla="*/ 15130 w 25643"/>
                <a:gd name="connsiteY7" fmla="*/ 17901 h 20514"/>
                <a:gd name="connsiteX8" fmla="*/ 12052 w 25643"/>
                <a:gd name="connsiteY8" fmla="*/ 16362 h 20514"/>
                <a:gd name="connsiteX9" fmla="*/ 11027 w 25643"/>
                <a:gd name="connsiteY9" fmla="*/ 20465 h 20514"/>
                <a:gd name="connsiteX10" fmla="*/ 7437 w 25643"/>
                <a:gd name="connsiteY10" fmla="*/ 20465 h 20514"/>
                <a:gd name="connsiteX11" fmla="*/ 3847 w 25643"/>
                <a:gd name="connsiteY11" fmla="*/ 17388 h 20514"/>
                <a:gd name="connsiteX12" fmla="*/ 5385 w 25643"/>
                <a:gd name="connsiteY12" fmla="*/ 13798 h 20514"/>
                <a:gd name="connsiteX13" fmla="*/ 5385 w 25643"/>
                <a:gd name="connsiteY13" fmla="*/ 9695 h 20514"/>
                <a:gd name="connsiteX14" fmla="*/ 9488 w 25643"/>
                <a:gd name="connsiteY14" fmla="*/ 8669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43" h="20514">
                  <a:moveTo>
                    <a:pt x="9488" y="8669"/>
                  </a:moveTo>
                  <a:cubicBezTo>
                    <a:pt x="10001" y="8156"/>
                    <a:pt x="11027" y="7130"/>
                    <a:pt x="12052" y="7130"/>
                  </a:cubicBezTo>
                  <a:cubicBezTo>
                    <a:pt x="13078" y="6617"/>
                    <a:pt x="13591" y="5079"/>
                    <a:pt x="14617" y="4053"/>
                  </a:cubicBezTo>
                  <a:cubicBezTo>
                    <a:pt x="16156" y="3027"/>
                    <a:pt x="21284" y="6104"/>
                    <a:pt x="20259" y="7130"/>
                  </a:cubicBezTo>
                  <a:cubicBezTo>
                    <a:pt x="19233" y="8156"/>
                    <a:pt x="16668" y="10720"/>
                    <a:pt x="18207" y="11746"/>
                  </a:cubicBezTo>
                  <a:cubicBezTo>
                    <a:pt x="19233" y="12772"/>
                    <a:pt x="22310" y="15849"/>
                    <a:pt x="21797" y="16362"/>
                  </a:cubicBezTo>
                  <a:cubicBezTo>
                    <a:pt x="21284" y="17388"/>
                    <a:pt x="18720" y="17388"/>
                    <a:pt x="18207" y="17901"/>
                  </a:cubicBezTo>
                  <a:cubicBezTo>
                    <a:pt x="17694" y="18413"/>
                    <a:pt x="15643" y="18926"/>
                    <a:pt x="15130" y="17901"/>
                  </a:cubicBezTo>
                  <a:cubicBezTo>
                    <a:pt x="14617" y="16875"/>
                    <a:pt x="11540" y="15336"/>
                    <a:pt x="12052" y="16362"/>
                  </a:cubicBezTo>
                  <a:cubicBezTo>
                    <a:pt x="12565" y="17388"/>
                    <a:pt x="11540" y="20465"/>
                    <a:pt x="11027" y="20465"/>
                  </a:cubicBezTo>
                  <a:cubicBezTo>
                    <a:pt x="10514" y="20465"/>
                    <a:pt x="7949" y="19952"/>
                    <a:pt x="7437" y="20465"/>
                  </a:cubicBezTo>
                  <a:cubicBezTo>
                    <a:pt x="6924" y="20978"/>
                    <a:pt x="3847" y="19439"/>
                    <a:pt x="3847" y="17388"/>
                  </a:cubicBezTo>
                  <a:cubicBezTo>
                    <a:pt x="3847" y="15336"/>
                    <a:pt x="6411" y="14310"/>
                    <a:pt x="5385" y="13798"/>
                  </a:cubicBezTo>
                  <a:cubicBezTo>
                    <a:pt x="4359" y="13798"/>
                    <a:pt x="4359" y="10720"/>
                    <a:pt x="5385" y="9695"/>
                  </a:cubicBezTo>
                  <a:cubicBezTo>
                    <a:pt x="5898" y="8156"/>
                    <a:pt x="9488" y="9182"/>
                    <a:pt x="9488" y="866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2707"/>
            <p:cNvSpPr/>
            <p:nvPr/>
          </p:nvSpPr>
          <p:spPr>
            <a:xfrm>
              <a:off x="5955989" y="4285823"/>
              <a:ext cx="15386" cy="20515"/>
            </a:xfrm>
            <a:custGeom>
              <a:avLst/>
              <a:gdLst>
                <a:gd name="connsiteX0" fmla="*/ 4039 w 15386"/>
                <a:gd name="connsiteY0" fmla="*/ 16783 h 20514"/>
                <a:gd name="connsiteX1" fmla="*/ 5577 w 15386"/>
                <a:gd name="connsiteY1" fmla="*/ 11654 h 20514"/>
                <a:gd name="connsiteX2" fmla="*/ 11732 w 15386"/>
                <a:gd name="connsiteY2" fmla="*/ 3961 h 20514"/>
                <a:gd name="connsiteX3" fmla="*/ 11219 w 15386"/>
                <a:gd name="connsiteY3" fmla="*/ 10628 h 20514"/>
                <a:gd name="connsiteX4" fmla="*/ 4039 w 15386"/>
                <a:gd name="connsiteY4" fmla="*/ 16783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20514">
                  <a:moveTo>
                    <a:pt x="4039" y="16783"/>
                  </a:moveTo>
                  <a:cubicBezTo>
                    <a:pt x="3526" y="16783"/>
                    <a:pt x="4039" y="14218"/>
                    <a:pt x="5577" y="11654"/>
                  </a:cubicBezTo>
                  <a:cubicBezTo>
                    <a:pt x="6603" y="9089"/>
                    <a:pt x="11732" y="2935"/>
                    <a:pt x="11732" y="3961"/>
                  </a:cubicBezTo>
                  <a:cubicBezTo>
                    <a:pt x="12245" y="4986"/>
                    <a:pt x="12758" y="8064"/>
                    <a:pt x="11219" y="10628"/>
                  </a:cubicBezTo>
                  <a:cubicBezTo>
                    <a:pt x="10193" y="12680"/>
                    <a:pt x="4552" y="17295"/>
                    <a:pt x="4039" y="16783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2708"/>
            <p:cNvSpPr/>
            <p:nvPr/>
          </p:nvSpPr>
          <p:spPr>
            <a:xfrm>
              <a:off x="6009520" y="4361250"/>
              <a:ext cx="10257" cy="10257"/>
            </a:xfrm>
            <a:custGeom>
              <a:avLst/>
              <a:gdLst>
                <a:gd name="connsiteX0" fmla="*/ 8975 w 10257"/>
                <a:gd name="connsiteY0" fmla="*/ 4439 h 10257"/>
                <a:gd name="connsiteX1" fmla="*/ 10001 w 10257"/>
                <a:gd name="connsiteY1" fmla="*/ 7003 h 10257"/>
                <a:gd name="connsiteX2" fmla="*/ 7949 w 10257"/>
                <a:gd name="connsiteY2" fmla="*/ 9567 h 10257"/>
                <a:gd name="connsiteX3" fmla="*/ 5385 w 10257"/>
                <a:gd name="connsiteY3" fmla="*/ 7516 h 10257"/>
                <a:gd name="connsiteX4" fmla="*/ 3847 w 10257"/>
                <a:gd name="connsiteY4" fmla="*/ 4439 h 10257"/>
                <a:gd name="connsiteX5" fmla="*/ 8975 w 10257"/>
                <a:gd name="connsiteY5" fmla="*/ 44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975" y="4439"/>
                  </a:moveTo>
                  <a:cubicBezTo>
                    <a:pt x="10001" y="4952"/>
                    <a:pt x="10001" y="5977"/>
                    <a:pt x="10001" y="7003"/>
                  </a:cubicBezTo>
                  <a:cubicBezTo>
                    <a:pt x="9488" y="8029"/>
                    <a:pt x="8975" y="10080"/>
                    <a:pt x="7949" y="9567"/>
                  </a:cubicBezTo>
                  <a:cubicBezTo>
                    <a:pt x="6924" y="9055"/>
                    <a:pt x="4872" y="8029"/>
                    <a:pt x="5385" y="7516"/>
                  </a:cubicBezTo>
                  <a:cubicBezTo>
                    <a:pt x="5898" y="7003"/>
                    <a:pt x="3847" y="4952"/>
                    <a:pt x="3847" y="4439"/>
                  </a:cubicBezTo>
                  <a:cubicBezTo>
                    <a:pt x="3847" y="3413"/>
                    <a:pt x="8462" y="3926"/>
                    <a:pt x="8975" y="443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2709"/>
            <p:cNvSpPr/>
            <p:nvPr/>
          </p:nvSpPr>
          <p:spPr>
            <a:xfrm>
              <a:off x="5979051" y="4344918"/>
              <a:ext cx="15386" cy="15386"/>
            </a:xfrm>
            <a:custGeom>
              <a:avLst/>
              <a:gdLst>
                <a:gd name="connsiteX0" fmla="*/ 14826 w 15386"/>
                <a:gd name="connsiteY0" fmla="*/ 12052 h 15386"/>
                <a:gd name="connsiteX1" fmla="*/ 12262 w 15386"/>
                <a:gd name="connsiteY1" fmla="*/ 14104 h 15386"/>
                <a:gd name="connsiteX2" fmla="*/ 9185 w 15386"/>
                <a:gd name="connsiteY2" fmla="*/ 15643 h 15386"/>
                <a:gd name="connsiteX3" fmla="*/ 7133 w 15386"/>
                <a:gd name="connsiteY3" fmla="*/ 14104 h 15386"/>
                <a:gd name="connsiteX4" fmla="*/ 6108 w 15386"/>
                <a:gd name="connsiteY4" fmla="*/ 14617 h 15386"/>
                <a:gd name="connsiteX5" fmla="*/ 4056 w 15386"/>
                <a:gd name="connsiteY5" fmla="*/ 11540 h 15386"/>
                <a:gd name="connsiteX6" fmla="*/ 7646 w 15386"/>
                <a:gd name="connsiteY6" fmla="*/ 8462 h 15386"/>
                <a:gd name="connsiteX7" fmla="*/ 10723 w 15386"/>
                <a:gd name="connsiteY7" fmla="*/ 3847 h 15386"/>
                <a:gd name="connsiteX8" fmla="*/ 15339 w 15386"/>
                <a:gd name="connsiteY8" fmla="*/ 7437 h 15386"/>
                <a:gd name="connsiteX9" fmla="*/ 14826 w 15386"/>
                <a:gd name="connsiteY9" fmla="*/ 12052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5386">
                  <a:moveTo>
                    <a:pt x="14826" y="12052"/>
                  </a:moveTo>
                  <a:cubicBezTo>
                    <a:pt x="14313" y="13078"/>
                    <a:pt x="13288" y="14104"/>
                    <a:pt x="12262" y="14104"/>
                  </a:cubicBezTo>
                  <a:cubicBezTo>
                    <a:pt x="11236" y="14104"/>
                    <a:pt x="9698" y="16668"/>
                    <a:pt x="9185" y="15643"/>
                  </a:cubicBezTo>
                  <a:cubicBezTo>
                    <a:pt x="8672" y="15130"/>
                    <a:pt x="7133" y="13591"/>
                    <a:pt x="7133" y="14104"/>
                  </a:cubicBezTo>
                  <a:cubicBezTo>
                    <a:pt x="7133" y="14617"/>
                    <a:pt x="6108" y="15643"/>
                    <a:pt x="6108" y="14617"/>
                  </a:cubicBezTo>
                  <a:cubicBezTo>
                    <a:pt x="6108" y="13591"/>
                    <a:pt x="3030" y="11540"/>
                    <a:pt x="4056" y="11540"/>
                  </a:cubicBezTo>
                  <a:cubicBezTo>
                    <a:pt x="5082" y="11540"/>
                    <a:pt x="7133" y="8975"/>
                    <a:pt x="7646" y="8462"/>
                  </a:cubicBezTo>
                  <a:cubicBezTo>
                    <a:pt x="8159" y="7437"/>
                    <a:pt x="9698" y="3847"/>
                    <a:pt x="10723" y="3847"/>
                  </a:cubicBezTo>
                  <a:cubicBezTo>
                    <a:pt x="11749" y="3847"/>
                    <a:pt x="15339" y="6411"/>
                    <a:pt x="15339" y="7437"/>
                  </a:cubicBezTo>
                  <a:cubicBezTo>
                    <a:pt x="14826" y="7950"/>
                    <a:pt x="14826" y="10514"/>
                    <a:pt x="14826" y="1205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2710"/>
            <p:cNvSpPr/>
            <p:nvPr/>
          </p:nvSpPr>
          <p:spPr>
            <a:xfrm>
              <a:off x="5993621" y="4250549"/>
              <a:ext cx="20515" cy="25644"/>
            </a:xfrm>
            <a:custGeom>
              <a:avLst/>
              <a:gdLst>
                <a:gd name="connsiteX0" fmla="*/ 4872 w 20514"/>
                <a:gd name="connsiteY0" fmla="*/ 20771 h 25643"/>
                <a:gd name="connsiteX1" fmla="*/ 3847 w 20514"/>
                <a:gd name="connsiteY1" fmla="*/ 14617 h 25643"/>
                <a:gd name="connsiteX2" fmla="*/ 4872 w 20514"/>
                <a:gd name="connsiteY2" fmla="*/ 5898 h 25643"/>
                <a:gd name="connsiteX3" fmla="*/ 4360 w 20514"/>
                <a:gd name="connsiteY3" fmla="*/ 4359 h 25643"/>
                <a:gd name="connsiteX4" fmla="*/ 7437 w 20514"/>
                <a:gd name="connsiteY4" fmla="*/ 4872 h 25643"/>
                <a:gd name="connsiteX5" fmla="*/ 8975 w 20514"/>
                <a:gd name="connsiteY5" fmla="*/ 13591 h 25643"/>
                <a:gd name="connsiteX6" fmla="*/ 12053 w 20514"/>
                <a:gd name="connsiteY6" fmla="*/ 21284 h 25643"/>
                <a:gd name="connsiteX7" fmla="*/ 18720 w 20514"/>
                <a:gd name="connsiteY7" fmla="*/ 22823 h 25643"/>
                <a:gd name="connsiteX8" fmla="*/ 17181 w 20514"/>
                <a:gd name="connsiteY8" fmla="*/ 25387 h 25643"/>
                <a:gd name="connsiteX9" fmla="*/ 12053 w 20514"/>
                <a:gd name="connsiteY9" fmla="*/ 26413 h 25643"/>
                <a:gd name="connsiteX10" fmla="*/ 4872 w 20514"/>
                <a:gd name="connsiteY10" fmla="*/ 20771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14" h="25643">
                  <a:moveTo>
                    <a:pt x="4872" y="20771"/>
                  </a:moveTo>
                  <a:cubicBezTo>
                    <a:pt x="4360" y="19746"/>
                    <a:pt x="3847" y="17181"/>
                    <a:pt x="3847" y="14617"/>
                  </a:cubicBezTo>
                  <a:cubicBezTo>
                    <a:pt x="3847" y="12565"/>
                    <a:pt x="4872" y="5898"/>
                    <a:pt x="4872" y="5898"/>
                  </a:cubicBezTo>
                  <a:cubicBezTo>
                    <a:pt x="4872" y="5898"/>
                    <a:pt x="4360" y="4872"/>
                    <a:pt x="4360" y="4359"/>
                  </a:cubicBezTo>
                  <a:cubicBezTo>
                    <a:pt x="4360" y="3847"/>
                    <a:pt x="5898" y="3334"/>
                    <a:pt x="7437" y="4872"/>
                  </a:cubicBezTo>
                  <a:cubicBezTo>
                    <a:pt x="8463" y="5898"/>
                    <a:pt x="7950" y="12053"/>
                    <a:pt x="8975" y="13591"/>
                  </a:cubicBezTo>
                  <a:cubicBezTo>
                    <a:pt x="10001" y="15643"/>
                    <a:pt x="10514" y="21284"/>
                    <a:pt x="12053" y="21284"/>
                  </a:cubicBezTo>
                  <a:cubicBezTo>
                    <a:pt x="14104" y="21284"/>
                    <a:pt x="18720" y="22310"/>
                    <a:pt x="18720" y="22823"/>
                  </a:cubicBezTo>
                  <a:cubicBezTo>
                    <a:pt x="18720" y="23336"/>
                    <a:pt x="18207" y="24874"/>
                    <a:pt x="17181" y="25387"/>
                  </a:cubicBezTo>
                  <a:cubicBezTo>
                    <a:pt x="16156" y="25900"/>
                    <a:pt x="12565" y="27439"/>
                    <a:pt x="12053" y="26413"/>
                  </a:cubicBezTo>
                  <a:cubicBezTo>
                    <a:pt x="11027" y="25900"/>
                    <a:pt x="5385" y="21797"/>
                    <a:pt x="4872" y="2077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2711"/>
            <p:cNvSpPr/>
            <p:nvPr/>
          </p:nvSpPr>
          <p:spPr>
            <a:xfrm>
              <a:off x="5977066" y="4253183"/>
              <a:ext cx="10257" cy="10257"/>
            </a:xfrm>
            <a:custGeom>
              <a:avLst/>
              <a:gdLst>
                <a:gd name="connsiteX0" fmla="*/ 6041 w 10257"/>
                <a:gd name="connsiteY0" fmla="*/ 9419 h 10257"/>
                <a:gd name="connsiteX1" fmla="*/ 7580 w 10257"/>
                <a:gd name="connsiteY1" fmla="*/ 4290 h 10257"/>
                <a:gd name="connsiteX2" fmla="*/ 6041 w 10257"/>
                <a:gd name="connsiteY2" fmla="*/ 94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041" y="9419"/>
                  </a:moveTo>
                  <a:cubicBezTo>
                    <a:pt x="2451" y="7880"/>
                    <a:pt x="3477" y="2239"/>
                    <a:pt x="7580" y="4290"/>
                  </a:cubicBezTo>
                  <a:cubicBezTo>
                    <a:pt x="6554" y="5829"/>
                    <a:pt x="9119" y="8393"/>
                    <a:pt x="6041" y="94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2712"/>
            <p:cNvSpPr/>
            <p:nvPr/>
          </p:nvSpPr>
          <p:spPr>
            <a:xfrm>
              <a:off x="5996875" y="4214296"/>
              <a:ext cx="10257" cy="10257"/>
            </a:xfrm>
            <a:custGeom>
              <a:avLst/>
              <a:gdLst>
                <a:gd name="connsiteX0" fmla="*/ 4183 w 10257"/>
                <a:gd name="connsiteY0" fmla="*/ 11379 h 10257"/>
                <a:gd name="connsiteX1" fmla="*/ 4696 w 10257"/>
                <a:gd name="connsiteY1" fmla="*/ 6251 h 10257"/>
                <a:gd name="connsiteX2" fmla="*/ 8799 w 10257"/>
                <a:gd name="connsiteY2" fmla="*/ 4712 h 10257"/>
                <a:gd name="connsiteX3" fmla="*/ 4183 w 10257"/>
                <a:gd name="connsiteY3" fmla="*/ 1137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183" y="11379"/>
                  </a:moveTo>
                  <a:cubicBezTo>
                    <a:pt x="3671" y="10866"/>
                    <a:pt x="3671" y="8815"/>
                    <a:pt x="4696" y="6251"/>
                  </a:cubicBezTo>
                  <a:cubicBezTo>
                    <a:pt x="5722" y="3686"/>
                    <a:pt x="9312" y="3173"/>
                    <a:pt x="8799" y="4712"/>
                  </a:cubicBezTo>
                  <a:cubicBezTo>
                    <a:pt x="7773" y="6763"/>
                    <a:pt x="4696" y="11892"/>
                    <a:pt x="4183" y="1137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2713"/>
            <p:cNvSpPr/>
            <p:nvPr/>
          </p:nvSpPr>
          <p:spPr>
            <a:xfrm>
              <a:off x="5949815" y="4427490"/>
              <a:ext cx="10257" cy="10257"/>
            </a:xfrm>
            <a:custGeom>
              <a:avLst/>
              <a:gdLst>
                <a:gd name="connsiteX0" fmla="*/ 8675 w 10257"/>
                <a:gd name="connsiteY0" fmla="*/ 3847 h 10257"/>
                <a:gd name="connsiteX1" fmla="*/ 7136 w 10257"/>
                <a:gd name="connsiteY1" fmla="*/ 5385 h 10257"/>
                <a:gd name="connsiteX2" fmla="*/ 8675 w 10257"/>
                <a:gd name="connsiteY2" fmla="*/ 11027 h 10257"/>
                <a:gd name="connsiteX3" fmla="*/ 4572 w 10257"/>
                <a:gd name="connsiteY3" fmla="*/ 10514 h 10257"/>
                <a:gd name="connsiteX4" fmla="*/ 4059 w 10257"/>
                <a:gd name="connsiteY4" fmla="*/ 6924 h 10257"/>
                <a:gd name="connsiteX5" fmla="*/ 8675 w 10257"/>
                <a:gd name="connsiteY5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675" y="3847"/>
                  </a:moveTo>
                  <a:cubicBezTo>
                    <a:pt x="9188" y="3847"/>
                    <a:pt x="8675" y="4359"/>
                    <a:pt x="7136" y="5385"/>
                  </a:cubicBezTo>
                  <a:cubicBezTo>
                    <a:pt x="5598" y="6411"/>
                    <a:pt x="9188" y="10001"/>
                    <a:pt x="8675" y="11027"/>
                  </a:cubicBezTo>
                  <a:cubicBezTo>
                    <a:pt x="8162" y="12053"/>
                    <a:pt x="5085" y="11027"/>
                    <a:pt x="4572" y="10514"/>
                  </a:cubicBezTo>
                  <a:cubicBezTo>
                    <a:pt x="4059" y="9488"/>
                    <a:pt x="3546" y="7437"/>
                    <a:pt x="4059" y="6924"/>
                  </a:cubicBezTo>
                  <a:cubicBezTo>
                    <a:pt x="4572" y="6411"/>
                    <a:pt x="8162" y="3847"/>
                    <a:pt x="867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2714"/>
            <p:cNvSpPr/>
            <p:nvPr/>
          </p:nvSpPr>
          <p:spPr>
            <a:xfrm>
              <a:off x="6052089" y="4461468"/>
              <a:ext cx="5129" cy="10257"/>
            </a:xfrm>
            <a:custGeom>
              <a:avLst/>
              <a:gdLst>
                <a:gd name="connsiteX0" fmla="*/ 3847 w 5128"/>
                <a:gd name="connsiteY0" fmla="*/ 4231 h 10257"/>
                <a:gd name="connsiteX1" fmla="*/ 5385 w 5128"/>
                <a:gd name="connsiteY1" fmla="*/ 4231 h 10257"/>
                <a:gd name="connsiteX2" fmla="*/ 4359 w 5128"/>
                <a:gd name="connsiteY2" fmla="*/ 7308 h 10257"/>
                <a:gd name="connsiteX3" fmla="*/ 3847 w 5128"/>
                <a:gd name="connsiteY3" fmla="*/ 423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3847" y="4231"/>
                  </a:moveTo>
                  <a:cubicBezTo>
                    <a:pt x="4359" y="3718"/>
                    <a:pt x="4872" y="3718"/>
                    <a:pt x="5385" y="4231"/>
                  </a:cubicBezTo>
                  <a:cubicBezTo>
                    <a:pt x="5898" y="4744"/>
                    <a:pt x="4872" y="7308"/>
                    <a:pt x="4359" y="7308"/>
                  </a:cubicBezTo>
                  <a:cubicBezTo>
                    <a:pt x="3847" y="7308"/>
                    <a:pt x="3847" y="4744"/>
                    <a:pt x="3847" y="423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2715"/>
            <p:cNvSpPr/>
            <p:nvPr/>
          </p:nvSpPr>
          <p:spPr>
            <a:xfrm>
              <a:off x="6034212" y="4466597"/>
              <a:ext cx="20515" cy="20515"/>
            </a:xfrm>
            <a:custGeom>
              <a:avLst/>
              <a:gdLst>
                <a:gd name="connsiteX0" fmla="*/ 13517 w 20514"/>
                <a:gd name="connsiteY0" fmla="*/ 10386 h 20514"/>
                <a:gd name="connsiteX1" fmla="*/ 10440 w 20514"/>
                <a:gd name="connsiteY1" fmla="*/ 12950 h 20514"/>
                <a:gd name="connsiteX2" fmla="*/ 6850 w 20514"/>
                <a:gd name="connsiteY2" fmla="*/ 17566 h 20514"/>
                <a:gd name="connsiteX3" fmla="*/ 4798 w 20514"/>
                <a:gd name="connsiteY3" fmla="*/ 20643 h 20514"/>
                <a:gd name="connsiteX4" fmla="*/ 4285 w 20514"/>
                <a:gd name="connsiteY4" fmla="*/ 16027 h 20514"/>
                <a:gd name="connsiteX5" fmla="*/ 8389 w 20514"/>
                <a:gd name="connsiteY5" fmla="*/ 9873 h 20514"/>
                <a:gd name="connsiteX6" fmla="*/ 11978 w 20514"/>
                <a:gd name="connsiteY6" fmla="*/ 7821 h 20514"/>
                <a:gd name="connsiteX7" fmla="*/ 15569 w 20514"/>
                <a:gd name="connsiteY7" fmla="*/ 5257 h 20514"/>
                <a:gd name="connsiteX8" fmla="*/ 20185 w 20514"/>
                <a:gd name="connsiteY8" fmla="*/ 4744 h 20514"/>
                <a:gd name="connsiteX9" fmla="*/ 19671 w 20514"/>
                <a:gd name="connsiteY9" fmla="*/ 8334 h 20514"/>
                <a:gd name="connsiteX10" fmla="*/ 16082 w 20514"/>
                <a:gd name="connsiteY10" fmla="*/ 10899 h 20514"/>
                <a:gd name="connsiteX11" fmla="*/ 13517 w 20514"/>
                <a:gd name="connsiteY11" fmla="*/ 10386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4" h="20514">
                  <a:moveTo>
                    <a:pt x="13517" y="10386"/>
                  </a:moveTo>
                  <a:cubicBezTo>
                    <a:pt x="13004" y="11411"/>
                    <a:pt x="11978" y="12950"/>
                    <a:pt x="10440" y="12950"/>
                  </a:cubicBezTo>
                  <a:cubicBezTo>
                    <a:pt x="9414" y="13463"/>
                    <a:pt x="6337" y="16540"/>
                    <a:pt x="6850" y="17566"/>
                  </a:cubicBezTo>
                  <a:cubicBezTo>
                    <a:pt x="6850" y="18592"/>
                    <a:pt x="5311" y="21156"/>
                    <a:pt x="4798" y="20643"/>
                  </a:cubicBezTo>
                  <a:cubicBezTo>
                    <a:pt x="4285" y="20130"/>
                    <a:pt x="3260" y="17566"/>
                    <a:pt x="4285" y="16027"/>
                  </a:cubicBezTo>
                  <a:cubicBezTo>
                    <a:pt x="4798" y="14489"/>
                    <a:pt x="7363" y="10386"/>
                    <a:pt x="8389" y="9873"/>
                  </a:cubicBezTo>
                  <a:cubicBezTo>
                    <a:pt x="9414" y="9360"/>
                    <a:pt x="11466" y="8334"/>
                    <a:pt x="11978" y="7821"/>
                  </a:cubicBezTo>
                  <a:cubicBezTo>
                    <a:pt x="12491" y="7308"/>
                    <a:pt x="15056" y="6796"/>
                    <a:pt x="15569" y="5257"/>
                  </a:cubicBezTo>
                  <a:cubicBezTo>
                    <a:pt x="16082" y="3205"/>
                    <a:pt x="21210" y="3718"/>
                    <a:pt x="20185" y="4744"/>
                  </a:cubicBezTo>
                  <a:cubicBezTo>
                    <a:pt x="19671" y="5770"/>
                    <a:pt x="20185" y="7821"/>
                    <a:pt x="19671" y="8334"/>
                  </a:cubicBezTo>
                  <a:cubicBezTo>
                    <a:pt x="19159" y="8847"/>
                    <a:pt x="17107" y="10899"/>
                    <a:pt x="16082" y="10899"/>
                  </a:cubicBezTo>
                  <a:cubicBezTo>
                    <a:pt x="15569" y="10899"/>
                    <a:pt x="14030" y="9360"/>
                    <a:pt x="13517" y="103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2716"/>
            <p:cNvSpPr/>
            <p:nvPr/>
          </p:nvSpPr>
          <p:spPr>
            <a:xfrm>
              <a:off x="6045597" y="4476513"/>
              <a:ext cx="5129" cy="10257"/>
            </a:xfrm>
            <a:custGeom>
              <a:avLst/>
              <a:gdLst>
                <a:gd name="connsiteX0" fmla="*/ 4696 w 5128"/>
                <a:gd name="connsiteY0" fmla="*/ 4059 h 10257"/>
                <a:gd name="connsiteX1" fmla="*/ 5722 w 5128"/>
                <a:gd name="connsiteY1" fmla="*/ 4572 h 10257"/>
                <a:gd name="connsiteX2" fmla="*/ 4183 w 5128"/>
                <a:gd name="connsiteY2" fmla="*/ 7136 h 10257"/>
                <a:gd name="connsiteX3" fmla="*/ 4696 w 5128"/>
                <a:gd name="connsiteY3" fmla="*/ 405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4696" y="4059"/>
                  </a:moveTo>
                  <a:cubicBezTo>
                    <a:pt x="5209" y="3546"/>
                    <a:pt x="5722" y="4059"/>
                    <a:pt x="5722" y="4572"/>
                  </a:cubicBezTo>
                  <a:cubicBezTo>
                    <a:pt x="5209" y="5085"/>
                    <a:pt x="4696" y="7649"/>
                    <a:pt x="4183" y="7136"/>
                  </a:cubicBezTo>
                  <a:cubicBezTo>
                    <a:pt x="3671" y="7136"/>
                    <a:pt x="3671" y="4572"/>
                    <a:pt x="4696" y="405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2717"/>
            <p:cNvSpPr/>
            <p:nvPr/>
          </p:nvSpPr>
          <p:spPr>
            <a:xfrm>
              <a:off x="6033699" y="4472278"/>
              <a:ext cx="5129" cy="5129"/>
            </a:xfrm>
            <a:custGeom>
              <a:avLst/>
              <a:gdLst>
                <a:gd name="connsiteX0" fmla="*/ 5824 w 5128"/>
                <a:gd name="connsiteY0" fmla="*/ 5217 h 5128"/>
                <a:gd name="connsiteX1" fmla="*/ 4798 w 5128"/>
                <a:gd name="connsiteY1" fmla="*/ 5730 h 5128"/>
                <a:gd name="connsiteX2" fmla="*/ 4285 w 5128"/>
                <a:gd name="connsiteY2" fmla="*/ 4192 h 5128"/>
                <a:gd name="connsiteX3" fmla="*/ 5824 w 5128"/>
                <a:gd name="connsiteY3" fmla="*/ 521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5128">
                  <a:moveTo>
                    <a:pt x="5824" y="5217"/>
                  </a:moveTo>
                  <a:cubicBezTo>
                    <a:pt x="5824" y="5730"/>
                    <a:pt x="5311" y="5730"/>
                    <a:pt x="4798" y="5730"/>
                  </a:cubicBezTo>
                  <a:cubicBezTo>
                    <a:pt x="4285" y="5217"/>
                    <a:pt x="3260" y="4704"/>
                    <a:pt x="4285" y="4192"/>
                  </a:cubicBezTo>
                  <a:cubicBezTo>
                    <a:pt x="4285" y="3166"/>
                    <a:pt x="5824" y="4704"/>
                    <a:pt x="5824" y="521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2718"/>
            <p:cNvSpPr/>
            <p:nvPr/>
          </p:nvSpPr>
          <p:spPr>
            <a:xfrm>
              <a:off x="6034651" y="4467494"/>
              <a:ext cx="5129" cy="10257"/>
            </a:xfrm>
            <a:custGeom>
              <a:avLst/>
              <a:gdLst>
                <a:gd name="connsiteX0" fmla="*/ 5385 w 5128"/>
                <a:gd name="connsiteY0" fmla="*/ 6411 h 10257"/>
                <a:gd name="connsiteX1" fmla="*/ 3847 w 5128"/>
                <a:gd name="connsiteY1" fmla="*/ 4872 h 10257"/>
                <a:gd name="connsiteX2" fmla="*/ 5385 w 5128"/>
                <a:gd name="connsiteY2" fmla="*/ 3847 h 10257"/>
                <a:gd name="connsiteX3" fmla="*/ 5385 w 5128"/>
                <a:gd name="connsiteY3" fmla="*/ 641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5385" y="6411"/>
                  </a:moveTo>
                  <a:cubicBezTo>
                    <a:pt x="4360" y="5898"/>
                    <a:pt x="3847" y="5385"/>
                    <a:pt x="3847" y="4872"/>
                  </a:cubicBezTo>
                  <a:cubicBezTo>
                    <a:pt x="3847" y="4359"/>
                    <a:pt x="4872" y="3847"/>
                    <a:pt x="5385" y="3847"/>
                  </a:cubicBezTo>
                  <a:cubicBezTo>
                    <a:pt x="5898" y="3847"/>
                    <a:pt x="6411" y="6924"/>
                    <a:pt x="5385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2719"/>
            <p:cNvSpPr/>
            <p:nvPr/>
          </p:nvSpPr>
          <p:spPr>
            <a:xfrm>
              <a:off x="6039640" y="4465754"/>
              <a:ext cx="10257" cy="10257"/>
            </a:xfrm>
            <a:custGeom>
              <a:avLst/>
              <a:gdLst>
                <a:gd name="connsiteX0" fmla="*/ 6038 w 10257"/>
                <a:gd name="connsiteY0" fmla="*/ 6612 h 10257"/>
                <a:gd name="connsiteX1" fmla="*/ 5012 w 10257"/>
                <a:gd name="connsiteY1" fmla="*/ 7125 h 10257"/>
                <a:gd name="connsiteX2" fmla="*/ 3986 w 10257"/>
                <a:gd name="connsiteY2" fmla="*/ 5073 h 10257"/>
                <a:gd name="connsiteX3" fmla="*/ 7064 w 10257"/>
                <a:gd name="connsiteY3" fmla="*/ 4048 h 10257"/>
                <a:gd name="connsiteX4" fmla="*/ 8602 w 10257"/>
                <a:gd name="connsiteY4" fmla="*/ 5073 h 10257"/>
                <a:gd name="connsiteX5" fmla="*/ 6038 w 10257"/>
                <a:gd name="connsiteY5" fmla="*/ 6612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6038" y="6612"/>
                  </a:moveTo>
                  <a:cubicBezTo>
                    <a:pt x="6038" y="7125"/>
                    <a:pt x="5525" y="7125"/>
                    <a:pt x="5012" y="7125"/>
                  </a:cubicBezTo>
                  <a:cubicBezTo>
                    <a:pt x="4499" y="6612"/>
                    <a:pt x="3474" y="5586"/>
                    <a:pt x="3986" y="5073"/>
                  </a:cubicBezTo>
                  <a:cubicBezTo>
                    <a:pt x="4499" y="4561"/>
                    <a:pt x="7064" y="4561"/>
                    <a:pt x="7064" y="4048"/>
                  </a:cubicBezTo>
                  <a:cubicBezTo>
                    <a:pt x="7064" y="3535"/>
                    <a:pt x="8602" y="4048"/>
                    <a:pt x="8602" y="5073"/>
                  </a:cubicBezTo>
                  <a:cubicBezTo>
                    <a:pt x="8089" y="6099"/>
                    <a:pt x="6038" y="6099"/>
                    <a:pt x="6038" y="661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2720"/>
            <p:cNvSpPr/>
            <p:nvPr/>
          </p:nvSpPr>
          <p:spPr>
            <a:xfrm>
              <a:off x="6203546" y="4217669"/>
              <a:ext cx="20515" cy="15386"/>
            </a:xfrm>
            <a:custGeom>
              <a:avLst/>
              <a:gdLst>
                <a:gd name="connsiteX0" fmla="*/ 16508 w 20514"/>
                <a:gd name="connsiteY0" fmla="*/ 8519 h 15386"/>
                <a:gd name="connsiteX1" fmla="*/ 18560 w 20514"/>
                <a:gd name="connsiteY1" fmla="*/ 10571 h 15386"/>
                <a:gd name="connsiteX2" fmla="*/ 12918 w 20514"/>
                <a:gd name="connsiteY2" fmla="*/ 11083 h 15386"/>
                <a:gd name="connsiteX3" fmla="*/ 6251 w 20514"/>
                <a:gd name="connsiteY3" fmla="*/ 15699 h 15386"/>
                <a:gd name="connsiteX4" fmla="*/ 4712 w 20514"/>
                <a:gd name="connsiteY4" fmla="*/ 15699 h 15386"/>
                <a:gd name="connsiteX5" fmla="*/ 4199 w 20514"/>
                <a:gd name="connsiteY5" fmla="*/ 13648 h 15386"/>
                <a:gd name="connsiteX6" fmla="*/ 5738 w 20514"/>
                <a:gd name="connsiteY6" fmla="*/ 10571 h 15386"/>
                <a:gd name="connsiteX7" fmla="*/ 5738 w 20514"/>
                <a:gd name="connsiteY7" fmla="*/ 7493 h 15386"/>
                <a:gd name="connsiteX8" fmla="*/ 7789 w 20514"/>
                <a:gd name="connsiteY8" fmla="*/ 3903 h 15386"/>
                <a:gd name="connsiteX9" fmla="*/ 16508 w 20514"/>
                <a:gd name="connsiteY9" fmla="*/ 8519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4" h="15386">
                  <a:moveTo>
                    <a:pt x="16508" y="8519"/>
                  </a:moveTo>
                  <a:cubicBezTo>
                    <a:pt x="18560" y="10058"/>
                    <a:pt x="19585" y="11083"/>
                    <a:pt x="18560" y="10571"/>
                  </a:cubicBezTo>
                  <a:cubicBezTo>
                    <a:pt x="18047" y="10058"/>
                    <a:pt x="14456" y="10058"/>
                    <a:pt x="12918" y="11083"/>
                  </a:cubicBezTo>
                  <a:cubicBezTo>
                    <a:pt x="10867" y="12109"/>
                    <a:pt x="6251" y="15186"/>
                    <a:pt x="6251" y="15699"/>
                  </a:cubicBezTo>
                  <a:cubicBezTo>
                    <a:pt x="6251" y="16725"/>
                    <a:pt x="4712" y="16212"/>
                    <a:pt x="4712" y="15699"/>
                  </a:cubicBezTo>
                  <a:cubicBezTo>
                    <a:pt x="4712" y="15186"/>
                    <a:pt x="3174" y="13648"/>
                    <a:pt x="4199" y="13648"/>
                  </a:cubicBezTo>
                  <a:cubicBezTo>
                    <a:pt x="4712" y="13648"/>
                    <a:pt x="5738" y="11083"/>
                    <a:pt x="5738" y="10571"/>
                  </a:cubicBezTo>
                  <a:cubicBezTo>
                    <a:pt x="5738" y="10058"/>
                    <a:pt x="5225" y="8006"/>
                    <a:pt x="5738" y="7493"/>
                  </a:cubicBezTo>
                  <a:cubicBezTo>
                    <a:pt x="6251" y="6981"/>
                    <a:pt x="7276" y="4416"/>
                    <a:pt x="7789" y="3903"/>
                  </a:cubicBezTo>
                  <a:cubicBezTo>
                    <a:pt x="7789" y="3390"/>
                    <a:pt x="14456" y="6468"/>
                    <a:pt x="16508" y="85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2721"/>
            <p:cNvSpPr/>
            <p:nvPr/>
          </p:nvSpPr>
          <p:spPr>
            <a:xfrm>
              <a:off x="5925409" y="4409400"/>
              <a:ext cx="5129" cy="5129"/>
            </a:xfrm>
            <a:custGeom>
              <a:avLst/>
              <a:gdLst>
                <a:gd name="connsiteX0" fmla="*/ 3847 w 5128"/>
                <a:gd name="connsiteY0" fmla="*/ 3986 h 5128"/>
                <a:gd name="connsiteX1" fmla="*/ 4360 w 5128"/>
                <a:gd name="connsiteY1" fmla="*/ 5012 h 5128"/>
                <a:gd name="connsiteX2" fmla="*/ 3847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3847" y="3986"/>
                  </a:moveTo>
                  <a:cubicBezTo>
                    <a:pt x="3847" y="3986"/>
                    <a:pt x="3847" y="5012"/>
                    <a:pt x="4360" y="5012"/>
                  </a:cubicBezTo>
                  <a:cubicBezTo>
                    <a:pt x="4360" y="4499"/>
                    <a:pt x="4360" y="3473"/>
                    <a:pt x="3847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2722"/>
            <p:cNvSpPr/>
            <p:nvPr/>
          </p:nvSpPr>
          <p:spPr>
            <a:xfrm>
              <a:off x="5989306" y="4416580"/>
              <a:ext cx="5129" cy="5129"/>
            </a:xfrm>
            <a:custGeom>
              <a:avLst/>
              <a:gdLst>
                <a:gd name="connsiteX0" fmla="*/ 4059 w 5128"/>
                <a:gd name="connsiteY0" fmla="*/ 3986 h 5128"/>
                <a:gd name="connsiteX1" fmla="*/ 4572 w 5128"/>
                <a:gd name="connsiteY1" fmla="*/ 5012 h 5128"/>
                <a:gd name="connsiteX2" fmla="*/ 4059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4059" y="3986"/>
                  </a:moveTo>
                  <a:cubicBezTo>
                    <a:pt x="3546" y="3986"/>
                    <a:pt x="4059" y="5012"/>
                    <a:pt x="4572" y="5012"/>
                  </a:cubicBezTo>
                  <a:cubicBezTo>
                    <a:pt x="4572" y="4499"/>
                    <a:pt x="4572" y="3473"/>
                    <a:pt x="4059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2723"/>
            <p:cNvSpPr/>
            <p:nvPr/>
          </p:nvSpPr>
          <p:spPr>
            <a:xfrm>
              <a:off x="10817183" y="5110636"/>
              <a:ext cx="35901" cy="51287"/>
            </a:xfrm>
            <a:custGeom>
              <a:avLst/>
              <a:gdLst>
                <a:gd name="connsiteX0" fmla="*/ 3847 w 35901"/>
                <a:gd name="connsiteY0" fmla="*/ 29490 h 51287"/>
                <a:gd name="connsiteX1" fmla="*/ 36670 w 35901"/>
                <a:gd name="connsiteY1" fmla="*/ 3847 h 51287"/>
                <a:gd name="connsiteX2" fmla="*/ 31542 w 35901"/>
                <a:gd name="connsiteY2" fmla="*/ 50005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01" h="51287">
                  <a:moveTo>
                    <a:pt x="3847" y="29490"/>
                  </a:moveTo>
                  <a:lnTo>
                    <a:pt x="36670" y="3847"/>
                  </a:lnTo>
                  <a:lnTo>
                    <a:pt x="31542" y="5000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2724"/>
            <p:cNvSpPr/>
            <p:nvPr/>
          </p:nvSpPr>
          <p:spPr>
            <a:xfrm>
              <a:off x="10856161" y="4939337"/>
              <a:ext cx="446199" cy="220535"/>
            </a:xfrm>
            <a:custGeom>
              <a:avLst/>
              <a:gdLst>
                <a:gd name="connsiteX0" fmla="*/ 445430 w 446198"/>
                <a:gd name="connsiteY0" fmla="*/ 177197 h 220535"/>
                <a:gd name="connsiteX1" fmla="*/ 200790 w 446198"/>
                <a:gd name="connsiteY1" fmla="*/ 217201 h 220535"/>
                <a:gd name="connsiteX2" fmla="*/ 3847 w 446198"/>
                <a:gd name="connsiteY2" fmla="*/ 44363 h 220535"/>
                <a:gd name="connsiteX3" fmla="*/ 247974 w 446198"/>
                <a:gd name="connsiteY3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98" h="220535">
                  <a:moveTo>
                    <a:pt x="445430" y="177197"/>
                  </a:moveTo>
                  <a:lnTo>
                    <a:pt x="200790" y="217201"/>
                  </a:lnTo>
                  <a:lnTo>
                    <a:pt x="3847" y="44363"/>
                  </a:lnTo>
                  <a:lnTo>
                    <a:pt x="247974" y="3847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2725"/>
            <p:cNvSpPr/>
            <p:nvPr/>
          </p:nvSpPr>
          <p:spPr>
            <a:xfrm>
              <a:off x="11054130" y="4939850"/>
              <a:ext cx="251307" cy="220535"/>
            </a:xfrm>
            <a:custGeom>
              <a:avLst/>
              <a:gdLst>
                <a:gd name="connsiteX0" fmla="*/ 247974 w 251307"/>
                <a:gd name="connsiteY0" fmla="*/ 176684 h 220535"/>
                <a:gd name="connsiteX1" fmla="*/ 3847 w 251307"/>
                <a:gd name="connsiteY1" fmla="*/ 217201 h 220535"/>
                <a:gd name="connsiteX2" fmla="*/ 51031 w 251307"/>
                <a:gd name="connsiteY2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307" h="220535">
                  <a:moveTo>
                    <a:pt x="247974" y="176684"/>
                  </a:moveTo>
                  <a:lnTo>
                    <a:pt x="3847" y="217201"/>
                  </a:lnTo>
                  <a:lnTo>
                    <a:pt x="51031" y="3847"/>
                  </a:lnTo>
                  <a:close/>
                </a:path>
              </a:pathLst>
            </a:custGeom>
            <a:solidFill>
              <a:srgbClr val="4B4F52">
                <a:alpha val="3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2726"/>
            <p:cNvSpPr/>
            <p:nvPr/>
          </p:nvSpPr>
          <p:spPr>
            <a:xfrm>
              <a:off x="10916657" y="5066529"/>
              <a:ext cx="287208" cy="184634"/>
            </a:xfrm>
            <a:custGeom>
              <a:avLst/>
              <a:gdLst>
                <a:gd name="connsiteX0" fmla="*/ 137729 w 287208"/>
                <a:gd name="connsiteY0" fmla="*/ 105395 h 184633"/>
                <a:gd name="connsiteX1" fmla="*/ 20281 w 287208"/>
                <a:gd name="connsiteY1" fmla="*/ 3847 h 184633"/>
                <a:gd name="connsiteX2" fmla="*/ 4382 w 287208"/>
                <a:gd name="connsiteY2" fmla="*/ 74623 h 184633"/>
                <a:gd name="connsiteX3" fmla="*/ 125420 w 287208"/>
                <a:gd name="connsiteY3" fmla="*/ 170017 h 184633"/>
                <a:gd name="connsiteX4" fmla="*/ 271076 w 287208"/>
                <a:gd name="connsiteY4" fmla="*/ 154631 h 184633"/>
                <a:gd name="connsiteX5" fmla="*/ 286975 w 287208"/>
                <a:gd name="connsiteY5" fmla="*/ 81290 h 184633"/>
                <a:gd name="connsiteX6" fmla="*/ 137729 w 287208"/>
                <a:gd name="connsiteY6" fmla="*/ 105395 h 18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208" h="184633">
                  <a:moveTo>
                    <a:pt x="137729" y="105395"/>
                  </a:moveTo>
                  <a:lnTo>
                    <a:pt x="20281" y="3847"/>
                  </a:lnTo>
                  <a:lnTo>
                    <a:pt x="4382" y="74623"/>
                  </a:lnTo>
                  <a:cubicBezTo>
                    <a:pt x="-2285" y="105395"/>
                    <a:pt x="54131" y="148476"/>
                    <a:pt x="125420" y="170017"/>
                  </a:cubicBezTo>
                  <a:cubicBezTo>
                    <a:pt x="197222" y="191558"/>
                    <a:pt x="264409" y="185403"/>
                    <a:pt x="271076" y="154631"/>
                  </a:cubicBezTo>
                  <a:lnTo>
                    <a:pt x="286975" y="81290"/>
                  </a:lnTo>
                  <a:lnTo>
                    <a:pt x="137729" y="10539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2727"/>
            <p:cNvSpPr/>
            <p:nvPr/>
          </p:nvSpPr>
          <p:spPr>
            <a:xfrm>
              <a:off x="10847442" y="5003446"/>
              <a:ext cx="66673" cy="117961"/>
            </a:xfrm>
            <a:custGeom>
              <a:avLst/>
              <a:gdLst>
                <a:gd name="connsiteX0" fmla="*/ 63852 w 66673"/>
                <a:gd name="connsiteY0" fmla="*/ 3847 h 117960"/>
                <a:gd name="connsiteX1" fmla="*/ 3847 w 66673"/>
                <a:gd name="connsiteY1" fmla="*/ 115653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3" h="117960">
                  <a:moveTo>
                    <a:pt x="63852" y="3847"/>
                  </a:moveTo>
                  <a:lnTo>
                    <a:pt x="3847" y="115653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2728"/>
            <p:cNvSpPr/>
            <p:nvPr/>
          </p:nvSpPr>
          <p:spPr>
            <a:xfrm>
              <a:off x="10834886" y="5101856"/>
              <a:ext cx="30772" cy="35901"/>
            </a:xfrm>
            <a:custGeom>
              <a:avLst/>
              <a:gdLst>
                <a:gd name="connsiteX0" fmla="*/ 26660 w 30772"/>
                <a:gd name="connsiteY0" fmla="*/ 25448 h 35901"/>
                <a:gd name="connsiteX1" fmla="*/ 9735 w 30772"/>
                <a:gd name="connsiteY1" fmla="*/ 30064 h 35901"/>
                <a:gd name="connsiteX2" fmla="*/ 5633 w 30772"/>
                <a:gd name="connsiteY2" fmla="*/ 10575 h 35901"/>
                <a:gd name="connsiteX3" fmla="*/ 22557 w 30772"/>
                <a:gd name="connsiteY3" fmla="*/ 5959 h 35901"/>
                <a:gd name="connsiteX4" fmla="*/ 26660 w 30772"/>
                <a:gd name="connsiteY4" fmla="*/ 25448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72" h="35901">
                  <a:moveTo>
                    <a:pt x="26660" y="25448"/>
                  </a:moveTo>
                  <a:cubicBezTo>
                    <a:pt x="23071" y="32115"/>
                    <a:pt x="15890" y="34167"/>
                    <a:pt x="9735" y="30064"/>
                  </a:cubicBezTo>
                  <a:cubicBezTo>
                    <a:pt x="4094" y="25961"/>
                    <a:pt x="2042" y="17242"/>
                    <a:pt x="5633" y="10575"/>
                  </a:cubicBezTo>
                  <a:cubicBezTo>
                    <a:pt x="9223" y="3907"/>
                    <a:pt x="16403" y="1856"/>
                    <a:pt x="22557" y="5959"/>
                  </a:cubicBezTo>
                  <a:cubicBezTo>
                    <a:pt x="28199" y="10062"/>
                    <a:pt x="29738" y="18781"/>
                    <a:pt x="26660" y="25448"/>
                  </a:cubicBez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2729"/>
            <p:cNvSpPr/>
            <p:nvPr/>
          </p:nvSpPr>
          <p:spPr>
            <a:xfrm>
              <a:off x="5245918" y="4558111"/>
              <a:ext cx="343624" cy="343624"/>
            </a:xfrm>
            <a:custGeom>
              <a:avLst/>
              <a:gdLst>
                <a:gd name="connsiteX0" fmla="*/ 260218 w 343624"/>
                <a:gd name="connsiteY0" fmla="*/ 29139 h 343624"/>
                <a:gd name="connsiteX1" fmla="*/ 133539 w 343624"/>
                <a:gd name="connsiteY1" fmla="*/ 8624 h 343624"/>
                <a:gd name="connsiteX2" fmla="*/ 28913 w 343624"/>
                <a:gd name="connsiteY2" fmla="*/ 84016 h 343624"/>
                <a:gd name="connsiteX3" fmla="*/ 8398 w 343624"/>
                <a:gd name="connsiteY3" fmla="*/ 210696 h 343624"/>
                <a:gd name="connsiteX4" fmla="*/ 210470 w 343624"/>
                <a:gd name="connsiteY4" fmla="*/ 335837 h 343624"/>
                <a:gd name="connsiteX5" fmla="*/ 315096 w 343624"/>
                <a:gd name="connsiteY5" fmla="*/ 260444 h 343624"/>
                <a:gd name="connsiteX6" fmla="*/ 335611 w 343624"/>
                <a:gd name="connsiteY6" fmla="*/ 133765 h 343624"/>
                <a:gd name="connsiteX7" fmla="*/ 260218 w 343624"/>
                <a:gd name="connsiteY7" fmla="*/ 29139 h 343624"/>
                <a:gd name="connsiteX8" fmla="*/ 294581 w 343624"/>
                <a:gd name="connsiteY8" fmla="*/ 247623 h 343624"/>
                <a:gd name="connsiteX9" fmla="*/ 204828 w 343624"/>
                <a:gd name="connsiteY9" fmla="*/ 312245 h 343624"/>
                <a:gd name="connsiteX10" fmla="*/ 30965 w 343624"/>
                <a:gd name="connsiteY10" fmla="*/ 204541 h 343624"/>
                <a:gd name="connsiteX11" fmla="*/ 48915 w 343624"/>
                <a:gd name="connsiteY11" fmla="*/ 95812 h 343624"/>
                <a:gd name="connsiteX12" fmla="*/ 138668 w 343624"/>
                <a:gd name="connsiteY12" fmla="*/ 31191 h 343624"/>
                <a:gd name="connsiteX13" fmla="*/ 247909 w 343624"/>
                <a:gd name="connsiteY13" fmla="*/ 49141 h 343624"/>
                <a:gd name="connsiteX14" fmla="*/ 312531 w 343624"/>
                <a:gd name="connsiteY14" fmla="*/ 138894 h 343624"/>
                <a:gd name="connsiteX15" fmla="*/ 294581 w 343624"/>
                <a:gd name="connsiteY15" fmla="*/ 247623 h 34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3624" h="343624">
                  <a:moveTo>
                    <a:pt x="260218" y="29139"/>
                  </a:moveTo>
                  <a:cubicBezTo>
                    <a:pt x="222266" y="5547"/>
                    <a:pt x="177133" y="-2146"/>
                    <a:pt x="133539" y="8624"/>
                  </a:cubicBezTo>
                  <a:cubicBezTo>
                    <a:pt x="89945" y="18882"/>
                    <a:pt x="52505" y="45551"/>
                    <a:pt x="28913" y="84016"/>
                  </a:cubicBezTo>
                  <a:cubicBezTo>
                    <a:pt x="5321" y="121969"/>
                    <a:pt x="-1859" y="167102"/>
                    <a:pt x="8398" y="210696"/>
                  </a:cubicBezTo>
                  <a:cubicBezTo>
                    <a:pt x="29426" y="300961"/>
                    <a:pt x="120204" y="356864"/>
                    <a:pt x="210470" y="335837"/>
                  </a:cubicBezTo>
                  <a:cubicBezTo>
                    <a:pt x="254064" y="325579"/>
                    <a:pt x="291504" y="298910"/>
                    <a:pt x="315096" y="260444"/>
                  </a:cubicBezTo>
                  <a:cubicBezTo>
                    <a:pt x="338688" y="222492"/>
                    <a:pt x="345868" y="177359"/>
                    <a:pt x="335611" y="133765"/>
                  </a:cubicBezTo>
                  <a:cubicBezTo>
                    <a:pt x="324840" y="89658"/>
                    <a:pt x="298171" y="52731"/>
                    <a:pt x="260218" y="29139"/>
                  </a:cubicBezTo>
                  <a:close/>
                  <a:moveTo>
                    <a:pt x="294581" y="247623"/>
                  </a:moveTo>
                  <a:cubicBezTo>
                    <a:pt x="274066" y="280446"/>
                    <a:pt x="242268" y="303526"/>
                    <a:pt x="204828" y="312245"/>
                  </a:cubicBezTo>
                  <a:cubicBezTo>
                    <a:pt x="127385" y="330708"/>
                    <a:pt x="49428" y="282498"/>
                    <a:pt x="30965" y="204541"/>
                  </a:cubicBezTo>
                  <a:cubicBezTo>
                    <a:pt x="22246" y="167102"/>
                    <a:pt x="28400" y="128636"/>
                    <a:pt x="48915" y="95812"/>
                  </a:cubicBezTo>
                  <a:cubicBezTo>
                    <a:pt x="69430" y="62989"/>
                    <a:pt x="101228" y="39909"/>
                    <a:pt x="138668" y="31191"/>
                  </a:cubicBezTo>
                  <a:cubicBezTo>
                    <a:pt x="176107" y="22472"/>
                    <a:pt x="215086" y="28626"/>
                    <a:pt x="247909" y="49141"/>
                  </a:cubicBezTo>
                  <a:cubicBezTo>
                    <a:pt x="280733" y="69656"/>
                    <a:pt x="303813" y="101454"/>
                    <a:pt x="312531" y="138894"/>
                  </a:cubicBezTo>
                  <a:cubicBezTo>
                    <a:pt x="320737" y="176333"/>
                    <a:pt x="314583" y="214799"/>
                    <a:pt x="294581" y="24762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2730"/>
            <p:cNvSpPr/>
            <p:nvPr/>
          </p:nvSpPr>
          <p:spPr>
            <a:xfrm>
              <a:off x="5574384" y="4814331"/>
              <a:ext cx="246179" cy="174377"/>
            </a:xfrm>
            <a:custGeom>
              <a:avLst/>
              <a:gdLst>
                <a:gd name="connsiteX0" fmla="*/ 238963 w 246178"/>
                <a:gd name="connsiteY0" fmla="*/ 161164 h 174376"/>
                <a:gd name="connsiteX1" fmla="*/ 238963 w 246178"/>
                <a:gd name="connsiteY1" fmla="*/ 161164 h 174376"/>
                <a:gd name="connsiteX2" fmla="*/ 184086 w 246178"/>
                <a:gd name="connsiteY2" fmla="*/ 167831 h 174376"/>
                <a:gd name="connsiteX3" fmla="*/ 26634 w 246178"/>
                <a:gd name="connsiteY3" fmla="*/ 69872 h 174376"/>
                <a:gd name="connsiteX4" fmla="*/ 8171 w 246178"/>
                <a:gd name="connsiteY4" fmla="*/ 18072 h 174376"/>
                <a:gd name="connsiteX5" fmla="*/ 8171 w 246178"/>
                <a:gd name="connsiteY5" fmla="*/ 18072 h 174376"/>
                <a:gd name="connsiteX6" fmla="*/ 62535 w 246178"/>
                <a:gd name="connsiteY6" fmla="*/ 11405 h 174376"/>
                <a:gd name="connsiteX7" fmla="*/ 220500 w 246178"/>
                <a:gd name="connsiteY7" fmla="*/ 109363 h 174376"/>
                <a:gd name="connsiteX8" fmla="*/ 238963 w 246178"/>
                <a:gd name="connsiteY8" fmla="*/ 161164 h 174376"/>
                <a:gd name="connsiteX9" fmla="*/ 238963 w 246178"/>
                <a:gd name="connsiteY9" fmla="*/ 161164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178" h="174376">
                  <a:moveTo>
                    <a:pt x="238963" y="161164"/>
                  </a:moveTo>
                  <a:lnTo>
                    <a:pt x="238963" y="161164"/>
                  </a:lnTo>
                  <a:cubicBezTo>
                    <a:pt x="228706" y="177063"/>
                    <a:pt x="204601" y="180140"/>
                    <a:pt x="184086" y="167831"/>
                  </a:cubicBezTo>
                  <a:lnTo>
                    <a:pt x="26634" y="69872"/>
                  </a:lnTo>
                  <a:cubicBezTo>
                    <a:pt x="6632" y="57563"/>
                    <a:pt x="-2087" y="33971"/>
                    <a:pt x="8171" y="18072"/>
                  </a:cubicBezTo>
                  <a:cubicBezTo>
                    <a:pt x="8171" y="18072"/>
                    <a:pt x="8171" y="18072"/>
                    <a:pt x="8171" y="18072"/>
                  </a:cubicBezTo>
                  <a:cubicBezTo>
                    <a:pt x="17915" y="2173"/>
                    <a:pt x="42533" y="-904"/>
                    <a:pt x="62535" y="11405"/>
                  </a:cubicBezTo>
                  <a:lnTo>
                    <a:pt x="220500" y="109363"/>
                  </a:lnTo>
                  <a:cubicBezTo>
                    <a:pt x="241015" y="121672"/>
                    <a:pt x="249221" y="145264"/>
                    <a:pt x="238963" y="161164"/>
                  </a:cubicBezTo>
                  <a:lnTo>
                    <a:pt x="238963" y="161164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2731"/>
            <p:cNvSpPr/>
            <p:nvPr/>
          </p:nvSpPr>
          <p:spPr>
            <a:xfrm>
              <a:off x="5568488" y="4805273"/>
              <a:ext cx="92317" cy="92317"/>
            </a:xfrm>
            <a:custGeom>
              <a:avLst/>
              <a:gdLst>
                <a:gd name="connsiteX0" fmla="*/ 82278 w 92316"/>
                <a:gd name="connsiteY0" fmla="*/ 69698 h 92316"/>
                <a:gd name="connsiteX1" fmla="*/ 82278 w 92316"/>
                <a:gd name="connsiteY1" fmla="*/ 69698 h 92316"/>
                <a:gd name="connsiteX2" fmla="*/ 53557 w 92316"/>
                <a:gd name="connsiteY2" fmla="*/ 92265 h 92316"/>
                <a:gd name="connsiteX3" fmla="*/ 6886 w 92316"/>
                <a:gd name="connsiteY3" fmla="*/ 63031 h 92316"/>
                <a:gd name="connsiteX4" fmla="*/ 14066 w 92316"/>
                <a:gd name="connsiteY4" fmla="*/ 27130 h 92316"/>
                <a:gd name="connsiteX5" fmla="*/ 14066 w 92316"/>
                <a:gd name="connsiteY5" fmla="*/ 27130 h 92316"/>
                <a:gd name="connsiteX6" fmla="*/ 42787 w 92316"/>
                <a:gd name="connsiteY6" fmla="*/ 4564 h 92316"/>
                <a:gd name="connsiteX7" fmla="*/ 89458 w 92316"/>
                <a:gd name="connsiteY7" fmla="*/ 33797 h 92316"/>
                <a:gd name="connsiteX8" fmla="*/ 82278 w 92316"/>
                <a:gd name="connsiteY8" fmla="*/ 69698 h 92316"/>
                <a:gd name="connsiteX9" fmla="*/ 82278 w 92316"/>
                <a:gd name="connsiteY9" fmla="*/ 69698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316" h="92316">
                  <a:moveTo>
                    <a:pt x="82278" y="69698"/>
                  </a:moveTo>
                  <a:lnTo>
                    <a:pt x="82278" y="69698"/>
                  </a:lnTo>
                  <a:cubicBezTo>
                    <a:pt x="72534" y="85597"/>
                    <a:pt x="59199" y="95855"/>
                    <a:pt x="53557" y="92265"/>
                  </a:cubicBezTo>
                  <a:lnTo>
                    <a:pt x="6886" y="63031"/>
                  </a:lnTo>
                  <a:cubicBezTo>
                    <a:pt x="732" y="59441"/>
                    <a:pt x="4322" y="43029"/>
                    <a:pt x="14066" y="27130"/>
                  </a:cubicBezTo>
                  <a:cubicBezTo>
                    <a:pt x="14066" y="27130"/>
                    <a:pt x="14066" y="27130"/>
                    <a:pt x="14066" y="27130"/>
                  </a:cubicBezTo>
                  <a:cubicBezTo>
                    <a:pt x="23811" y="11231"/>
                    <a:pt x="36633" y="974"/>
                    <a:pt x="42787" y="4564"/>
                  </a:cubicBezTo>
                  <a:lnTo>
                    <a:pt x="89458" y="33797"/>
                  </a:lnTo>
                  <a:cubicBezTo>
                    <a:pt x="95100" y="37387"/>
                    <a:pt x="92023" y="53286"/>
                    <a:pt x="82278" y="69698"/>
                  </a:cubicBezTo>
                  <a:lnTo>
                    <a:pt x="82278" y="69698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2733"/>
            <p:cNvSpPr/>
            <p:nvPr/>
          </p:nvSpPr>
          <p:spPr>
            <a:xfrm>
              <a:off x="5269283" y="4582121"/>
              <a:ext cx="292337" cy="292337"/>
            </a:xfrm>
            <a:custGeom>
              <a:avLst/>
              <a:gdLst>
                <a:gd name="connsiteX0" fmla="*/ 25551 w 292337"/>
                <a:gd name="connsiteY0" fmla="*/ 72315 h 292337"/>
                <a:gd name="connsiteX1" fmla="*/ 7600 w 292337"/>
                <a:gd name="connsiteY1" fmla="*/ 181044 h 292337"/>
                <a:gd name="connsiteX2" fmla="*/ 181464 w 292337"/>
                <a:gd name="connsiteY2" fmla="*/ 288747 h 292337"/>
                <a:gd name="connsiteX3" fmla="*/ 271216 w 292337"/>
                <a:gd name="connsiteY3" fmla="*/ 224125 h 292337"/>
                <a:gd name="connsiteX4" fmla="*/ 271216 w 292337"/>
                <a:gd name="connsiteY4" fmla="*/ 224125 h 292337"/>
                <a:gd name="connsiteX5" fmla="*/ 289167 w 292337"/>
                <a:gd name="connsiteY5" fmla="*/ 115396 h 292337"/>
                <a:gd name="connsiteX6" fmla="*/ 224545 w 292337"/>
                <a:gd name="connsiteY6" fmla="*/ 25643 h 292337"/>
                <a:gd name="connsiteX7" fmla="*/ 115303 w 292337"/>
                <a:gd name="connsiteY7" fmla="*/ 7693 h 292337"/>
                <a:gd name="connsiteX8" fmla="*/ 25551 w 292337"/>
                <a:gd name="connsiteY8" fmla="*/ 72315 h 292337"/>
                <a:gd name="connsiteX9" fmla="*/ 25551 w 292337"/>
                <a:gd name="connsiteY9" fmla="*/ 72315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337" h="292337">
                  <a:moveTo>
                    <a:pt x="25551" y="72315"/>
                  </a:moveTo>
                  <a:cubicBezTo>
                    <a:pt x="5549" y="105139"/>
                    <a:pt x="-1119" y="143604"/>
                    <a:pt x="7600" y="181044"/>
                  </a:cubicBezTo>
                  <a:cubicBezTo>
                    <a:pt x="26064" y="258487"/>
                    <a:pt x="103507" y="306697"/>
                    <a:pt x="181464" y="288747"/>
                  </a:cubicBezTo>
                  <a:cubicBezTo>
                    <a:pt x="218903" y="280028"/>
                    <a:pt x="250701" y="256949"/>
                    <a:pt x="271216" y="224125"/>
                  </a:cubicBezTo>
                  <a:lnTo>
                    <a:pt x="271216" y="224125"/>
                  </a:lnTo>
                  <a:cubicBezTo>
                    <a:pt x="291731" y="191301"/>
                    <a:pt x="297886" y="152836"/>
                    <a:pt x="289167" y="115396"/>
                  </a:cubicBezTo>
                  <a:cubicBezTo>
                    <a:pt x="280448" y="77956"/>
                    <a:pt x="257369" y="46158"/>
                    <a:pt x="224545" y="25643"/>
                  </a:cubicBezTo>
                  <a:cubicBezTo>
                    <a:pt x="191721" y="5128"/>
                    <a:pt x="152743" y="-1026"/>
                    <a:pt x="115303" y="7693"/>
                  </a:cubicBezTo>
                  <a:cubicBezTo>
                    <a:pt x="77351" y="16412"/>
                    <a:pt x="45553" y="38978"/>
                    <a:pt x="25551" y="72315"/>
                  </a:cubicBezTo>
                  <a:lnTo>
                    <a:pt x="25551" y="72315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2734"/>
            <p:cNvSpPr/>
            <p:nvPr/>
          </p:nvSpPr>
          <p:spPr>
            <a:xfrm>
              <a:off x="5282517" y="4594920"/>
              <a:ext cx="179505" cy="266694"/>
            </a:xfrm>
            <a:custGeom>
              <a:avLst/>
              <a:gdLst>
                <a:gd name="connsiteX0" fmla="*/ 99505 w 179505"/>
                <a:gd name="connsiteY0" fmla="*/ 253894 h 266693"/>
                <a:gd name="connsiteX1" fmla="*/ 40524 w 179505"/>
                <a:gd name="connsiteY1" fmla="*/ 172348 h 266693"/>
                <a:gd name="connsiteX2" fmla="*/ 56936 w 179505"/>
                <a:gd name="connsiteY2" fmla="*/ 73363 h 266693"/>
                <a:gd name="connsiteX3" fmla="*/ 138483 w 179505"/>
                <a:gd name="connsiteY3" fmla="*/ 14383 h 266693"/>
                <a:gd name="connsiteX4" fmla="*/ 138483 w 179505"/>
                <a:gd name="connsiteY4" fmla="*/ 14383 h 266693"/>
                <a:gd name="connsiteX5" fmla="*/ 178487 w 179505"/>
                <a:gd name="connsiteY5" fmla="*/ 11306 h 266693"/>
                <a:gd name="connsiteX6" fmla="*/ 105146 w 179505"/>
                <a:gd name="connsiteY6" fmla="*/ 7203 h 266693"/>
                <a:gd name="connsiteX7" fmla="*/ 105146 w 179505"/>
                <a:gd name="connsiteY7" fmla="*/ 7203 h 266693"/>
                <a:gd name="connsiteX8" fmla="*/ 23600 w 179505"/>
                <a:gd name="connsiteY8" fmla="*/ 66183 h 266693"/>
                <a:gd name="connsiteX9" fmla="*/ 7188 w 179505"/>
                <a:gd name="connsiteY9" fmla="*/ 165167 h 266693"/>
                <a:gd name="connsiteX10" fmla="*/ 66168 w 179505"/>
                <a:gd name="connsiteY10" fmla="*/ 246714 h 266693"/>
                <a:gd name="connsiteX11" fmla="*/ 125661 w 179505"/>
                <a:gd name="connsiteY11" fmla="*/ 266203 h 266693"/>
                <a:gd name="connsiteX12" fmla="*/ 99505 w 179505"/>
                <a:gd name="connsiteY12" fmla="*/ 253894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505" h="266693">
                  <a:moveTo>
                    <a:pt x="99505" y="253894"/>
                  </a:moveTo>
                  <a:cubicBezTo>
                    <a:pt x="69758" y="235431"/>
                    <a:pt x="48730" y="206197"/>
                    <a:pt x="40524" y="172348"/>
                  </a:cubicBezTo>
                  <a:cubicBezTo>
                    <a:pt x="32318" y="138498"/>
                    <a:pt x="38473" y="103110"/>
                    <a:pt x="56936" y="73363"/>
                  </a:cubicBezTo>
                  <a:cubicBezTo>
                    <a:pt x="75400" y="43617"/>
                    <a:pt x="104633" y="22589"/>
                    <a:pt x="138483" y="14383"/>
                  </a:cubicBezTo>
                  <a:lnTo>
                    <a:pt x="138483" y="14383"/>
                  </a:lnTo>
                  <a:cubicBezTo>
                    <a:pt x="151818" y="11306"/>
                    <a:pt x="165152" y="10280"/>
                    <a:pt x="178487" y="11306"/>
                  </a:cubicBezTo>
                  <a:cubicBezTo>
                    <a:pt x="154895" y="3100"/>
                    <a:pt x="129764" y="1561"/>
                    <a:pt x="105146" y="7203"/>
                  </a:cubicBezTo>
                  <a:lnTo>
                    <a:pt x="105146" y="7203"/>
                  </a:lnTo>
                  <a:cubicBezTo>
                    <a:pt x="70784" y="15409"/>
                    <a:pt x="42063" y="36437"/>
                    <a:pt x="23600" y="66183"/>
                  </a:cubicBezTo>
                  <a:cubicBezTo>
                    <a:pt x="5136" y="95930"/>
                    <a:pt x="-505" y="131318"/>
                    <a:pt x="7188" y="165167"/>
                  </a:cubicBezTo>
                  <a:cubicBezTo>
                    <a:pt x="15394" y="199530"/>
                    <a:pt x="35909" y="228251"/>
                    <a:pt x="66168" y="246714"/>
                  </a:cubicBezTo>
                  <a:cubicBezTo>
                    <a:pt x="84631" y="257997"/>
                    <a:pt x="104633" y="264665"/>
                    <a:pt x="125661" y="266203"/>
                  </a:cubicBezTo>
                  <a:cubicBezTo>
                    <a:pt x="115916" y="263126"/>
                    <a:pt x="107711" y="259023"/>
                    <a:pt x="99505" y="25389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2735"/>
            <p:cNvSpPr/>
            <p:nvPr/>
          </p:nvSpPr>
          <p:spPr>
            <a:xfrm>
              <a:off x="5254930" y="4572120"/>
              <a:ext cx="200020" cy="317981"/>
            </a:xfrm>
            <a:custGeom>
              <a:avLst/>
              <a:gdLst>
                <a:gd name="connsiteX0" fmla="*/ 195816 w 200020"/>
                <a:gd name="connsiteY0" fmla="*/ 298748 h 317980"/>
                <a:gd name="connsiteX1" fmla="*/ 21952 w 200020"/>
                <a:gd name="connsiteY1" fmla="*/ 191045 h 317980"/>
                <a:gd name="connsiteX2" fmla="*/ 39903 w 200020"/>
                <a:gd name="connsiteY2" fmla="*/ 82316 h 317980"/>
                <a:gd name="connsiteX3" fmla="*/ 129655 w 200020"/>
                <a:gd name="connsiteY3" fmla="*/ 17694 h 317980"/>
                <a:gd name="connsiteX4" fmla="*/ 129655 w 200020"/>
                <a:gd name="connsiteY4" fmla="*/ 17694 h 317980"/>
                <a:gd name="connsiteX5" fmla="*/ 126578 w 200020"/>
                <a:gd name="connsiteY5" fmla="*/ 3847 h 317980"/>
                <a:gd name="connsiteX6" fmla="*/ 126065 w 200020"/>
                <a:gd name="connsiteY6" fmla="*/ 3847 h 317980"/>
                <a:gd name="connsiteX7" fmla="*/ 27594 w 200020"/>
                <a:gd name="connsiteY7" fmla="*/ 74623 h 317980"/>
                <a:gd name="connsiteX8" fmla="*/ 8105 w 200020"/>
                <a:gd name="connsiteY8" fmla="*/ 194122 h 317980"/>
                <a:gd name="connsiteX9" fmla="*/ 198893 w 200020"/>
                <a:gd name="connsiteY9" fmla="*/ 312083 h 317980"/>
                <a:gd name="connsiteX10" fmla="*/ 195816 w 200020"/>
                <a:gd name="connsiteY10" fmla="*/ 298748 h 317980"/>
                <a:gd name="connsiteX11" fmla="*/ 195816 w 200020"/>
                <a:gd name="connsiteY11" fmla="*/ 29874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0" h="317980">
                  <a:moveTo>
                    <a:pt x="195816" y="298748"/>
                  </a:moveTo>
                  <a:cubicBezTo>
                    <a:pt x="118372" y="317211"/>
                    <a:pt x="40416" y="269002"/>
                    <a:pt x="21952" y="191045"/>
                  </a:cubicBezTo>
                  <a:cubicBezTo>
                    <a:pt x="13233" y="153605"/>
                    <a:pt x="19388" y="115140"/>
                    <a:pt x="39903" y="82316"/>
                  </a:cubicBezTo>
                  <a:cubicBezTo>
                    <a:pt x="60418" y="49492"/>
                    <a:pt x="92216" y="26413"/>
                    <a:pt x="129655" y="17694"/>
                  </a:cubicBezTo>
                  <a:lnTo>
                    <a:pt x="129655" y="17694"/>
                  </a:lnTo>
                  <a:lnTo>
                    <a:pt x="126578" y="3847"/>
                  </a:lnTo>
                  <a:cubicBezTo>
                    <a:pt x="126578" y="3847"/>
                    <a:pt x="126578" y="3847"/>
                    <a:pt x="126065" y="3847"/>
                  </a:cubicBezTo>
                  <a:cubicBezTo>
                    <a:pt x="85035" y="13591"/>
                    <a:pt x="50160" y="38722"/>
                    <a:pt x="27594" y="74623"/>
                  </a:cubicBezTo>
                  <a:cubicBezTo>
                    <a:pt x="5540" y="110524"/>
                    <a:pt x="-1640" y="153092"/>
                    <a:pt x="8105" y="194122"/>
                  </a:cubicBezTo>
                  <a:cubicBezTo>
                    <a:pt x="28107" y="279259"/>
                    <a:pt x="113756" y="332085"/>
                    <a:pt x="198893" y="312083"/>
                  </a:cubicBezTo>
                  <a:lnTo>
                    <a:pt x="195816" y="298748"/>
                  </a:lnTo>
                  <a:lnTo>
                    <a:pt x="195816" y="298748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2736"/>
            <p:cNvSpPr/>
            <p:nvPr/>
          </p:nvSpPr>
          <p:spPr>
            <a:xfrm>
              <a:off x="5527933" y="4788358"/>
              <a:ext cx="76931" cy="66673"/>
            </a:xfrm>
            <a:custGeom>
              <a:avLst/>
              <a:gdLst>
                <a:gd name="connsiteX0" fmla="*/ 67956 w 76930"/>
                <a:gd name="connsiteY0" fmla="*/ 27633 h 66673"/>
                <a:gd name="connsiteX1" fmla="*/ 35645 w 76930"/>
                <a:gd name="connsiteY1" fmla="*/ 7118 h 66673"/>
                <a:gd name="connsiteX2" fmla="*/ 19746 w 76930"/>
                <a:gd name="connsiteY2" fmla="*/ 4553 h 66673"/>
                <a:gd name="connsiteX3" fmla="*/ 12565 w 76930"/>
                <a:gd name="connsiteY3" fmla="*/ 17888 h 66673"/>
                <a:gd name="connsiteX4" fmla="*/ 3847 w 76930"/>
                <a:gd name="connsiteY4" fmla="*/ 30710 h 66673"/>
                <a:gd name="connsiteX5" fmla="*/ 13078 w 76930"/>
                <a:gd name="connsiteY5" fmla="*/ 44045 h 66673"/>
                <a:gd name="connsiteX6" fmla="*/ 45389 w 76930"/>
                <a:gd name="connsiteY6" fmla="*/ 64559 h 66673"/>
                <a:gd name="connsiteX7" fmla="*/ 71546 w 76930"/>
                <a:gd name="connsiteY7" fmla="*/ 55328 h 66673"/>
                <a:gd name="connsiteX8" fmla="*/ 71546 w 76930"/>
                <a:gd name="connsiteY8" fmla="*/ 55328 h 66673"/>
                <a:gd name="connsiteX9" fmla="*/ 67956 w 76930"/>
                <a:gd name="connsiteY9" fmla="*/ 2763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930" h="66673">
                  <a:moveTo>
                    <a:pt x="67956" y="27633"/>
                  </a:moveTo>
                  <a:cubicBezTo>
                    <a:pt x="57185" y="20965"/>
                    <a:pt x="46415" y="13785"/>
                    <a:pt x="35645" y="7118"/>
                  </a:cubicBezTo>
                  <a:cubicBezTo>
                    <a:pt x="30516" y="4041"/>
                    <a:pt x="24874" y="3015"/>
                    <a:pt x="19746" y="4553"/>
                  </a:cubicBezTo>
                  <a:cubicBezTo>
                    <a:pt x="17694" y="9169"/>
                    <a:pt x="15130" y="13272"/>
                    <a:pt x="12565" y="17888"/>
                  </a:cubicBezTo>
                  <a:cubicBezTo>
                    <a:pt x="10001" y="22504"/>
                    <a:pt x="6924" y="26607"/>
                    <a:pt x="3847" y="30710"/>
                  </a:cubicBezTo>
                  <a:cubicBezTo>
                    <a:pt x="4872" y="35839"/>
                    <a:pt x="8463" y="40967"/>
                    <a:pt x="13078" y="44045"/>
                  </a:cubicBezTo>
                  <a:cubicBezTo>
                    <a:pt x="23849" y="50712"/>
                    <a:pt x="34619" y="57892"/>
                    <a:pt x="45389" y="64559"/>
                  </a:cubicBezTo>
                  <a:cubicBezTo>
                    <a:pt x="55647" y="71227"/>
                    <a:pt x="64878" y="65585"/>
                    <a:pt x="71546" y="55328"/>
                  </a:cubicBezTo>
                  <a:lnTo>
                    <a:pt x="71546" y="55328"/>
                  </a:lnTo>
                  <a:cubicBezTo>
                    <a:pt x="77700" y="44557"/>
                    <a:pt x="78213" y="33787"/>
                    <a:pt x="67956" y="2763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2737"/>
            <p:cNvSpPr/>
            <p:nvPr/>
          </p:nvSpPr>
          <p:spPr>
            <a:xfrm>
              <a:off x="5593068" y="4842917"/>
              <a:ext cx="205149" cy="138475"/>
            </a:xfrm>
            <a:custGeom>
              <a:avLst/>
              <a:gdLst>
                <a:gd name="connsiteX0" fmla="*/ 193609 w 205148"/>
                <a:gd name="connsiteY0" fmla="*/ 112575 h 138475"/>
                <a:gd name="connsiteX1" fmla="*/ 17694 w 205148"/>
                <a:gd name="connsiteY1" fmla="*/ 3847 h 138475"/>
                <a:gd name="connsiteX2" fmla="*/ 16155 w 205148"/>
                <a:gd name="connsiteY2" fmla="*/ 6411 h 138475"/>
                <a:gd name="connsiteX3" fmla="*/ 16155 w 205148"/>
                <a:gd name="connsiteY3" fmla="*/ 6411 h 138475"/>
                <a:gd name="connsiteX4" fmla="*/ 3847 w 205148"/>
                <a:gd name="connsiteY4" fmla="*/ 21797 h 138475"/>
                <a:gd name="connsiteX5" fmla="*/ 181813 w 205148"/>
                <a:gd name="connsiteY5" fmla="*/ 132065 h 138475"/>
                <a:gd name="connsiteX6" fmla="*/ 204892 w 205148"/>
                <a:gd name="connsiteY6" fmla="*/ 133090 h 138475"/>
                <a:gd name="connsiteX7" fmla="*/ 204892 w 205148"/>
                <a:gd name="connsiteY7" fmla="*/ 133090 h 138475"/>
                <a:gd name="connsiteX8" fmla="*/ 193609 w 205148"/>
                <a:gd name="connsiteY8" fmla="*/ 112575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148" h="138475">
                  <a:moveTo>
                    <a:pt x="193609" y="112575"/>
                  </a:moveTo>
                  <a:lnTo>
                    <a:pt x="17694" y="3847"/>
                  </a:lnTo>
                  <a:cubicBezTo>
                    <a:pt x="17181" y="4872"/>
                    <a:pt x="16668" y="5385"/>
                    <a:pt x="16155" y="6411"/>
                  </a:cubicBezTo>
                  <a:lnTo>
                    <a:pt x="16155" y="6411"/>
                  </a:lnTo>
                  <a:cubicBezTo>
                    <a:pt x="12565" y="12565"/>
                    <a:pt x="7949" y="17694"/>
                    <a:pt x="3847" y="21797"/>
                  </a:cubicBezTo>
                  <a:lnTo>
                    <a:pt x="181813" y="132065"/>
                  </a:lnTo>
                  <a:cubicBezTo>
                    <a:pt x="191045" y="137706"/>
                    <a:pt x="201302" y="138219"/>
                    <a:pt x="204892" y="133090"/>
                  </a:cubicBezTo>
                  <a:lnTo>
                    <a:pt x="204892" y="133090"/>
                  </a:lnTo>
                  <a:cubicBezTo>
                    <a:pt x="207457" y="127449"/>
                    <a:pt x="202841" y="118217"/>
                    <a:pt x="193609" y="112575"/>
                  </a:cubicBez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2738"/>
            <p:cNvSpPr/>
            <p:nvPr/>
          </p:nvSpPr>
          <p:spPr>
            <a:xfrm>
              <a:off x="7657891" y="5134741"/>
              <a:ext cx="312852" cy="30772"/>
            </a:xfrm>
            <a:custGeom>
              <a:avLst/>
              <a:gdLst>
                <a:gd name="connsiteX0" fmla="*/ 298235 w 312851"/>
                <a:gd name="connsiteY0" fmla="*/ 3847 h 30772"/>
                <a:gd name="connsiteX1" fmla="*/ 311570 w 312851"/>
                <a:gd name="connsiteY1" fmla="*/ 17181 h 30772"/>
                <a:gd name="connsiteX2" fmla="*/ 298235 w 312851"/>
                <a:gd name="connsiteY2" fmla="*/ 30516 h 30772"/>
                <a:gd name="connsiteX3" fmla="*/ 17181 w 312851"/>
                <a:gd name="connsiteY3" fmla="*/ 30516 h 30772"/>
                <a:gd name="connsiteX4" fmla="*/ 3847 w 312851"/>
                <a:gd name="connsiteY4" fmla="*/ 17181 h 30772"/>
                <a:gd name="connsiteX5" fmla="*/ 17181 w 312851"/>
                <a:gd name="connsiteY5" fmla="*/ 3847 h 30772"/>
                <a:gd name="connsiteX6" fmla="*/ 298235 w 312851"/>
                <a:gd name="connsiteY6" fmla="*/ 3847 h 30772"/>
                <a:gd name="connsiteX7" fmla="*/ 298235 w 312851"/>
                <a:gd name="connsiteY7" fmla="*/ 3847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851" h="30772">
                  <a:moveTo>
                    <a:pt x="298235" y="3847"/>
                  </a:moveTo>
                  <a:cubicBezTo>
                    <a:pt x="305928" y="3847"/>
                    <a:pt x="311570" y="10001"/>
                    <a:pt x="311570" y="17181"/>
                  </a:cubicBezTo>
                  <a:cubicBezTo>
                    <a:pt x="311570" y="24361"/>
                    <a:pt x="305416" y="30516"/>
                    <a:pt x="298235" y="30516"/>
                  </a:cubicBezTo>
                  <a:lnTo>
                    <a:pt x="17181" y="30516"/>
                  </a:lnTo>
                  <a:cubicBezTo>
                    <a:pt x="10001" y="30516"/>
                    <a:pt x="3847" y="24361"/>
                    <a:pt x="3847" y="17181"/>
                  </a:cubicBezTo>
                  <a:cubicBezTo>
                    <a:pt x="3847" y="10001"/>
                    <a:pt x="10001" y="3847"/>
                    <a:pt x="17181" y="3847"/>
                  </a:cubicBezTo>
                  <a:lnTo>
                    <a:pt x="298235" y="3847"/>
                  </a:lnTo>
                  <a:lnTo>
                    <a:pt x="298235" y="3847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2739"/>
            <p:cNvSpPr/>
            <p:nvPr/>
          </p:nvSpPr>
          <p:spPr>
            <a:xfrm>
              <a:off x="7461461" y="4097201"/>
              <a:ext cx="707763" cy="851368"/>
            </a:xfrm>
            <a:custGeom>
              <a:avLst/>
              <a:gdLst>
                <a:gd name="connsiteX0" fmla="*/ 703917 w 707763"/>
                <a:gd name="connsiteY0" fmla="*/ 354138 h 851367"/>
                <a:gd name="connsiteX1" fmla="*/ 354138 w 707763"/>
                <a:gd name="connsiteY1" fmla="*/ 3847 h 851367"/>
                <a:gd name="connsiteX2" fmla="*/ 3847 w 707763"/>
                <a:gd name="connsiteY2" fmla="*/ 354138 h 851367"/>
                <a:gd name="connsiteX3" fmla="*/ 143861 w 707763"/>
                <a:gd name="connsiteY3" fmla="*/ 697250 h 851367"/>
                <a:gd name="connsiteX4" fmla="*/ 175659 w 707763"/>
                <a:gd name="connsiteY4" fmla="*/ 851624 h 851367"/>
                <a:gd name="connsiteX5" fmla="*/ 329008 w 707763"/>
                <a:gd name="connsiteY5" fmla="*/ 851624 h 851367"/>
                <a:gd name="connsiteX6" fmla="*/ 378756 w 707763"/>
                <a:gd name="connsiteY6" fmla="*/ 851624 h 851367"/>
                <a:gd name="connsiteX7" fmla="*/ 532618 w 707763"/>
                <a:gd name="connsiteY7" fmla="*/ 851624 h 851367"/>
                <a:gd name="connsiteX8" fmla="*/ 563390 w 707763"/>
                <a:gd name="connsiteY8" fmla="*/ 697250 h 851367"/>
                <a:gd name="connsiteX9" fmla="*/ 703917 w 707763"/>
                <a:gd name="connsiteY9" fmla="*/ 354138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7763" h="851367">
                  <a:moveTo>
                    <a:pt x="703917" y="354138"/>
                  </a:moveTo>
                  <a:cubicBezTo>
                    <a:pt x="703917" y="160785"/>
                    <a:pt x="547491" y="3847"/>
                    <a:pt x="354138" y="3847"/>
                  </a:cubicBezTo>
                  <a:cubicBezTo>
                    <a:pt x="160786" y="3847"/>
                    <a:pt x="3847" y="160273"/>
                    <a:pt x="3847" y="354138"/>
                  </a:cubicBezTo>
                  <a:cubicBezTo>
                    <a:pt x="3847" y="365421"/>
                    <a:pt x="12053" y="527489"/>
                    <a:pt x="143861" y="697250"/>
                  </a:cubicBezTo>
                  <a:cubicBezTo>
                    <a:pt x="182326" y="748537"/>
                    <a:pt x="176172" y="851624"/>
                    <a:pt x="175659" y="851624"/>
                  </a:cubicBezTo>
                  <a:cubicBezTo>
                    <a:pt x="230023" y="851624"/>
                    <a:pt x="274643" y="851624"/>
                    <a:pt x="329008" y="851624"/>
                  </a:cubicBezTo>
                  <a:cubicBezTo>
                    <a:pt x="345420" y="851624"/>
                    <a:pt x="361831" y="851624"/>
                    <a:pt x="378756" y="851624"/>
                  </a:cubicBezTo>
                  <a:cubicBezTo>
                    <a:pt x="433121" y="851624"/>
                    <a:pt x="478253" y="851624"/>
                    <a:pt x="532618" y="851624"/>
                  </a:cubicBezTo>
                  <a:cubicBezTo>
                    <a:pt x="532105" y="851624"/>
                    <a:pt x="524925" y="748537"/>
                    <a:pt x="563390" y="697250"/>
                  </a:cubicBezTo>
                  <a:cubicBezTo>
                    <a:pt x="695711" y="526976"/>
                    <a:pt x="703917" y="365421"/>
                    <a:pt x="703917" y="354138"/>
                  </a:cubicBezTo>
                  <a:close/>
                </a:path>
              </a:pathLst>
            </a:custGeom>
            <a:solidFill>
              <a:srgbClr val="F0CA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2740"/>
            <p:cNvSpPr/>
            <p:nvPr/>
          </p:nvSpPr>
          <p:spPr>
            <a:xfrm>
              <a:off x="7811753" y="4096688"/>
              <a:ext cx="353882" cy="851368"/>
            </a:xfrm>
            <a:custGeom>
              <a:avLst/>
              <a:gdLst>
                <a:gd name="connsiteX0" fmla="*/ 3847 w 353881"/>
                <a:gd name="connsiteY0" fmla="*/ 851624 h 851367"/>
                <a:gd name="connsiteX1" fmla="*/ 182326 w 353881"/>
                <a:gd name="connsiteY1" fmla="*/ 851624 h 851367"/>
                <a:gd name="connsiteX2" fmla="*/ 213099 w 353881"/>
                <a:gd name="connsiteY2" fmla="*/ 697250 h 851367"/>
                <a:gd name="connsiteX3" fmla="*/ 353625 w 353881"/>
                <a:gd name="connsiteY3" fmla="*/ 354138 h 851367"/>
                <a:gd name="connsiteX4" fmla="*/ 3847 w 353881"/>
                <a:gd name="connsiteY4" fmla="*/ 3847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851367">
                  <a:moveTo>
                    <a:pt x="3847" y="851624"/>
                  </a:moveTo>
                  <a:cubicBezTo>
                    <a:pt x="58211" y="851624"/>
                    <a:pt x="128475" y="851624"/>
                    <a:pt x="182326" y="851624"/>
                  </a:cubicBezTo>
                  <a:cubicBezTo>
                    <a:pt x="181813" y="851624"/>
                    <a:pt x="174633" y="748537"/>
                    <a:pt x="213099" y="697250"/>
                  </a:cubicBezTo>
                  <a:cubicBezTo>
                    <a:pt x="345420" y="527489"/>
                    <a:pt x="353625" y="365421"/>
                    <a:pt x="353625" y="354138"/>
                  </a:cubicBezTo>
                  <a:cubicBezTo>
                    <a:pt x="353625" y="160785"/>
                    <a:pt x="197199" y="3847"/>
                    <a:pt x="3847" y="3847"/>
                  </a:cubicBezTo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2741"/>
            <p:cNvSpPr/>
            <p:nvPr/>
          </p:nvSpPr>
          <p:spPr>
            <a:xfrm>
              <a:off x="7535828" y="4172078"/>
              <a:ext cx="282080" cy="282080"/>
            </a:xfrm>
            <a:custGeom>
              <a:avLst/>
              <a:gdLst>
                <a:gd name="connsiteX0" fmla="*/ 3847 w 282079"/>
                <a:gd name="connsiteY0" fmla="*/ 279261 h 282079"/>
                <a:gd name="connsiteX1" fmla="*/ 34619 w 282079"/>
                <a:gd name="connsiteY1" fmla="*/ 279261 h 282079"/>
                <a:gd name="connsiteX2" fmla="*/ 279259 w 282079"/>
                <a:gd name="connsiteY2" fmla="*/ 34620 h 282079"/>
                <a:gd name="connsiteX3" fmla="*/ 279259 w 282079"/>
                <a:gd name="connsiteY3" fmla="*/ 3848 h 282079"/>
                <a:gd name="connsiteX4" fmla="*/ 3847 w 282079"/>
                <a:gd name="connsiteY4" fmla="*/ 279261 h 282079"/>
                <a:gd name="connsiteX5" fmla="*/ 3847 w 282079"/>
                <a:gd name="connsiteY5" fmla="*/ 279261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2079" h="282079">
                  <a:moveTo>
                    <a:pt x="3847" y="279261"/>
                  </a:moveTo>
                  <a:lnTo>
                    <a:pt x="34619" y="279261"/>
                  </a:lnTo>
                  <a:cubicBezTo>
                    <a:pt x="34619" y="144375"/>
                    <a:pt x="144374" y="34620"/>
                    <a:pt x="279259" y="34620"/>
                  </a:cubicBezTo>
                  <a:lnTo>
                    <a:pt x="279259" y="3848"/>
                  </a:lnTo>
                  <a:cubicBezTo>
                    <a:pt x="127449" y="3335"/>
                    <a:pt x="3847" y="126937"/>
                    <a:pt x="3847" y="279261"/>
                  </a:cubicBezTo>
                  <a:lnTo>
                    <a:pt x="3847" y="279261"/>
                  </a:lnTo>
                  <a:close/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2742"/>
            <p:cNvSpPr/>
            <p:nvPr/>
          </p:nvSpPr>
          <p:spPr>
            <a:xfrm>
              <a:off x="7675329" y="4605457"/>
              <a:ext cx="97446" cy="374397"/>
            </a:xfrm>
            <a:custGeom>
              <a:avLst/>
              <a:gdLst>
                <a:gd name="connsiteX0" fmla="*/ 63853 w 97445"/>
                <a:gd name="connsiteY0" fmla="*/ 370550 h 374396"/>
                <a:gd name="connsiteX1" fmla="*/ 94112 w 97445"/>
                <a:gd name="connsiteY1" fmla="*/ 365421 h 374396"/>
                <a:gd name="connsiteX2" fmla="*/ 34106 w 97445"/>
                <a:gd name="connsiteY2" fmla="*/ 3847 h 374396"/>
                <a:gd name="connsiteX3" fmla="*/ 3847 w 97445"/>
                <a:gd name="connsiteY3" fmla="*/ 8462 h 374396"/>
                <a:gd name="connsiteX4" fmla="*/ 63853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63853" y="370550"/>
                  </a:moveTo>
                  <a:lnTo>
                    <a:pt x="94112" y="365421"/>
                  </a:lnTo>
                  <a:lnTo>
                    <a:pt x="34106" y="3847"/>
                  </a:lnTo>
                  <a:lnTo>
                    <a:pt x="3847" y="8462"/>
                  </a:lnTo>
                  <a:lnTo>
                    <a:pt x="63853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2743"/>
            <p:cNvSpPr/>
            <p:nvPr/>
          </p:nvSpPr>
          <p:spPr>
            <a:xfrm>
              <a:off x="7857911" y="4605457"/>
              <a:ext cx="97446" cy="374397"/>
            </a:xfrm>
            <a:custGeom>
              <a:avLst/>
              <a:gdLst>
                <a:gd name="connsiteX0" fmla="*/ 34106 w 97445"/>
                <a:gd name="connsiteY0" fmla="*/ 370550 h 374396"/>
                <a:gd name="connsiteX1" fmla="*/ 94112 w 97445"/>
                <a:gd name="connsiteY1" fmla="*/ 8462 h 374396"/>
                <a:gd name="connsiteX2" fmla="*/ 63340 w 97445"/>
                <a:gd name="connsiteY2" fmla="*/ 3847 h 374396"/>
                <a:gd name="connsiteX3" fmla="*/ 3847 w 97445"/>
                <a:gd name="connsiteY3" fmla="*/ 365421 h 374396"/>
                <a:gd name="connsiteX4" fmla="*/ 34106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34106" y="370550"/>
                  </a:moveTo>
                  <a:lnTo>
                    <a:pt x="94112" y="8462"/>
                  </a:lnTo>
                  <a:lnTo>
                    <a:pt x="63340" y="3847"/>
                  </a:lnTo>
                  <a:lnTo>
                    <a:pt x="3847" y="365421"/>
                  </a:lnTo>
                  <a:lnTo>
                    <a:pt x="34106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2744"/>
            <p:cNvSpPr/>
            <p:nvPr/>
          </p:nvSpPr>
          <p:spPr>
            <a:xfrm>
              <a:off x="7691741" y="4607508"/>
              <a:ext cx="235921" cy="56416"/>
            </a:xfrm>
            <a:custGeom>
              <a:avLst/>
              <a:gdLst>
                <a:gd name="connsiteX0" fmla="*/ 4872 w 235921"/>
                <a:gd name="connsiteY0" fmla="*/ 52569 h 56415"/>
                <a:gd name="connsiteX1" fmla="*/ 26926 w 235921"/>
                <a:gd name="connsiteY1" fmla="*/ 31542 h 56415"/>
                <a:gd name="connsiteX2" fmla="*/ 34106 w 235921"/>
                <a:gd name="connsiteY2" fmla="*/ 20258 h 56415"/>
                <a:gd name="connsiteX3" fmla="*/ 39235 w 235921"/>
                <a:gd name="connsiteY3" fmla="*/ 30516 h 56415"/>
                <a:gd name="connsiteX4" fmla="*/ 62827 w 235921"/>
                <a:gd name="connsiteY4" fmla="*/ 53082 h 56415"/>
                <a:gd name="connsiteX5" fmla="*/ 82829 w 235921"/>
                <a:gd name="connsiteY5" fmla="*/ 34106 h 56415"/>
                <a:gd name="connsiteX6" fmla="*/ 91548 w 235921"/>
                <a:gd name="connsiteY6" fmla="*/ 21284 h 56415"/>
                <a:gd name="connsiteX7" fmla="*/ 98728 w 235921"/>
                <a:gd name="connsiteY7" fmla="*/ 32567 h 56415"/>
                <a:gd name="connsiteX8" fmla="*/ 120781 w 235921"/>
                <a:gd name="connsiteY8" fmla="*/ 53595 h 56415"/>
                <a:gd name="connsiteX9" fmla="*/ 142322 w 235921"/>
                <a:gd name="connsiteY9" fmla="*/ 33080 h 56415"/>
                <a:gd name="connsiteX10" fmla="*/ 150015 w 235921"/>
                <a:gd name="connsiteY10" fmla="*/ 21284 h 56415"/>
                <a:gd name="connsiteX11" fmla="*/ 158221 w 235921"/>
                <a:gd name="connsiteY11" fmla="*/ 33080 h 56415"/>
                <a:gd name="connsiteX12" fmla="*/ 179249 w 235921"/>
                <a:gd name="connsiteY12" fmla="*/ 53082 h 56415"/>
                <a:gd name="connsiteX13" fmla="*/ 202328 w 235921"/>
                <a:gd name="connsiteY13" fmla="*/ 31542 h 56415"/>
                <a:gd name="connsiteX14" fmla="*/ 208995 w 235921"/>
                <a:gd name="connsiteY14" fmla="*/ 20771 h 56415"/>
                <a:gd name="connsiteX15" fmla="*/ 216175 w 235921"/>
                <a:gd name="connsiteY15" fmla="*/ 33080 h 56415"/>
                <a:gd name="connsiteX16" fmla="*/ 236690 w 235921"/>
                <a:gd name="connsiteY16" fmla="*/ 53595 h 56415"/>
                <a:gd name="connsiteX17" fmla="*/ 236690 w 235921"/>
                <a:gd name="connsiteY17" fmla="*/ 37183 h 56415"/>
                <a:gd name="connsiteX18" fmla="*/ 231049 w 235921"/>
                <a:gd name="connsiteY18" fmla="*/ 26926 h 56415"/>
                <a:gd name="connsiteX19" fmla="*/ 207457 w 235921"/>
                <a:gd name="connsiteY19" fmla="*/ 4359 h 56415"/>
                <a:gd name="connsiteX20" fmla="*/ 187455 w 235921"/>
                <a:gd name="connsiteY20" fmla="*/ 23336 h 56415"/>
                <a:gd name="connsiteX21" fmla="*/ 178736 w 235921"/>
                <a:gd name="connsiteY21" fmla="*/ 36158 h 56415"/>
                <a:gd name="connsiteX22" fmla="*/ 171556 w 235921"/>
                <a:gd name="connsiteY22" fmla="*/ 24874 h 56415"/>
                <a:gd name="connsiteX23" fmla="*/ 149502 w 235921"/>
                <a:gd name="connsiteY23" fmla="*/ 4359 h 56415"/>
                <a:gd name="connsiteX24" fmla="*/ 127962 w 235921"/>
                <a:gd name="connsiteY24" fmla="*/ 24361 h 56415"/>
                <a:gd name="connsiteX25" fmla="*/ 120269 w 235921"/>
                <a:gd name="connsiteY25" fmla="*/ 36158 h 56415"/>
                <a:gd name="connsiteX26" fmla="*/ 112062 w 235921"/>
                <a:gd name="connsiteY26" fmla="*/ 23849 h 56415"/>
                <a:gd name="connsiteX27" fmla="*/ 91035 w 235921"/>
                <a:gd name="connsiteY27" fmla="*/ 4359 h 56415"/>
                <a:gd name="connsiteX28" fmla="*/ 67956 w 235921"/>
                <a:gd name="connsiteY28" fmla="*/ 25900 h 56415"/>
                <a:gd name="connsiteX29" fmla="*/ 60775 w 235921"/>
                <a:gd name="connsiteY29" fmla="*/ 36670 h 56415"/>
                <a:gd name="connsiteX30" fmla="*/ 53595 w 235921"/>
                <a:gd name="connsiteY30" fmla="*/ 24361 h 56415"/>
                <a:gd name="connsiteX31" fmla="*/ 33080 w 235921"/>
                <a:gd name="connsiteY31" fmla="*/ 3847 h 56415"/>
                <a:gd name="connsiteX32" fmla="*/ 11027 w 235921"/>
                <a:gd name="connsiteY32" fmla="*/ 24874 h 56415"/>
                <a:gd name="connsiteX33" fmla="*/ 3847 w 235921"/>
                <a:gd name="connsiteY33" fmla="*/ 36158 h 56415"/>
                <a:gd name="connsiteX34" fmla="*/ 3847 w 235921"/>
                <a:gd name="connsiteY34" fmla="*/ 52569 h 56415"/>
                <a:gd name="connsiteX35" fmla="*/ 4872 w 235921"/>
                <a:gd name="connsiteY35" fmla="*/ 5256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35921" h="56415">
                  <a:moveTo>
                    <a:pt x="4872" y="52569"/>
                  </a:moveTo>
                  <a:cubicBezTo>
                    <a:pt x="17181" y="52569"/>
                    <a:pt x="22823" y="40260"/>
                    <a:pt x="26926" y="31542"/>
                  </a:cubicBezTo>
                  <a:cubicBezTo>
                    <a:pt x="28464" y="27952"/>
                    <a:pt x="32055" y="20258"/>
                    <a:pt x="34106" y="20258"/>
                  </a:cubicBezTo>
                  <a:cubicBezTo>
                    <a:pt x="35645" y="20771"/>
                    <a:pt x="38209" y="26926"/>
                    <a:pt x="39235" y="30516"/>
                  </a:cubicBezTo>
                  <a:cubicBezTo>
                    <a:pt x="42825" y="39235"/>
                    <a:pt x="47953" y="53082"/>
                    <a:pt x="62827" y="53082"/>
                  </a:cubicBezTo>
                  <a:cubicBezTo>
                    <a:pt x="71546" y="53082"/>
                    <a:pt x="76674" y="44363"/>
                    <a:pt x="82829" y="34106"/>
                  </a:cubicBezTo>
                  <a:cubicBezTo>
                    <a:pt x="84880" y="30516"/>
                    <a:pt x="88983" y="23849"/>
                    <a:pt x="91548" y="21284"/>
                  </a:cubicBezTo>
                  <a:cubicBezTo>
                    <a:pt x="93599" y="23849"/>
                    <a:pt x="96676" y="28977"/>
                    <a:pt x="98728" y="32567"/>
                  </a:cubicBezTo>
                  <a:cubicBezTo>
                    <a:pt x="104882" y="43338"/>
                    <a:pt x="111037" y="53595"/>
                    <a:pt x="120781" y="53595"/>
                  </a:cubicBezTo>
                  <a:cubicBezTo>
                    <a:pt x="130526" y="53595"/>
                    <a:pt x="136167" y="43851"/>
                    <a:pt x="142322" y="33080"/>
                  </a:cubicBezTo>
                  <a:cubicBezTo>
                    <a:pt x="144373" y="29490"/>
                    <a:pt x="147963" y="23849"/>
                    <a:pt x="150015" y="21284"/>
                  </a:cubicBezTo>
                  <a:cubicBezTo>
                    <a:pt x="152579" y="23849"/>
                    <a:pt x="155657" y="29490"/>
                    <a:pt x="158221" y="33080"/>
                  </a:cubicBezTo>
                  <a:cubicBezTo>
                    <a:pt x="164375" y="43338"/>
                    <a:pt x="170017" y="53082"/>
                    <a:pt x="179249" y="53082"/>
                  </a:cubicBezTo>
                  <a:cubicBezTo>
                    <a:pt x="189506" y="53082"/>
                    <a:pt x="196174" y="42312"/>
                    <a:pt x="202328" y="31542"/>
                  </a:cubicBezTo>
                  <a:cubicBezTo>
                    <a:pt x="204379" y="27952"/>
                    <a:pt x="207457" y="22823"/>
                    <a:pt x="208995" y="20771"/>
                  </a:cubicBezTo>
                  <a:cubicBezTo>
                    <a:pt x="211560" y="21797"/>
                    <a:pt x="213611" y="25387"/>
                    <a:pt x="216175" y="33080"/>
                  </a:cubicBezTo>
                  <a:cubicBezTo>
                    <a:pt x="219766" y="41799"/>
                    <a:pt x="224382" y="53595"/>
                    <a:pt x="236690" y="53595"/>
                  </a:cubicBezTo>
                  <a:lnTo>
                    <a:pt x="236690" y="37183"/>
                  </a:lnTo>
                  <a:cubicBezTo>
                    <a:pt x="235152" y="36670"/>
                    <a:pt x="232587" y="30516"/>
                    <a:pt x="231049" y="26926"/>
                  </a:cubicBezTo>
                  <a:cubicBezTo>
                    <a:pt x="227459" y="17694"/>
                    <a:pt x="222330" y="4359"/>
                    <a:pt x="207457" y="4359"/>
                  </a:cubicBezTo>
                  <a:cubicBezTo>
                    <a:pt x="198738" y="4359"/>
                    <a:pt x="193609" y="13078"/>
                    <a:pt x="187455" y="23336"/>
                  </a:cubicBezTo>
                  <a:cubicBezTo>
                    <a:pt x="185403" y="26926"/>
                    <a:pt x="181300" y="33593"/>
                    <a:pt x="178736" y="36158"/>
                  </a:cubicBezTo>
                  <a:cubicBezTo>
                    <a:pt x="176684" y="33593"/>
                    <a:pt x="173607" y="28464"/>
                    <a:pt x="171556" y="24874"/>
                  </a:cubicBezTo>
                  <a:cubicBezTo>
                    <a:pt x="165401" y="14104"/>
                    <a:pt x="159247" y="4359"/>
                    <a:pt x="149502" y="4359"/>
                  </a:cubicBezTo>
                  <a:cubicBezTo>
                    <a:pt x="140270" y="4359"/>
                    <a:pt x="134116" y="14104"/>
                    <a:pt x="127962" y="24361"/>
                  </a:cubicBezTo>
                  <a:cubicBezTo>
                    <a:pt x="125910" y="27952"/>
                    <a:pt x="122320" y="33593"/>
                    <a:pt x="120269" y="36158"/>
                  </a:cubicBezTo>
                  <a:cubicBezTo>
                    <a:pt x="117704" y="33593"/>
                    <a:pt x="114627" y="27952"/>
                    <a:pt x="112062" y="23849"/>
                  </a:cubicBezTo>
                  <a:cubicBezTo>
                    <a:pt x="105908" y="13591"/>
                    <a:pt x="100266" y="4359"/>
                    <a:pt x="91035" y="4359"/>
                  </a:cubicBezTo>
                  <a:cubicBezTo>
                    <a:pt x="80777" y="4359"/>
                    <a:pt x="74110" y="15130"/>
                    <a:pt x="67956" y="25900"/>
                  </a:cubicBezTo>
                  <a:cubicBezTo>
                    <a:pt x="65904" y="29490"/>
                    <a:pt x="62827" y="34619"/>
                    <a:pt x="60775" y="36670"/>
                  </a:cubicBezTo>
                  <a:cubicBezTo>
                    <a:pt x="58211" y="35645"/>
                    <a:pt x="56672" y="32055"/>
                    <a:pt x="53595" y="24361"/>
                  </a:cubicBezTo>
                  <a:cubicBezTo>
                    <a:pt x="50005" y="15643"/>
                    <a:pt x="45389" y="3847"/>
                    <a:pt x="33080" y="3847"/>
                  </a:cubicBezTo>
                  <a:cubicBezTo>
                    <a:pt x="20771" y="3847"/>
                    <a:pt x="15130" y="16155"/>
                    <a:pt x="11027" y="24874"/>
                  </a:cubicBezTo>
                  <a:cubicBezTo>
                    <a:pt x="9488" y="28464"/>
                    <a:pt x="5898" y="36158"/>
                    <a:pt x="3847" y="36158"/>
                  </a:cubicBezTo>
                  <a:lnTo>
                    <a:pt x="3847" y="52569"/>
                  </a:lnTo>
                  <a:lnTo>
                    <a:pt x="4872" y="52569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2745"/>
            <p:cNvSpPr/>
            <p:nvPr/>
          </p:nvSpPr>
          <p:spPr>
            <a:xfrm>
              <a:off x="7633273" y="4944978"/>
              <a:ext cx="359010" cy="210278"/>
            </a:xfrm>
            <a:custGeom>
              <a:avLst/>
              <a:gdLst>
                <a:gd name="connsiteX0" fmla="*/ 3847 w 359010"/>
                <a:gd name="connsiteY0" fmla="*/ 3847 h 210277"/>
                <a:gd name="connsiteX1" fmla="*/ 3847 w 359010"/>
                <a:gd name="connsiteY1" fmla="*/ 186942 h 210277"/>
                <a:gd name="connsiteX2" fmla="*/ 26413 w 359010"/>
                <a:gd name="connsiteY2" fmla="*/ 209508 h 210277"/>
                <a:gd name="connsiteX3" fmla="*/ 337213 w 359010"/>
                <a:gd name="connsiteY3" fmla="*/ 209508 h 210277"/>
                <a:gd name="connsiteX4" fmla="*/ 359780 w 359010"/>
                <a:gd name="connsiteY4" fmla="*/ 186942 h 210277"/>
                <a:gd name="connsiteX5" fmla="*/ 359780 w 359010"/>
                <a:gd name="connsiteY5" fmla="*/ 3847 h 210277"/>
                <a:gd name="connsiteX6" fmla="*/ 3847 w 359010"/>
                <a:gd name="connsiteY6" fmla="*/ 384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9010" h="210277">
                  <a:moveTo>
                    <a:pt x="3847" y="3847"/>
                  </a:moveTo>
                  <a:lnTo>
                    <a:pt x="3847" y="186942"/>
                  </a:lnTo>
                  <a:cubicBezTo>
                    <a:pt x="3847" y="199251"/>
                    <a:pt x="14104" y="209508"/>
                    <a:pt x="26413" y="209508"/>
                  </a:cubicBezTo>
                  <a:lnTo>
                    <a:pt x="337213" y="209508"/>
                  </a:lnTo>
                  <a:cubicBezTo>
                    <a:pt x="349522" y="209508"/>
                    <a:pt x="359780" y="199251"/>
                    <a:pt x="359780" y="186942"/>
                  </a:cubicBezTo>
                  <a:lnTo>
                    <a:pt x="359780" y="3847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2746"/>
            <p:cNvSpPr/>
            <p:nvPr/>
          </p:nvSpPr>
          <p:spPr>
            <a:xfrm>
              <a:off x="7626606" y="4962416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2747"/>
            <p:cNvSpPr/>
            <p:nvPr/>
          </p:nvSpPr>
          <p:spPr>
            <a:xfrm>
              <a:off x="7608633" y="49444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2055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2748"/>
            <p:cNvSpPr/>
            <p:nvPr/>
          </p:nvSpPr>
          <p:spPr>
            <a:xfrm>
              <a:off x="7626606" y="5022422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2749"/>
            <p:cNvSpPr/>
            <p:nvPr/>
          </p:nvSpPr>
          <p:spPr>
            <a:xfrm>
              <a:off x="7608633" y="5004471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1542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2750"/>
            <p:cNvSpPr/>
            <p:nvPr/>
          </p:nvSpPr>
          <p:spPr>
            <a:xfrm>
              <a:off x="7626606" y="5081915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2751"/>
            <p:cNvSpPr/>
            <p:nvPr/>
          </p:nvSpPr>
          <p:spPr>
            <a:xfrm>
              <a:off x="7608633" y="50639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2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2"/>
                    <a:pt x="3869" y="21797"/>
                  </a:cubicBezTo>
                  <a:cubicBezTo>
                    <a:pt x="3357" y="32054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2753"/>
            <p:cNvSpPr/>
            <p:nvPr/>
          </p:nvSpPr>
          <p:spPr>
            <a:xfrm>
              <a:off x="8047692" y="3864375"/>
              <a:ext cx="117961" cy="189763"/>
            </a:xfrm>
            <a:custGeom>
              <a:avLst/>
              <a:gdLst>
                <a:gd name="connsiteX0" fmla="*/ 13060 w 117960"/>
                <a:gd name="connsiteY0" fmla="*/ 188462 h 189762"/>
                <a:gd name="connsiteX1" fmla="*/ 8444 w 117960"/>
                <a:gd name="connsiteY1" fmla="*/ 187437 h 189762"/>
                <a:gd name="connsiteX2" fmla="*/ 4854 w 117960"/>
                <a:gd name="connsiteY2" fmla="*/ 175128 h 189762"/>
                <a:gd name="connsiteX3" fmla="*/ 101274 w 117960"/>
                <a:gd name="connsiteY3" fmla="*/ 8444 h 189762"/>
                <a:gd name="connsiteX4" fmla="*/ 113583 w 117960"/>
                <a:gd name="connsiteY4" fmla="*/ 4854 h 189762"/>
                <a:gd name="connsiteX5" fmla="*/ 116660 w 117960"/>
                <a:gd name="connsiteY5" fmla="*/ 17163 h 189762"/>
                <a:gd name="connsiteX6" fmla="*/ 20753 w 117960"/>
                <a:gd name="connsiteY6" fmla="*/ 183846 h 189762"/>
                <a:gd name="connsiteX7" fmla="*/ 13060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3060" y="188462"/>
                  </a:moveTo>
                  <a:cubicBezTo>
                    <a:pt x="11521" y="188462"/>
                    <a:pt x="9983" y="187949"/>
                    <a:pt x="8444" y="187437"/>
                  </a:cubicBezTo>
                  <a:cubicBezTo>
                    <a:pt x="3828" y="184872"/>
                    <a:pt x="2803" y="179231"/>
                    <a:pt x="4854" y="175128"/>
                  </a:cubicBezTo>
                  <a:lnTo>
                    <a:pt x="101274" y="8444"/>
                  </a:lnTo>
                  <a:cubicBezTo>
                    <a:pt x="103838" y="3828"/>
                    <a:pt x="109480" y="2803"/>
                    <a:pt x="113583" y="4854"/>
                  </a:cubicBezTo>
                  <a:cubicBezTo>
                    <a:pt x="117686" y="7418"/>
                    <a:pt x="119224" y="13060"/>
                    <a:pt x="116660" y="17163"/>
                  </a:cubicBezTo>
                  <a:lnTo>
                    <a:pt x="20753" y="183846"/>
                  </a:lnTo>
                  <a:cubicBezTo>
                    <a:pt x="19214" y="186924"/>
                    <a:pt x="16137" y="188462"/>
                    <a:pt x="13060" y="18846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2754"/>
            <p:cNvSpPr/>
            <p:nvPr/>
          </p:nvSpPr>
          <p:spPr>
            <a:xfrm>
              <a:off x="8227482" y="4114410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100" y="4074"/>
                    <a:pt x="187664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2755"/>
            <p:cNvSpPr/>
            <p:nvPr/>
          </p:nvSpPr>
          <p:spPr>
            <a:xfrm>
              <a:off x="8292827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2756"/>
            <p:cNvSpPr/>
            <p:nvPr/>
          </p:nvSpPr>
          <p:spPr>
            <a:xfrm>
              <a:off x="7211483" y="4700623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5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613" y="4074"/>
                    <a:pt x="187665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2757"/>
            <p:cNvSpPr/>
            <p:nvPr/>
          </p:nvSpPr>
          <p:spPr>
            <a:xfrm>
              <a:off x="7119888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2758"/>
            <p:cNvSpPr/>
            <p:nvPr/>
          </p:nvSpPr>
          <p:spPr>
            <a:xfrm>
              <a:off x="7210970" y="4113897"/>
              <a:ext cx="189763" cy="117961"/>
            </a:xfrm>
            <a:custGeom>
              <a:avLst/>
              <a:gdLst>
                <a:gd name="connsiteX0" fmla="*/ 179971 w 189762"/>
                <a:gd name="connsiteY0" fmla="*/ 117932 h 117960"/>
                <a:gd name="connsiteX1" fmla="*/ 175355 w 189762"/>
                <a:gd name="connsiteY1" fmla="*/ 116906 h 117960"/>
                <a:gd name="connsiteX2" fmla="*/ 8672 w 189762"/>
                <a:gd name="connsiteY2" fmla="*/ 20486 h 117960"/>
                <a:gd name="connsiteX3" fmla="*/ 5082 w 189762"/>
                <a:gd name="connsiteY3" fmla="*/ 8177 h 117960"/>
                <a:gd name="connsiteX4" fmla="*/ 17391 w 189762"/>
                <a:gd name="connsiteY4" fmla="*/ 5100 h 117960"/>
                <a:gd name="connsiteX5" fmla="*/ 184074 w 189762"/>
                <a:gd name="connsiteY5" fmla="*/ 101007 h 117960"/>
                <a:gd name="connsiteX6" fmla="*/ 187151 w 189762"/>
                <a:gd name="connsiteY6" fmla="*/ 113316 h 117960"/>
                <a:gd name="connsiteX7" fmla="*/ 179971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7932"/>
                  </a:moveTo>
                  <a:cubicBezTo>
                    <a:pt x="178433" y="117932"/>
                    <a:pt x="176894" y="117419"/>
                    <a:pt x="175355" y="116906"/>
                  </a:cubicBezTo>
                  <a:lnTo>
                    <a:pt x="8672" y="20486"/>
                  </a:lnTo>
                  <a:cubicBezTo>
                    <a:pt x="4056" y="17922"/>
                    <a:pt x="2518" y="12280"/>
                    <a:pt x="5082" y="8177"/>
                  </a:cubicBezTo>
                  <a:cubicBezTo>
                    <a:pt x="7646" y="4074"/>
                    <a:pt x="13288" y="2536"/>
                    <a:pt x="17391" y="5100"/>
                  </a:cubicBezTo>
                  <a:lnTo>
                    <a:pt x="184074" y="101007"/>
                  </a:lnTo>
                  <a:cubicBezTo>
                    <a:pt x="188690" y="103572"/>
                    <a:pt x="189716" y="109213"/>
                    <a:pt x="187151" y="113316"/>
                  </a:cubicBezTo>
                  <a:cubicBezTo>
                    <a:pt x="186126" y="116393"/>
                    <a:pt x="183049" y="117932"/>
                    <a:pt x="179971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2759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2775"/>
                    <a:pt x="4056" y="7646"/>
                    <a:pt x="8672" y="5082"/>
                  </a:cubicBezTo>
                  <a:cubicBezTo>
                    <a:pt x="13288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971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2762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3288"/>
                    <a:pt x="4056" y="7646"/>
                    <a:pt x="8672" y="5082"/>
                  </a:cubicBezTo>
                  <a:cubicBezTo>
                    <a:pt x="12775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458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2763"/>
            <p:cNvSpPr/>
            <p:nvPr/>
          </p:nvSpPr>
          <p:spPr>
            <a:xfrm>
              <a:off x="7210970" y="4114290"/>
              <a:ext cx="189763" cy="117961"/>
            </a:xfrm>
            <a:custGeom>
              <a:avLst/>
              <a:gdLst>
                <a:gd name="connsiteX0" fmla="*/ 179971 w 189762"/>
                <a:gd name="connsiteY0" fmla="*/ 118052 h 117960"/>
                <a:gd name="connsiteX1" fmla="*/ 175355 w 189762"/>
                <a:gd name="connsiteY1" fmla="*/ 117026 h 117960"/>
                <a:gd name="connsiteX2" fmla="*/ 8672 w 189762"/>
                <a:gd name="connsiteY2" fmla="*/ 20606 h 117960"/>
                <a:gd name="connsiteX3" fmla="*/ 5082 w 189762"/>
                <a:gd name="connsiteY3" fmla="*/ 8298 h 117960"/>
                <a:gd name="connsiteX4" fmla="*/ 17391 w 189762"/>
                <a:gd name="connsiteY4" fmla="*/ 5220 h 117960"/>
                <a:gd name="connsiteX5" fmla="*/ 184074 w 189762"/>
                <a:gd name="connsiteY5" fmla="*/ 101127 h 117960"/>
                <a:gd name="connsiteX6" fmla="*/ 187151 w 189762"/>
                <a:gd name="connsiteY6" fmla="*/ 113436 h 117960"/>
                <a:gd name="connsiteX7" fmla="*/ 179971 w 189762"/>
                <a:gd name="connsiteY7" fmla="*/ 11805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8052"/>
                  </a:moveTo>
                  <a:cubicBezTo>
                    <a:pt x="178433" y="118052"/>
                    <a:pt x="176894" y="117539"/>
                    <a:pt x="175355" y="117026"/>
                  </a:cubicBezTo>
                  <a:lnTo>
                    <a:pt x="8672" y="20606"/>
                  </a:lnTo>
                  <a:cubicBezTo>
                    <a:pt x="4056" y="18042"/>
                    <a:pt x="2518" y="12401"/>
                    <a:pt x="5082" y="8298"/>
                  </a:cubicBezTo>
                  <a:cubicBezTo>
                    <a:pt x="7646" y="3682"/>
                    <a:pt x="13288" y="2656"/>
                    <a:pt x="17391" y="5220"/>
                  </a:cubicBezTo>
                  <a:lnTo>
                    <a:pt x="184074" y="101127"/>
                  </a:lnTo>
                  <a:cubicBezTo>
                    <a:pt x="188690" y="103692"/>
                    <a:pt x="189716" y="109333"/>
                    <a:pt x="187151" y="113436"/>
                  </a:cubicBezTo>
                  <a:cubicBezTo>
                    <a:pt x="186126" y="116514"/>
                    <a:pt x="183049" y="118052"/>
                    <a:pt x="179971" y="11805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2764"/>
            <p:cNvSpPr/>
            <p:nvPr/>
          </p:nvSpPr>
          <p:spPr>
            <a:xfrm>
              <a:off x="7119888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2765"/>
            <p:cNvSpPr/>
            <p:nvPr/>
          </p:nvSpPr>
          <p:spPr>
            <a:xfrm>
              <a:off x="8227197" y="4700110"/>
              <a:ext cx="189763" cy="117961"/>
            </a:xfrm>
            <a:custGeom>
              <a:avLst/>
              <a:gdLst>
                <a:gd name="connsiteX0" fmla="*/ 179744 w 189762"/>
                <a:gd name="connsiteY0" fmla="*/ 118445 h 117960"/>
                <a:gd name="connsiteX1" fmla="*/ 175128 w 189762"/>
                <a:gd name="connsiteY1" fmla="*/ 116906 h 117960"/>
                <a:gd name="connsiteX2" fmla="*/ 8444 w 189762"/>
                <a:gd name="connsiteY2" fmla="*/ 20486 h 117960"/>
                <a:gd name="connsiteX3" fmla="*/ 4854 w 189762"/>
                <a:gd name="connsiteY3" fmla="*/ 8177 h 117960"/>
                <a:gd name="connsiteX4" fmla="*/ 17163 w 189762"/>
                <a:gd name="connsiteY4" fmla="*/ 5100 h 117960"/>
                <a:gd name="connsiteX5" fmla="*/ 183846 w 189762"/>
                <a:gd name="connsiteY5" fmla="*/ 101007 h 117960"/>
                <a:gd name="connsiteX6" fmla="*/ 186924 w 189762"/>
                <a:gd name="connsiteY6" fmla="*/ 113316 h 117960"/>
                <a:gd name="connsiteX7" fmla="*/ 179744 w 189762"/>
                <a:gd name="connsiteY7" fmla="*/ 118445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744" y="118445"/>
                  </a:moveTo>
                  <a:cubicBezTo>
                    <a:pt x="178205" y="118445"/>
                    <a:pt x="176666" y="117932"/>
                    <a:pt x="175128" y="116906"/>
                  </a:cubicBezTo>
                  <a:lnTo>
                    <a:pt x="8444" y="20486"/>
                  </a:lnTo>
                  <a:cubicBezTo>
                    <a:pt x="3828" y="17922"/>
                    <a:pt x="2803" y="12280"/>
                    <a:pt x="4854" y="8177"/>
                  </a:cubicBezTo>
                  <a:cubicBezTo>
                    <a:pt x="7418" y="4074"/>
                    <a:pt x="13060" y="2536"/>
                    <a:pt x="17163" y="5100"/>
                  </a:cubicBezTo>
                  <a:lnTo>
                    <a:pt x="183846" y="101007"/>
                  </a:lnTo>
                  <a:cubicBezTo>
                    <a:pt x="188462" y="103572"/>
                    <a:pt x="189488" y="109213"/>
                    <a:pt x="186924" y="113316"/>
                  </a:cubicBezTo>
                  <a:cubicBezTo>
                    <a:pt x="185898" y="116906"/>
                    <a:pt x="182821" y="118445"/>
                    <a:pt x="179744" y="1184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2766"/>
            <p:cNvSpPr/>
            <p:nvPr/>
          </p:nvSpPr>
          <p:spPr>
            <a:xfrm>
              <a:off x="8292827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2767"/>
            <p:cNvSpPr/>
            <p:nvPr/>
          </p:nvSpPr>
          <p:spPr>
            <a:xfrm>
              <a:off x="8227482" y="4113897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074 w 189762"/>
                <a:gd name="connsiteY5" fmla="*/ 20486 h 117960"/>
                <a:gd name="connsiteX6" fmla="*/ 17391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458" y="2536"/>
                    <a:pt x="185100" y="4074"/>
                    <a:pt x="187664" y="8177"/>
                  </a:cubicBezTo>
                  <a:cubicBezTo>
                    <a:pt x="190229" y="12793"/>
                    <a:pt x="188690" y="17922"/>
                    <a:pt x="184074" y="20486"/>
                  </a:cubicBezTo>
                  <a:lnTo>
                    <a:pt x="17391" y="116906"/>
                  </a:lnTo>
                  <a:cubicBezTo>
                    <a:pt x="15852" y="117932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2768"/>
            <p:cNvSpPr/>
            <p:nvPr/>
          </p:nvSpPr>
          <p:spPr>
            <a:xfrm>
              <a:off x="8047446" y="3864375"/>
              <a:ext cx="117961" cy="189763"/>
            </a:xfrm>
            <a:custGeom>
              <a:avLst/>
              <a:gdLst>
                <a:gd name="connsiteX0" fmla="*/ 12793 w 117960"/>
                <a:gd name="connsiteY0" fmla="*/ 188462 h 189762"/>
                <a:gd name="connsiteX1" fmla="*/ 8178 w 117960"/>
                <a:gd name="connsiteY1" fmla="*/ 187437 h 189762"/>
                <a:gd name="connsiteX2" fmla="*/ 5100 w 117960"/>
                <a:gd name="connsiteY2" fmla="*/ 175128 h 189762"/>
                <a:gd name="connsiteX3" fmla="*/ 101520 w 117960"/>
                <a:gd name="connsiteY3" fmla="*/ 8444 h 189762"/>
                <a:gd name="connsiteX4" fmla="*/ 113829 w 117960"/>
                <a:gd name="connsiteY4" fmla="*/ 4854 h 189762"/>
                <a:gd name="connsiteX5" fmla="*/ 116906 w 117960"/>
                <a:gd name="connsiteY5" fmla="*/ 17163 h 189762"/>
                <a:gd name="connsiteX6" fmla="*/ 20999 w 117960"/>
                <a:gd name="connsiteY6" fmla="*/ 183846 h 189762"/>
                <a:gd name="connsiteX7" fmla="*/ 12793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2793" y="188462"/>
                  </a:moveTo>
                  <a:cubicBezTo>
                    <a:pt x="11255" y="188462"/>
                    <a:pt x="9716" y="187949"/>
                    <a:pt x="8178" y="187437"/>
                  </a:cubicBezTo>
                  <a:cubicBezTo>
                    <a:pt x="4074" y="184872"/>
                    <a:pt x="2536" y="179231"/>
                    <a:pt x="5100" y="175128"/>
                  </a:cubicBezTo>
                  <a:lnTo>
                    <a:pt x="101520" y="8444"/>
                  </a:lnTo>
                  <a:cubicBezTo>
                    <a:pt x="104084" y="3828"/>
                    <a:pt x="109726" y="2803"/>
                    <a:pt x="113829" y="4854"/>
                  </a:cubicBezTo>
                  <a:cubicBezTo>
                    <a:pt x="118445" y="7418"/>
                    <a:pt x="119471" y="13060"/>
                    <a:pt x="116906" y="17163"/>
                  </a:cubicBezTo>
                  <a:lnTo>
                    <a:pt x="20999" y="183846"/>
                  </a:lnTo>
                  <a:cubicBezTo>
                    <a:pt x="19461" y="186411"/>
                    <a:pt x="16383" y="188462"/>
                    <a:pt x="12793" y="1884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2770"/>
            <p:cNvSpPr/>
            <p:nvPr/>
          </p:nvSpPr>
          <p:spPr>
            <a:xfrm>
              <a:off x="8373440" y="4804031"/>
              <a:ext cx="1179606" cy="943685"/>
            </a:xfrm>
            <a:custGeom>
              <a:avLst/>
              <a:gdLst>
                <a:gd name="connsiteX0" fmla="*/ 1014112 w 1179605"/>
                <a:gd name="connsiteY0" fmla="*/ 927950 h 943684"/>
                <a:gd name="connsiteX1" fmla="*/ 993084 w 1179605"/>
                <a:gd name="connsiteY1" fmla="*/ 940772 h 943684"/>
                <a:gd name="connsiteX2" fmla="*/ 17089 w 1179605"/>
                <a:gd name="connsiteY2" fmla="*/ 693567 h 943684"/>
                <a:gd name="connsiteX3" fmla="*/ 4267 w 1179605"/>
                <a:gd name="connsiteY3" fmla="*/ 672540 h 943684"/>
                <a:gd name="connsiteX4" fmla="*/ 170438 w 1179605"/>
                <a:gd name="connsiteY4" fmla="*/ 17089 h 943684"/>
                <a:gd name="connsiteX5" fmla="*/ 191465 w 1179605"/>
                <a:gd name="connsiteY5" fmla="*/ 4267 h 943684"/>
                <a:gd name="connsiteX6" fmla="*/ 1167461 w 1179605"/>
                <a:gd name="connsiteY6" fmla="*/ 251471 h 943684"/>
                <a:gd name="connsiteX7" fmla="*/ 1180283 w 1179605"/>
                <a:gd name="connsiteY7" fmla="*/ 272499 h 943684"/>
                <a:gd name="connsiteX8" fmla="*/ 1014112 w 1179605"/>
                <a:gd name="connsiteY8" fmla="*/ 927950 h 943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5" h="943684">
                  <a:moveTo>
                    <a:pt x="1014112" y="927950"/>
                  </a:moveTo>
                  <a:cubicBezTo>
                    <a:pt x="1011548" y="937182"/>
                    <a:pt x="1002316" y="942823"/>
                    <a:pt x="993084" y="940772"/>
                  </a:cubicBezTo>
                  <a:lnTo>
                    <a:pt x="17089" y="693567"/>
                  </a:lnTo>
                  <a:cubicBezTo>
                    <a:pt x="7857" y="691003"/>
                    <a:pt x="2216" y="681771"/>
                    <a:pt x="4267" y="672540"/>
                  </a:cubicBezTo>
                  <a:lnTo>
                    <a:pt x="170438" y="17089"/>
                  </a:lnTo>
                  <a:cubicBezTo>
                    <a:pt x="173002" y="7857"/>
                    <a:pt x="182234" y="2216"/>
                    <a:pt x="191465" y="4267"/>
                  </a:cubicBezTo>
                  <a:lnTo>
                    <a:pt x="1167461" y="251471"/>
                  </a:lnTo>
                  <a:cubicBezTo>
                    <a:pt x="1176693" y="254036"/>
                    <a:pt x="1182334" y="263268"/>
                    <a:pt x="1180283" y="272499"/>
                  </a:cubicBezTo>
                  <a:lnTo>
                    <a:pt x="1014112" y="927950"/>
                  </a:lnTo>
                  <a:close/>
                </a:path>
              </a:pathLst>
            </a:custGeom>
            <a:solidFill>
              <a:srgbClr val="C628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2771"/>
            <p:cNvSpPr/>
            <p:nvPr/>
          </p:nvSpPr>
          <p:spPr>
            <a:xfrm>
              <a:off x="8417827" y="5422813"/>
              <a:ext cx="948813" cy="282080"/>
            </a:xfrm>
            <a:custGeom>
              <a:avLst/>
              <a:gdLst>
                <a:gd name="connsiteX0" fmla="*/ 4673 w 948813"/>
                <a:gd name="connsiteY0" fmla="*/ 46436 h 282079"/>
                <a:gd name="connsiteX1" fmla="*/ 15250 w 948813"/>
                <a:gd name="connsiteY1" fmla="*/ 4673 h 282079"/>
                <a:gd name="connsiteX2" fmla="*/ 945470 w 948813"/>
                <a:gd name="connsiteY2" fmla="*/ 240251 h 282079"/>
                <a:gd name="connsiteX3" fmla="*/ 934894 w 948813"/>
                <a:gd name="connsiteY3" fmla="*/ 282014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813" h="282079">
                  <a:moveTo>
                    <a:pt x="4673" y="46436"/>
                  </a:moveTo>
                  <a:lnTo>
                    <a:pt x="15250" y="4673"/>
                  </a:lnTo>
                  <a:lnTo>
                    <a:pt x="945470" y="240251"/>
                  </a:lnTo>
                  <a:lnTo>
                    <a:pt x="934894" y="282014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2772"/>
            <p:cNvSpPr/>
            <p:nvPr/>
          </p:nvSpPr>
          <p:spPr>
            <a:xfrm>
              <a:off x="8883142" y="4924151"/>
              <a:ext cx="641090" cy="743665"/>
            </a:xfrm>
            <a:custGeom>
              <a:avLst/>
              <a:gdLst>
                <a:gd name="connsiteX0" fmla="*/ 3847 w 641090"/>
                <a:gd name="connsiteY0" fmla="*/ 662687 h 743664"/>
                <a:gd name="connsiteX1" fmla="*/ 158734 w 641090"/>
                <a:gd name="connsiteY1" fmla="*/ 51343 h 743664"/>
                <a:gd name="connsiteX2" fmla="*/ 159760 w 641090"/>
                <a:gd name="connsiteY2" fmla="*/ 49804 h 743664"/>
                <a:gd name="connsiteX3" fmla="*/ 160785 w 641090"/>
                <a:gd name="connsiteY3" fmla="*/ 44676 h 743664"/>
                <a:gd name="connsiteX4" fmla="*/ 233100 w 641090"/>
                <a:gd name="connsiteY4" fmla="*/ 5697 h 743664"/>
                <a:gd name="connsiteX5" fmla="*/ 639295 w 641090"/>
                <a:gd name="connsiteY5" fmla="*/ 108785 h 743664"/>
                <a:gd name="connsiteX6" fmla="*/ 478253 w 641090"/>
                <a:gd name="connsiteY6" fmla="*/ 744746 h 743664"/>
                <a:gd name="connsiteX7" fmla="*/ 72059 w 641090"/>
                <a:gd name="connsiteY7" fmla="*/ 641659 h 743664"/>
                <a:gd name="connsiteX8" fmla="*/ 3847 w 641090"/>
                <a:gd name="connsiteY8" fmla="*/ 662687 h 74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1090" h="743664">
                  <a:moveTo>
                    <a:pt x="3847" y="662687"/>
                  </a:moveTo>
                  <a:lnTo>
                    <a:pt x="158734" y="51343"/>
                  </a:lnTo>
                  <a:cubicBezTo>
                    <a:pt x="159247" y="50830"/>
                    <a:pt x="159760" y="50317"/>
                    <a:pt x="159760" y="49804"/>
                  </a:cubicBezTo>
                  <a:cubicBezTo>
                    <a:pt x="160273" y="48266"/>
                    <a:pt x="160273" y="46214"/>
                    <a:pt x="160785" y="44676"/>
                  </a:cubicBezTo>
                  <a:cubicBezTo>
                    <a:pt x="171043" y="14929"/>
                    <a:pt x="202328" y="-1996"/>
                    <a:pt x="233100" y="5697"/>
                  </a:cubicBezTo>
                  <a:lnTo>
                    <a:pt x="639295" y="108785"/>
                  </a:lnTo>
                  <a:lnTo>
                    <a:pt x="478253" y="744746"/>
                  </a:lnTo>
                  <a:lnTo>
                    <a:pt x="72059" y="641659"/>
                  </a:lnTo>
                  <a:cubicBezTo>
                    <a:pt x="46415" y="635504"/>
                    <a:pt x="20258" y="644223"/>
                    <a:pt x="3847" y="6626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2773"/>
            <p:cNvSpPr/>
            <p:nvPr/>
          </p:nvSpPr>
          <p:spPr>
            <a:xfrm>
              <a:off x="8427712" y="4792655"/>
              <a:ext cx="620575" cy="794952"/>
            </a:xfrm>
            <a:custGeom>
              <a:avLst/>
              <a:gdLst>
                <a:gd name="connsiteX0" fmla="*/ 459790 w 620575"/>
                <a:gd name="connsiteY0" fmla="*/ 794183 h 794951"/>
                <a:gd name="connsiteX1" fmla="*/ 614677 w 620575"/>
                <a:gd name="connsiteY1" fmla="*/ 182839 h 794951"/>
                <a:gd name="connsiteX2" fmla="*/ 614677 w 620575"/>
                <a:gd name="connsiteY2" fmla="*/ 180787 h 794951"/>
                <a:gd name="connsiteX3" fmla="*/ 616216 w 620575"/>
                <a:gd name="connsiteY3" fmla="*/ 175659 h 794951"/>
                <a:gd name="connsiteX4" fmla="*/ 571083 w 620575"/>
                <a:gd name="connsiteY4" fmla="*/ 106934 h 794951"/>
                <a:gd name="connsiteX5" fmla="*/ 164888 w 620575"/>
                <a:gd name="connsiteY5" fmla="*/ 3847 h 794951"/>
                <a:gd name="connsiteX6" fmla="*/ 3847 w 620575"/>
                <a:gd name="connsiteY6" fmla="*/ 640321 h 794951"/>
                <a:gd name="connsiteX7" fmla="*/ 410041 w 620575"/>
                <a:gd name="connsiteY7" fmla="*/ 743408 h 794951"/>
                <a:gd name="connsiteX8" fmla="*/ 459790 w 620575"/>
                <a:gd name="connsiteY8" fmla="*/ 794183 h 79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0575" h="794951">
                  <a:moveTo>
                    <a:pt x="459790" y="794183"/>
                  </a:moveTo>
                  <a:lnTo>
                    <a:pt x="614677" y="182839"/>
                  </a:lnTo>
                  <a:cubicBezTo>
                    <a:pt x="614677" y="182326"/>
                    <a:pt x="614677" y="181813"/>
                    <a:pt x="614677" y="180787"/>
                  </a:cubicBezTo>
                  <a:cubicBezTo>
                    <a:pt x="615190" y="179249"/>
                    <a:pt x="615703" y="177710"/>
                    <a:pt x="616216" y="175659"/>
                  </a:cubicBezTo>
                  <a:cubicBezTo>
                    <a:pt x="621344" y="144886"/>
                    <a:pt x="601856" y="114627"/>
                    <a:pt x="571083" y="106934"/>
                  </a:cubicBezTo>
                  <a:lnTo>
                    <a:pt x="164888" y="3847"/>
                  </a:lnTo>
                  <a:lnTo>
                    <a:pt x="3847" y="640321"/>
                  </a:lnTo>
                  <a:lnTo>
                    <a:pt x="410041" y="743408"/>
                  </a:lnTo>
                  <a:cubicBezTo>
                    <a:pt x="435172" y="750076"/>
                    <a:pt x="453635" y="770590"/>
                    <a:pt x="459790" y="79418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2774"/>
            <p:cNvSpPr/>
            <p:nvPr/>
          </p:nvSpPr>
          <p:spPr>
            <a:xfrm>
              <a:off x="8858524" y="4908564"/>
              <a:ext cx="189763" cy="682120"/>
            </a:xfrm>
            <a:custGeom>
              <a:avLst/>
              <a:gdLst>
                <a:gd name="connsiteX0" fmla="*/ 185403 w 189762"/>
                <a:gd name="connsiteY0" fmla="*/ 60262 h 682119"/>
                <a:gd name="connsiteX1" fmla="*/ 164888 w 189762"/>
                <a:gd name="connsiteY1" fmla="*/ 3847 h 682119"/>
                <a:gd name="connsiteX2" fmla="*/ 3847 w 189762"/>
                <a:gd name="connsiteY2" fmla="*/ 639808 h 682119"/>
                <a:gd name="connsiteX3" fmla="*/ 29490 w 189762"/>
                <a:gd name="connsiteY3" fmla="*/ 678786 h 682119"/>
                <a:gd name="connsiteX4" fmla="*/ 184378 w 189762"/>
                <a:gd name="connsiteY4" fmla="*/ 67443 h 682119"/>
                <a:gd name="connsiteX5" fmla="*/ 184378 w 189762"/>
                <a:gd name="connsiteY5" fmla="*/ 65391 h 682119"/>
                <a:gd name="connsiteX6" fmla="*/ 185403 w 189762"/>
                <a:gd name="connsiteY6" fmla="*/ 60262 h 68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762" h="682119">
                  <a:moveTo>
                    <a:pt x="185403" y="60262"/>
                  </a:moveTo>
                  <a:cubicBezTo>
                    <a:pt x="188994" y="38722"/>
                    <a:pt x="180787" y="17694"/>
                    <a:pt x="164888" y="3847"/>
                  </a:cubicBezTo>
                  <a:lnTo>
                    <a:pt x="3847" y="639808"/>
                  </a:lnTo>
                  <a:cubicBezTo>
                    <a:pt x="16668" y="649553"/>
                    <a:pt x="25388" y="663400"/>
                    <a:pt x="29490" y="678786"/>
                  </a:cubicBezTo>
                  <a:lnTo>
                    <a:pt x="184378" y="67443"/>
                  </a:lnTo>
                  <a:cubicBezTo>
                    <a:pt x="184378" y="66930"/>
                    <a:pt x="184378" y="66417"/>
                    <a:pt x="184378" y="65391"/>
                  </a:cubicBezTo>
                  <a:cubicBezTo>
                    <a:pt x="183865" y="63340"/>
                    <a:pt x="184378" y="61801"/>
                    <a:pt x="185403" y="60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2775"/>
            <p:cNvSpPr/>
            <p:nvPr/>
          </p:nvSpPr>
          <p:spPr>
            <a:xfrm>
              <a:off x="9078034" y="503729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2776"/>
            <p:cNvSpPr/>
            <p:nvPr/>
          </p:nvSpPr>
          <p:spPr>
            <a:xfrm>
              <a:off x="9058032" y="5116790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2777"/>
            <p:cNvSpPr/>
            <p:nvPr/>
          </p:nvSpPr>
          <p:spPr>
            <a:xfrm>
              <a:off x="9037217" y="5196403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2778"/>
            <p:cNvSpPr/>
            <p:nvPr/>
          </p:nvSpPr>
          <p:spPr>
            <a:xfrm>
              <a:off x="9017515" y="5276806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2779"/>
            <p:cNvSpPr/>
            <p:nvPr/>
          </p:nvSpPr>
          <p:spPr>
            <a:xfrm>
              <a:off x="8996309" y="5356077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2780"/>
            <p:cNvSpPr/>
            <p:nvPr/>
          </p:nvSpPr>
          <p:spPr>
            <a:xfrm>
              <a:off x="8976192" y="5435780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2781"/>
            <p:cNvSpPr/>
            <p:nvPr/>
          </p:nvSpPr>
          <p:spPr>
            <a:xfrm>
              <a:off x="8613372" y="491933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2782"/>
            <p:cNvSpPr/>
            <p:nvPr/>
          </p:nvSpPr>
          <p:spPr>
            <a:xfrm>
              <a:off x="8593370" y="4999343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5900 h 112831"/>
                <a:gd name="connsiteX2" fmla="*/ 8975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5900"/>
                  </a:lnTo>
                  <a:lnTo>
                    <a:pt x="8975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2783"/>
            <p:cNvSpPr/>
            <p:nvPr/>
          </p:nvSpPr>
          <p:spPr>
            <a:xfrm>
              <a:off x="8572855" y="5079351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2784"/>
            <p:cNvSpPr/>
            <p:nvPr/>
          </p:nvSpPr>
          <p:spPr>
            <a:xfrm>
              <a:off x="8552853" y="5158846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6413 h 112831"/>
                <a:gd name="connsiteX2" fmla="*/ 9488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6413"/>
                  </a:lnTo>
                  <a:lnTo>
                    <a:pt x="9488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2785"/>
            <p:cNvSpPr/>
            <p:nvPr/>
          </p:nvSpPr>
          <p:spPr>
            <a:xfrm>
              <a:off x="8532338" y="5238854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2786"/>
            <p:cNvSpPr/>
            <p:nvPr/>
          </p:nvSpPr>
          <p:spPr>
            <a:xfrm>
              <a:off x="8512336" y="5318862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113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113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2787"/>
            <p:cNvSpPr/>
            <p:nvPr/>
          </p:nvSpPr>
          <p:spPr>
            <a:xfrm>
              <a:off x="9677581" y="5199876"/>
              <a:ext cx="230792" cy="302595"/>
            </a:xfrm>
            <a:custGeom>
              <a:avLst/>
              <a:gdLst>
                <a:gd name="connsiteX0" fmla="*/ 222843 w 230792"/>
                <a:gd name="connsiteY0" fmla="*/ 298748 h 302594"/>
                <a:gd name="connsiteX1" fmla="*/ 215662 w 230792"/>
                <a:gd name="connsiteY1" fmla="*/ 291568 h 302594"/>
                <a:gd name="connsiteX2" fmla="*/ 215662 w 230792"/>
                <a:gd name="connsiteY2" fmla="*/ 63853 h 302594"/>
                <a:gd name="connsiteX3" fmla="*/ 214637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843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843" y="298748"/>
                  </a:moveTo>
                  <a:cubicBezTo>
                    <a:pt x="218740" y="298748"/>
                    <a:pt x="215662" y="295671"/>
                    <a:pt x="215662" y="291568"/>
                  </a:cubicBezTo>
                  <a:lnTo>
                    <a:pt x="215662" y="63853"/>
                  </a:lnTo>
                  <a:cubicBezTo>
                    <a:pt x="215662" y="62827"/>
                    <a:pt x="215150" y="62314"/>
                    <a:pt x="214637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30023" y="295158"/>
                    <a:pt x="226946" y="298748"/>
                    <a:pt x="222843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2788"/>
            <p:cNvSpPr/>
            <p:nvPr/>
          </p:nvSpPr>
          <p:spPr>
            <a:xfrm>
              <a:off x="9702712" y="5175258"/>
              <a:ext cx="230792" cy="302595"/>
            </a:xfrm>
            <a:custGeom>
              <a:avLst/>
              <a:gdLst>
                <a:gd name="connsiteX0" fmla="*/ 222330 w 230792"/>
                <a:gd name="connsiteY0" fmla="*/ 298748 h 302594"/>
                <a:gd name="connsiteX1" fmla="*/ 215150 w 230792"/>
                <a:gd name="connsiteY1" fmla="*/ 291568 h 302594"/>
                <a:gd name="connsiteX2" fmla="*/ 215150 w 230792"/>
                <a:gd name="connsiteY2" fmla="*/ 63853 h 302594"/>
                <a:gd name="connsiteX3" fmla="*/ 214124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6 w 230792"/>
                <a:gd name="connsiteY6" fmla="*/ 18207 h 302594"/>
                <a:gd name="connsiteX7" fmla="*/ 3847 w 230792"/>
                <a:gd name="connsiteY7" fmla="*/ 11027 h 302594"/>
                <a:gd name="connsiteX8" fmla="*/ 11026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330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8748"/>
                  </a:moveTo>
                  <a:cubicBezTo>
                    <a:pt x="218227" y="298748"/>
                    <a:pt x="215150" y="295671"/>
                    <a:pt x="215150" y="291568"/>
                  </a:cubicBezTo>
                  <a:lnTo>
                    <a:pt x="215150" y="63853"/>
                  </a:lnTo>
                  <a:cubicBezTo>
                    <a:pt x="215150" y="62827"/>
                    <a:pt x="214637" y="62314"/>
                    <a:pt x="214124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6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6" y="3847"/>
                  </a:cubicBezTo>
                  <a:lnTo>
                    <a:pt x="169504" y="3847"/>
                  </a:lnTo>
                  <a:cubicBezTo>
                    <a:pt x="174120" y="3847"/>
                    <a:pt x="178223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29510" y="295671"/>
                    <a:pt x="226433" y="298748"/>
                    <a:pt x="222330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2789"/>
            <p:cNvSpPr/>
            <p:nvPr/>
          </p:nvSpPr>
          <p:spPr>
            <a:xfrm>
              <a:off x="9727330" y="5150127"/>
              <a:ext cx="230792" cy="302595"/>
            </a:xfrm>
            <a:custGeom>
              <a:avLst/>
              <a:gdLst>
                <a:gd name="connsiteX0" fmla="*/ 222330 w 230792"/>
                <a:gd name="connsiteY0" fmla="*/ 299261 h 302594"/>
                <a:gd name="connsiteX1" fmla="*/ 215150 w 230792"/>
                <a:gd name="connsiteY1" fmla="*/ 292081 h 302594"/>
                <a:gd name="connsiteX2" fmla="*/ 215150 w 230792"/>
                <a:gd name="connsiteY2" fmla="*/ 64365 h 302594"/>
                <a:gd name="connsiteX3" fmla="*/ 214124 w 230792"/>
                <a:gd name="connsiteY3" fmla="*/ 62314 h 302594"/>
                <a:gd name="connsiteX4" fmla="*/ 171556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4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2 h 302594"/>
                <a:gd name="connsiteX13" fmla="*/ 229510 w 230792"/>
                <a:gd name="connsiteY13" fmla="*/ 291568 h 302594"/>
                <a:gd name="connsiteX14" fmla="*/ 222330 w 230792"/>
                <a:gd name="connsiteY14" fmla="*/ 299261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9261"/>
                  </a:moveTo>
                  <a:cubicBezTo>
                    <a:pt x="218227" y="299261"/>
                    <a:pt x="215150" y="296184"/>
                    <a:pt x="215150" y="292081"/>
                  </a:cubicBezTo>
                  <a:lnTo>
                    <a:pt x="215150" y="64365"/>
                  </a:lnTo>
                  <a:cubicBezTo>
                    <a:pt x="215150" y="63340"/>
                    <a:pt x="214637" y="62827"/>
                    <a:pt x="214124" y="62314"/>
                  </a:cubicBezTo>
                  <a:lnTo>
                    <a:pt x="171556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4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2"/>
                  </a:cubicBezTo>
                  <a:lnTo>
                    <a:pt x="229510" y="291568"/>
                  </a:lnTo>
                  <a:cubicBezTo>
                    <a:pt x="229510" y="296184"/>
                    <a:pt x="226433" y="299261"/>
                    <a:pt x="222330" y="299261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2794"/>
            <p:cNvSpPr/>
            <p:nvPr/>
          </p:nvSpPr>
          <p:spPr>
            <a:xfrm>
              <a:off x="9819134" y="5223981"/>
              <a:ext cx="66673" cy="66673"/>
            </a:xfrm>
            <a:custGeom>
              <a:avLst/>
              <a:gdLst>
                <a:gd name="connsiteX0" fmla="*/ 59750 w 66673"/>
                <a:gd name="connsiteY0" fmla="*/ 63853 h 66673"/>
                <a:gd name="connsiteX1" fmla="*/ 18207 w 66673"/>
                <a:gd name="connsiteY1" fmla="*/ 63853 h 66673"/>
                <a:gd name="connsiteX2" fmla="*/ 3847 w 66673"/>
                <a:gd name="connsiteY2" fmla="*/ 49492 h 66673"/>
                <a:gd name="connsiteX3" fmla="*/ 3847 w 66673"/>
                <a:gd name="connsiteY3" fmla="*/ 7949 h 66673"/>
                <a:gd name="connsiteX4" fmla="*/ 7950 w 66673"/>
                <a:gd name="connsiteY4" fmla="*/ 3847 h 66673"/>
                <a:gd name="connsiteX5" fmla="*/ 12052 w 66673"/>
                <a:gd name="connsiteY5" fmla="*/ 7949 h 66673"/>
                <a:gd name="connsiteX6" fmla="*/ 12052 w 66673"/>
                <a:gd name="connsiteY6" fmla="*/ 49492 h 66673"/>
                <a:gd name="connsiteX7" fmla="*/ 18207 w 66673"/>
                <a:gd name="connsiteY7" fmla="*/ 55647 h 66673"/>
                <a:gd name="connsiteX8" fmla="*/ 59750 w 66673"/>
                <a:gd name="connsiteY8" fmla="*/ 55647 h 66673"/>
                <a:gd name="connsiteX9" fmla="*/ 63852 w 66673"/>
                <a:gd name="connsiteY9" fmla="*/ 59750 h 66673"/>
                <a:gd name="connsiteX10" fmla="*/ 59750 w 66673"/>
                <a:gd name="connsiteY10" fmla="*/ 6385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73" h="66673">
                  <a:moveTo>
                    <a:pt x="59750" y="63853"/>
                  </a:moveTo>
                  <a:lnTo>
                    <a:pt x="18207" y="63853"/>
                  </a:lnTo>
                  <a:cubicBezTo>
                    <a:pt x="10514" y="63853"/>
                    <a:pt x="3847" y="57698"/>
                    <a:pt x="3847" y="49492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49492"/>
                  </a:lnTo>
                  <a:cubicBezTo>
                    <a:pt x="12052" y="53082"/>
                    <a:pt x="14617" y="55647"/>
                    <a:pt x="18207" y="55647"/>
                  </a:cubicBezTo>
                  <a:lnTo>
                    <a:pt x="59750" y="55647"/>
                  </a:lnTo>
                  <a:cubicBezTo>
                    <a:pt x="61801" y="55647"/>
                    <a:pt x="63852" y="57698"/>
                    <a:pt x="63852" y="59750"/>
                  </a:cubicBezTo>
                  <a:cubicBezTo>
                    <a:pt x="63852" y="61801"/>
                    <a:pt x="62314" y="63853"/>
                    <a:pt x="59750" y="6385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2795"/>
            <p:cNvSpPr/>
            <p:nvPr/>
          </p:nvSpPr>
          <p:spPr>
            <a:xfrm>
              <a:off x="9833416" y="5229622"/>
              <a:ext cx="46158" cy="46158"/>
            </a:xfrm>
            <a:custGeom>
              <a:avLst/>
              <a:gdLst>
                <a:gd name="connsiteX0" fmla="*/ 8541 w 46158"/>
                <a:gd name="connsiteY0" fmla="*/ 44363 h 46158"/>
                <a:gd name="connsiteX1" fmla="*/ 44442 w 46158"/>
                <a:gd name="connsiteY1" fmla="*/ 44363 h 46158"/>
                <a:gd name="connsiteX2" fmla="*/ 3925 w 46158"/>
                <a:gd name="connsiteY2" fmla="*/ 3847 h 46158"/>
                <a:gd name="connsiteX3" fmla="*/ 3925 w 46158"/>
                <a:gd name="connsiteY3" fmla="*/ 39748 h 46158"/>
                <a:gd name="connsiteX4" fmla="*/ 8541 w 46158"/>
                <a:gd name="connsiteY4" fmla="*/ 44363 h 46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58" h="46158">
                  <a:moveTo>
                    <a:pt x="8541" y="44363"/>
                  </a:moveTo>
                  <a:lnTo>
                    <a:pt x="44442" y="44363"/>
                  </a:lnTo>
                  <a:lnTo>
                    <a:pt x="3925" y="3847"/>
                  </a:lnTo>
                  <a:lnTo>
                    <a:pt x="3925" y="39748"/>
                  </a:lnTo>
                  <a:cubicBezTo>
                    <a:pt x="3412" y="42312"/>
                    <a:pt x="5463" y="44363"/>
                    <a:pt x="8541" y="4436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2796"/>
            <p:cNvSpPr/>
            <p:nvPr/>
          </p:nvSpPr>
          <p:spPr>
            <a:xfrm>
              <a:off x="9656554" y="5225519"/>
              <a:ext cx="225664" cy="297466"/>
            </a:xfrm>
            <a:custGeom>
              <a:avLst/>
              <a:gdLst>
                <a:gd name="connsiteX0" fmla="*/ 185403 w 225663"/>
                <a:gd name="connsiteY0" fmla="*/ 59750 h 297465"/>
                <a:gd name="connsiteX1" fmla="*/ 168991 w 225663"/>
                <a:gd name="connsiteY1" fmla="*/ 43338 h 297465"/>
                <a:gd name="connsiteX2" fmla="*/ 168991 w 225663"/>
                <a:gd name="connsiteY2" fmla="*/ 3847 h 297465"/>
                <a:gd name="connsiteX3" fmla="*/ 14104 w 225663"/>
                <a:gd name="connsiteY3" fmla="*/ 3847 h 297465"/>
                <a:gd name="connsiteX4" fmla="*/ 3847 w 225663"/>
                <a:gd name="connsiteY4" fmla="*/ 14104 h 297465"/>
                <a:gd name="connsiteX5" fmla="*/ 3847 w 225663"/>
                <a:gd name="connsiteY5" fmla="*/ 284388 h 297465"/>
                <a:gd name="connsiteX6" fmla="*/ 14104 w 225663"/>
                <a:gd name="connsiteY6" fmla="*/ 294645 h 297465"/>
                <a:gd name="connsiteX7" fmla="*/ 215150 w 225663"/>
                <a:gd name="connsiteY7" fmla="*/ 294645 h 297465"/>
                <a:gd name="connsiteX8" fmla="*/ 225407 w 225663"/>
                <a:gd name="connsiteY8" fmla="*/ 284388 h 297465"/>
                <a:gd name="connsiteX9" fmla="*/ 225407 w 225663"/>
                <a:gd name="connsiteY9" fmla="*/ 59750 h 297465"/>
                <a:gd name="connsiteX10" fmla="*/ 185403 w 225663"/>
                <a:gd name="connsiteY10" fmla="*/ 59750 h 297465"/>
                <a:gd name="connsiteX11" fmla="*/ 30003 w 225663"/>
                <a:gd name="connsiteY11" fmla="*/ 41286 h 297465"/>
                <a:gd name="connsiteX12" fmla="*/ 150015 w 225663"/>
                <a:gd name="connsiteY12" fmla="*/ 41286 h 297465"/>
                <a:gd name="connsiteX13" fmla="*/ 154118 w 225663"/>
                <a:gd name="connsiteY13" fmla="*/ 45389 h 297465"/>
                <a:gd name="connsiteX14" fmla="*/ 150015 w 225663"/>
                <a:gd name="connsiteY14" fmla="*/ 49492 h 297465"/>
                <a:gd name="connsiteX15" fmla="*/ 30003 w 225663"/>
                <a:gd name="connsiteY15" fmla="*/ 49492 h 297465"/>
                <a:gd name="connsiteX16" fmla="*/ 25900 w 225663"/>
                <a:gd name="connsiteY16" fmla="*/ 45389 h 297465"/>
                <a:gd name="connsiteX17" fmla="*/ 30003 w 225663"/>
                <a:gd name="connsiteY17" fmla="*/ 41286 h 297465"/>
                <a:gd name="connsiteX18" fmla="*/ 198738 w 225663"/>
                <a:gd name="connsiteY18" fmla="*/ 243871 h 297465"/>
                <a:gd name="connsiteX19" fmla="*/ 30003 w 225663"/>
                <a:gd name="connsiteY19" fmla="*/ 243871 h 297465"/>
                <a:gd name="connsiteX20" fmla="*/ 25900 w 225663"/>
                <a:gd name="connsiteY20" fmla="*/ 239768 h 297465"/>
                <a:gd name="connsiteX21" fmla="*/ 30003 w 225663"/>
                <a:gd name="connsiteY21" fmla="*/ 235665 h 297465"/>
                <a:gd name="connsiteX22" fmla="*/ 198738 w 225663"/>
                <a:gd name="connsiteY22" fmla="*/ 235665 h 297465"/>
                <a:gd name="connsiteX23" fmla="*/ 202841 w 225663"/>
                <a:gd name="connsiteY23" fmla="*/ 239768 h 297465"/>
                <a:gd name="connsiteX24" fmla="*/ 198738 w 225663"/>
                <a:gd name="connsiteY24" fmla="*/ 243871 h 297465"/>
                <a:gd name="connsiteX25" fmla="*/ 198738 w 225663"/>
                <a:gd name="connsiteY25" fmla="*/ 211560 h 297465"/>
                <a:gd name="connsiteX26" fmla="*/ 30003 w 225663"/>
                <a:gd name="connsiteY26" fmla="*/ 211560 h 297465"/>
                <a:gd name="connsiteX27" fmla="*/ 25900 w 225663"/>
                <a:gd name="connsiteY27" fmla="*/ 207457 h 297465"/>
                <a:gd name="connsiteX28" fmla="*/ 30003 w 225663"/>
                <a:gd name="connsiteY28" fmla="*/ 203354 h 297465"/>
                <a:gd name="connsiteX29" fmla="*/ 198738 w 225663"/>
                <a:gd name="connsiteY29" fmla="*/ 203354 h 297465"/>
                <a:gd name="connsiteX30" fmla="*/ 202841 w 225663"/>
                <a:gd name="connsiteY30" fmla="*/ 207457 h 297465"/>
                <a:gd name="connsiteX31" fmla="*/ 198738 w 225663"/>
                <a:gd name="connsiteY31" fmla="*/ 211560 h 297465"/>
                <a:gd name="connsiteX32" fmla="*/ 198738 w 225663"/>
                <a:gd name="connsiteY32" fmla="*/ 179249 h 297465"/>
                <a:gd name="connsiteX33" fmla="*/ 30003 w 225663"/>
                <a:gd name="connsiteY33" fmla="*/ 179249 h 297465"/>
                <a:gd name="connsiteX34" fmla="*/ 25900 w 225663"/>
                <a:gd name="connsiteY34" fmla="*/ 175146 h 297465"/>
                <a:gd name="connsiteX35" fmla="*/ 30003 w 225663"/>
                <a:gd name="connsiteY35" fmla="*/ 171043 h 297465"/>
                <a:gd name="connsiteX36" fmla="*/ 198738 w 225663"/>
                <a:gd name="connsiteY36" fmla="*/ 171043 h 297465"/>
                <a:gd name="connsiteX37" fmla="*/ 202841 w 225663"/>
                <a:gd name="connsiteY37" fmla="*/ 175146 h 297465"/>
                <a:gd name="connsiteX38" fmla="*/ 198738 w 225663"/>
                <a:gd name="connsiteY38" fmla="*/ 179249 h 297465"/>
                <a:gd name="connsiteX39" fmla="*/ 198738 w 225663"/>
                <a:gd name="connsiteY39" fmla="*/ 146938 h 297465"/>
                <a:gd name="connsiteX40" fmla="*/ 30003 w 225663"/>
                <a:gd name="connsiteY40" fmla="*/ 146938 h 297465"/>
                <a:gd name="connsiteX41" fmla="*/ 25900 w 225663"/>
                <a:gd name="connsiteY41" fmla="*/ 142835 h 297465"/>
                <a:gd name="connsiteX42" fmla="*/ 30003 w 225663"/>
                <a:gd name="connsiteY42" fmla="*/ 138732 h 297465"/>
                <a:gd name="connsiteX43" fmla="*/ 198738 w 225663"/>
                <a:gd name="connsiteY43" fmla="*/ 138732 h 297465"/>
                <a:gd name="connsiteX44" fmla="*/ 202841 w 225663"/>
                <a:gd name="connsiteY44" fmla="*/ 142835 h 297465"/>
                <a:gd name="connsiteX45" fmla="*/ 198738 w 225663"/>
                <a:gd name="connsiteY45" fmla="*/ 146938 h 297465"/>
                <a:gd name="connsiteX46" fmla="*/ 198738 w 225663"/>
                <a:gd name="connsiteY46" fmla="*/ 114627 h 297465"/>
                <a:gd name="connsiteX47" fmla="*/ 30003 w 225663"/>
                <a:gd name="connsiteY47" fmla="*/ 114627 h 297465"/>
                <a:gd name="connsiteX48" fmla="*/ 25900 w 225663"/>
                <a:gd name="connsiteY48" fmla="*/ 110524 h 297465"/>
                <a:gd name="connsiteX49" fmla="*/ 30003 w 225663"/>
                <a:gd name="connsiteY49" fmla="*/ 106421 h 297465"/>
                <a:gd name="connsiteX50" fmla="*/ 198738 w 225663"/>
                <a:gd name="connsiteY50" fmla="*/ 106421 h 297465"/>
                <a:gd name="connsiteX51" fmla="*/ 202841 w 225663"/>
                <a:gd name="connsiteY51" fmla="*/ 110524 h 297465"/>
                <a:gd name="connsiteX52" fmla="*/ 198738 w 225663"/>
                <a:gd name="connsiteY52" fmla="*/ 114627 h 297465"/>
                <a:gd name="connsiteX53" fmla="*/ 198738 w 225663"/>
                <a:gd name="connsiteY53" fmla="*/ 82316 h 297465"/>
                <a:gd name="connsiteX54" fmla="*/ 30003 w 225663"/>
                <a:gd name="connsiteY54" fmla="*/ 82316 h 297465"/>
                <a:gd name="connsiteX55" fmla="*/ 25900 w 225663"/>
                <a:gd name="connsiteY55" fmla="*/ 78213 h 297465"/>
                <a:gd name="connsiteX56" fmla="*/ 30003 w 225663"/>
                <a:gd name="connsiteY56" fmla="*/ 74110 h 297465"/>
                <a:gd name="connsiteX57" fmla="*/ 198738 w 225663"/>
                <a:gd name="connsiteY57" fmla="*/ 74110 h 297465"/>
                <a:gd name="connsiteX58" fmla="*/ 202841 w 225663"/>
                <a:gd name="connsiteY58" fmla="*/ 78213 h 297465"/>
                <a:gd name="connsiteX59" fmla="*/ 198738 w 225663"/>
                <a:gd name="connsiteY59" fmla="*/ 82316 h 29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25663" h="297465">
                  <a:moveTo>
                    <a:pt x="185403" y="59750"/>
                  </a:moveTo>
                  <a:cubicBezTo>
                    <a:pt x="176171" y="59750"/>
                    <a:pt x="168991" y="52569"/>
                    <a:pt x="168991" y="43338"/>
                  </a:cubicBezTo>
                  <a:lnTo>
                    <a:pt x="168991" y="3847"/>
                  </a:lnTo>
                  <a:lnTo>
                    <a:pt x="14104" y="3847"/>
                  </a:lnTo>
                  <a:cubicBezTo>
                    <a:pt x="8462" y="3847"/>
                    <a:pt x="3847" y="8463"/>
                    <a:pt x="3847" y="14104"/>
                  </a:cubicBezTo>
                  <a:lnTo>
                    <a:pt x="3847" y="284388"/>
                  </a:lnTo>
                  <a:cubicBezTo>
                    <a:pt x="3847" y="290029"/>
                    <a:pt x="8462" y="294645"/>
                    <a:pt x="14104" y="294645"/>
                  </a:cubicBezTo>
                  <a:lnTo>
                    <a:pt x="215150" y="294645"/>
                  </a:lnTo>
                  <a:cubicBezTo>
                    <a:pt x="220791" y="294645"/>
                    <a:pt x="225407" y="290029"/>
                    <a:pt x="225407" y="284388"/>
                  </a:cubicBezTo>
                  <a:lnTo>
                    <a:pt x="225407" y="59750"/>
                  </a:lnTo>
                  <a:lnTo>
                    <a:pt x="185403" y="59750"/>
                  </a:lnTo>
                  <a:close/>
                  <a:moveTo>
                    <a:pt x="30003" y="41286"/>
                  </a:moveTo>
                  <a:lnTo>
                    <a:pt x="150015" y="41286"/>
                  </a:lnTo>
                  <a:cubicBezTo>
                    <a:pt x="152579" y="41286"/>
                    <a:pt x="154118" y="43338"/>
                    <a:pt x="154118" y="45389"/>
                  </a:cubicBezTo>
                  <a:cubicBezTo>
                    <a:pt x="154118" y="47954"/>
                    <a:pt x="152066" y="49492"/>
                    <a:pt x="150015" y="49492"/>
                  </a:cubicBezTo>
                  <a:lnTo>
                    <a:pt x="30003" y="49492"/>
                  </a:lnTo>
                  <a:cubicBezTo>
                    <a:pt x="27439" y="49492"/>
                    <a:pt x="25900" y="47441"/>
                    <a:pt x="25900" y="45389"/>
                  </a:cubicBezTo>
                  <a:cubicBezTo>
                    <a:pt x="25900" y="43338"/>
                    <a:pt x="27951" y="41286"/>
                    <a:pt x="30003" y="41286"/>
                  </a:cubicBezTo>
                  <a:close/>
                  <a:moveTo>
                    <a:pt x="198738" y="243871"/>
                  </a:moveTo>
                  <a:lnTo>
                    <a:pt x="30003" y="243871"/>
                  </a:lnTo>
                  <a:cubicBezTo>
                    <a:pt x="27439" y="243871"/>
                    <a:pt x="25900" y="241819"/>
                    <a:pt x="25900" y="239768"/>
                  </a:cubicBezTo>
                  <a:cubicBezTo>
                    <a:pt x="25900" y="237716"/>
                    <a:pt x="27951" y="235665"/>
                    <a:pt x="30003" y="235665"/>
                  </a:cubicBezTo>
                  <a:lnTo>
                    <a:pt x="198738" y="235665"/>
                  </a:lnTo>
                  <a:cubicBezTo>
                    <a:pt x="201302" y="235665"/>
                    <a:pt x="202841" y="237716"/>
                    <a:pt x="202841" y="239768"/>
                  </a:cubicBezTo>
                  <a:cubicBezTo>
                    <a:pt x="202841" y="241819"/>
                    <a:pt x="201302" y="243871"/>
                    <a:pt x="198738" y="243871"/>
                  </a:cubicBezTo>
                  <a:close/>
                  <a:moveTo>
                    <a:pt x="198738" y="211560"/>
                  </a:moveTo>
                  <a:lnTo>
                    <a:pt x="30003" y="211560"/>
                  </a:lnTo>
                  <a:cubicBezTo>
                    <a:pt x="27439" y="211560"/>
                    <a:pt x="25900" y="209508"/>
                    <a:pt x="25900" y="207457"/>
                  </a:cubicBezTo>
                  <a:cubicBezTo>
                    <a:pt x="25900" y="204892"/>
                    <a:pt x="27951" y="203354"/>
                    <a:pt x="30003" y="203354"/>
                  </a:cubicBezTo>
                  <a:lnTo>
                    <a:pt x="198738" y="203354"/>
                  </a:lnTo>
                  <a:cubicBezTo>
                    <a:pt x="201302" y="203354"/>
                    <a:pt x="202841" y="205405"/>
                    <a:pt x="202841" y="207457"/>
                  </a:cubicBezTo>
                  <a:cubicBezTo>
                    <a:pt x="203353" y="209508"/>
                    <a:pt x="201302" y="211560"/>
                    <a:pt x="198738" y="211560"/>
                  </a:cubicBezTo>
                  <a:close/>
                  <a:moveTo>
                    <a:pt x="198738" y="179249"/>
                  </a:moveTo>
                  <a:lnTo>
                    <a:pt x="30003" y="179249"/>
                  </a:lnTo>
                  <a:cubicBezTo>
                    <a:pt x="27439" y="179249"/>
                    <a:pt x="25900" y="177197"/>
                    <a:pt x="25900" y="175146"/>
                  </a:cubicBezTo>
                  <a:cubicBezTo>
                    <a:pt x="25900" y="172582"/>
                    <a:pt x="27951" y="171043"/>
                    <a:pt x="30003" y="171043"/>
                  </a:cubicBezTo>
                  <a:lnTo>
                    <a:pt x="198738" y="171043"/>
                  </a:lnTo>
                  <a:cubicBezTo>
                    <a:pt x="201302" y="171043"/>
                    <a:pt x="202841" y="173094"/>
                    <a:pt x="202841" y="175146"/>
                  </a:cubicBezTo>
                  <a:cubicBezTo>
                    <a:pt x="203353" y="177197"/>
                    <a:pt x="201302" y="179249"/>
                    <a:pt x="198738" y="179249"/>
                  </a:cubicBezTo>
                  <a:close/>
                  <a:moveTo>
                    <a:pt x="198738" y="146938"/>
                  </a:moveTo>
                  <a:lnTo>
                    <a:pt x="30003" y="146938"/>
                  </a:lnTo>
                  <a:cubicBezTo>
                    <a:pt x="27439" y="146938"/>
                    <a:pt x="25900" y="144886"/>
                    <a:pt x="25900" y="142835"/>
                  </a:cubicBezTo>
                  <a:cubicBezTo>
                    <a:pt x="25900" y="140271"/>
                    <a:pt x="27951" y="138732"/>
                    <a:pt x="30003" y="138732"/>
                  </a:cubicBezTo>
                  <a:lnTo>
                    <a:pt x="198738" y="138732"/>
                  </a:lnTo>
                  <a:cubicBezTo>
                    <a:pt x="201302" y="138732"/>
                    <a:pt x="202841" y="140783"/>
                    <a:pt x="202841" y="142835"/>
                  </a:cubicBezTo>
                  <a:cubicBezTo>
                    <a:pt x="203353" y="144886"/>
                    <a:pt x="201302" y="146938"/>
                    <a:pt x="198738" y="146938"/>
                  </a:cubicBezTo>
                  <a:close/>
                  <a:moveTo>
                    <a:pt x="198738" y="114627"/>
                  </a:moveTo>
                  <a:lnTo>
                    <a:pt x="30003" y="114627"/>
                  </a:lnTo>
                  <a:cubicBezTo>
                    <a:pt x="27439" y="114627"/>
                    <a:pt x="25900" y="112576"/>
                    <a:pt x="25900" y="110524"/>
                  </a:cubicBezTo>
                  <a:cubicBezTo>
                    <a:pt x="25900" y="107960"/>
                    <a:pt x="27951" y="106421"/>
                    <a:pt x="30003" y="106421"/>
                  </a:cubicBezTo>
                  <a:lnTo>
                    <a:pt x="198738" y="106421"/>
                  </a:lnTo>
                  <a:cubicBezTo>
                    <a:pt x="201302" y="106421"/>
                    <a:pt x="202841" y="108473"/>
                    <a:pt x="202841" y="110524"/>
                  </a:cubicBezTo>
                  <a:cubicBezTo>
                    <a:pt x="203353" y="112576"/>
                    <a:pt x="201302" y="114627"/>
                    <a:pt x="198738" y="114627"/>
                  </a:cubicBezTo>
                  <a:close/>
                  <a:moveTo>
                    <a:pt x="198738" y="82316"/>
                  </a:moveTo>
                  <a:lnTo>
                    <a:pt x="30003" y="82316"/>
                  </a:lnTo>
                  <a:cubicBezTo>
                    <a:pt x="27439" y="82316"/>
                    <a:pt x="25900" y="80265"/>
                    <a:pt x="25900" y="78213"/>
                  </a:cubicBezTo>
                  <a:cubicBezTo>
                    <a:pt x="25900" y="75649"/>
                    <a:pt x="27951" y="74110"/>
                    <a:pt x="30003" y="74110"/>
                  </a:cubicBezTo>
                  <a:lnTo>
                    <a:pt x="198738" y="74110"/>
                  </a:lnTo>
                  <a:cubicBezTo>
                    <a:pt x="201302" y="74110"/>
                    <a:pt x="202841" y="76162"/>
                    <a:pt x="202841" y="78213"/>
                  </a:cubicBezTo>
                  <a:cubicBezTo>
                    <a:pt x="203353" y="80265"/>
                    <a:pt x="201302" y="82316"/>
                    <a:pt x="198738" y="82316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2797"/>
            <p:cNvSpPr/>
            <p:nvPr/>
          </p:nvSpPr>
          <p:spPr>
            <a:xfrm>
              <a:off x="10233021" y="4964980"/>
              <a:ext cx="143604" cy="241050"/>
            </a:xfrm>
            <a:custGeom>
              <a:avLst/>
              <a:gdLst>
                <a:gd name="connsiteX0" fmla="*/ 142835 w 143604"/>
                <a:gd name="connsiteY0" fmla="*/ 142835 h 241049"/>
                <a:gd name="connsiteX1" fmla="*/ 142835 w 143604"/>
                <a:gd name="connsiteY1" fmla="*/ 3847 h 241049"/>
                <a:gd name="connsiteX2" fmla="*/ 142835 w 143604"/>
                <a:gd name="connsiteY2" fmla="*/ 3847 h 241049"/>
                <a:gd name="connsiteX3" fmla="*/ 3847 w 143604"/>
                <a:gd name="connsiteY3" fmla="*/ 142835 h 241049"/>
                <a:gd name="connsiteX4" fmla="*/ 44876 w 143604"/>
                <a:gd name="connsiteY4" fmla="*/ 241306 h 241049"/>
                <a:gd name="connsiteX5" fmla="*/ 142835 w 143604"/>
                <a:gd name="connsiteY5" fmla="*/ 142835 h 241049"/>
                <a:gd name="connsiteX6" fmla="*/ 142835 w 143604"/>
                <a:gd name="connsiteY6" fmla="*/ 14283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604" h="241049">
                  <a:moveTo>
                    <a:pt x="142835" y="142835"/>
                  </a:moveTo>
                  <a:lnTo>
                    <a:pt x="142835" y="3847"/>
                  </a:lnTo>
                  <a:lnTo>
                    <a:pt x="142835" y="3847"/>
                  </a:lnTo>
                  <a:cubicBezTo>
                    <a:pt x="65905" y="3847"/>
                    <a:pt x="3847" y="65904"/>
                    <a:pt x="3847" y="142835"/>
                  </a:cubicBezTo>
                  <a:cubicBezTo>
                    <a:pt x="3847" y="181300"/>
                    <a:pt x="19233" y="216176"/>
                    <a:pt x="44876" y="241306"/>
                  </a:cubicBezTo>
                  <a:lnTo>
                    <a:pt x="142835" y="142835"/>
                  </a:lnTo>
                  <a:lnTo>
                    <a:pt x="142835" y="142835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2798"/>
            <p:cNvSpPr/>
            <p:nvPr/>
          </p:nvSpPr>
          <p:spPr>
            <a:xfrm>
              <a:off x="10285335" y="5120893"/>
              <a:ext cx="241050" cy="143604"/>
            </a:xfrm>
            <a:custGeom>
              <a:avLst/>
              <a:gdLst>
                <a:gd name="connsiteX0" fmla="*/ 3847 w 241049"/>
                <a:gd name="connsiteY0" fmla="*/ 102318 h 143604"/>
                <a:gd name="connsiteX1" fmla="*/ 101805 w 241049"/>
                <a:gd name="connsiteY1" fmla="*/ 142835 h 143604"/>
                <a:gd name="connsiteX2" fmla="*/ 240793 w 241049"/>
                <a:gd name="connsiteY2" fmla="*/ 3847 h 143604"/>
                <a:gd name="connsiteX3" fmla="*/ 101805 w 241049"/>
                <a:gd name="connsiteY3" fmla="*/ 3847 h 143604"/>
                <a:gd name="connsiteX4" fmla="*/ 3847 w 241049"/>
                <a:gd name="connsiteY4" fmla="*/ 102318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49" h="143604">
                  <a:moveTo>
                    <a:pt x="3847" y="102318"/>
                  </a:moveTo>
                  <a:cubicBezTo>
                    <a:pt x="28977" y="127449"/>
                    <a:pt x="63852" y="142835"/>
                    <a:pt x="101805" y="142835"/>
                  </a:cubicBezTo>
                  <a:cubicBezTo>
                    <a:pt x="178736" y="142835"/>
                    <a:pt x="240793" y="80777"/>
                    <a:pt x="240793" y="3847"/>
                  </a:cubicBezTo>
                  <a:lnTo>
                    <a:pt x="101805" y="3847"/>
                  </a:lnTo>
                  <a:lnTo>
                    <a:pt x="3847" y="102318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2799"/>
            <p:cNvSpPr/>
            <p:nvPr/>
          </p:nvSpPr>
          <p:spPr>
            <a:xfrm>
              <a:off x="10390474" y="4964980"/>
              <a:ext cx="143604" cy="143604"/>
            </a:xfrm>
            <a:custGeom>
              <a:avLst/>
              <a:gdLst>
                <a:gd name="connsiteX0" fmla="*/ 3847 w 143604"/>
                <a:gd name="connsiteY0" fmla="*/ 3847 h 143604"/>
                <a:gd name="connsiteX1" fmla="*/ 3847 w 143604"/>
                <a:gd name="connsiteY1" fmla="*/ 142835 h 143604"/>
                <a:gd name="connsiteX2" fmla="*/ 142835 w 143604"/>
                <a:gd name="connsiteY2" fmla="*/ 142835 h 143604"/>
                <a:gd name="connsiteX3" fmla="*/ 142835 w 143604"/>
                <a:gd name="connsiteY3" fmla="*/ 142835 h 143604"/>
                <a:gd name="connsiteX4" fmla="*/ 3847 w 143604"/>
                <a:gd name="connsiteY4" fmla="*/ 3847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604" h="143604">
                  <a:moveTo>
                    <a:pt x="3847" y="3847"/>
                  </a:moveTo>
                  <a:lnTo>
                    <a:pt x="3847" y="142835"/>
                  </a:lnTo>
                  <a:lnTo>
                    <a:pt x="142835" y="142835"/>
                  </a:lnTo>
                  <a:lnTo>
                    <a:pt x="142835" y="142835"/>
                  </a:lnTo>
                  <a:cubicBezTo>
                    <a:pt x="143347" y="66417"/>
                    <a:pt x="80777" y="3847"/>
                    <a:pt x="3847" y="3847"/>
                  </a:cubicBezTo>
                  <a:close/>
                </a:path>
              </a:pathLst>
            </a:custGeom>
            <a:solidFill>
              <a:srgbClr val="00C0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2800"/>
            <p:cNvSpPr/>
            <p:nvPr/>
          </p:nvSpPr>
          <p:spPr>
            <a:xfrm>
              <a:off x="9886320" y="4643922"/>
              <a:ext cx="194891" cy="179505"/>
            </a:xfrm>
            <a:custGeom>
              <a:avLst/>
              <a:gdLst>
                <a:gd name="connsiteX0" fmla="*/ 165914 w 194891"/>
                <a:gd name="connsiteY0" fmla="*/ 124884 h 179505"/>
                <a:gd name="connsiteX1" fmla="*/ 193096 w 194891"/>
                <a:gd name="connsiteY1" fmla="*/ 74623 h 179505"/>
                <a:gd name="connsiteX2" fmla="*/ 165914 w 194891"/>
                <a:gd name="connsiteY2" fmla="*/ 24874 h 179505"/>
                <a:gd name="connsiteX3" fmla="*/ 100267 w 194891"/>
                <a:gd name="connsiteY3" fmla="*/ 3847 h 179505"/>
                <a:gd name="connsiteX4" fmla="*/ 34619 w 194891"/>
                <a:gd name="connsiteY4" fmla="*/ 24874 h 179505"/>
                <a:gd name="connsiteX5" fmla="*/ 7437 w 194891"/>
                <a:gd name="connsiteY5" fmla="*/ 74623 h 179505"/>
                <a:gd name="connsiteX6" fmla="*/ 32567 w 194891"/>
                <a:gd name="connsiteY6" fmla="*/ 122833 h 179505"/>
                <a:gd name="connsiteX7" fmla="*/ 33081 w 194891"/>
                <a:gd name="connsiteY7" fmla="*/ 127449 h 179505"/>
                <a:gd name="connsiteX8" fmla="*/ 24874 w 194891"/>
                <a:gd name="connsiteY8" fmla="*/ 152067 h 179505"/>
                <a:gd name="connsiteX9" fmla="*/ 3847 w 194891"/>
                <a:gd name="connsiteY9" fmla="*/ 163350 h 179505"/>
                <a:gd name="connsiteX10" fmla="*/ 22310 w 194891"/>
                <a:gd name="connsiteY10" fmla="*/ 176172 h 179505"/>
                <a:gd name="connsiteX11" fmla="*/ 51544 w 194891"/>
                <a:gd name="connsiteY11" fmla="*/ 165914 h 179505"/>
                <a:gd name="connsiteX12" fmla="*/ 65391 w 194891"/>
                <a:gd name="connsiteY12" fmla="*/ 139758 h 179505"/>
                <a:gd name="connsiteX13" fmla="*/ 100779 w 194891"/>
                <a:gd name="connsiteY13" fmla="*/ 145399 h 179505"/>
                <a:gd name="connsiteX14" fmla="*/ 165914 w 194891"/>
                <a:gd name="connsiteY14" fmla="*/ 12488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4891" h="179505">
                  <a:moveTo>
                    <a:pt x="165914" y="124884"/>
                  </a:moveTo>
                  <a:cubicBezTo>
                    <a:pt x="183865" y="111037"/>
                    <a:pt x="193096" y="94112"/>
                    <a:pt x="193096" y="74623"/>
                  </a:cubicBezTo>
                  <a:cubicBezTo>
                    <a:pt x="193096" y="55134"/>
                    <a:pt x="183865" y="38209"/>
                    <a:pt x="165914" y="24874"/>
                  </a:cubicBezTo>
                  <a:cubicBezTo>
                    <a:pt x="147963" y="11027"/>
                    <a:pt x="125910" y="3847"/>
                    <a:pt x="100267" y="3847"/>
                  </a:cubicBezTo>
                  <a:cubicBezTo>
                    <a:pt x="74623" y="3847"/>
                    <a:pt x="52569" y="11027"/>
                    <a:pt x="34619" y="24874"/>
                  </a:cubicBezTo>
                  <a:cubicBezTo>
                    <a:pt x="16668" y="38722"/>
                    <a:pt x="7437" y="55134"/>
                    <a:pt x="7437" y="74623"/>
                  </a:cubicBezTo>
                  <a:cubicBezTo>
                    <a:pt x="7437" y="93599"/>
                    <a:pt x="16156" y="109498"/>
                    <a:pt x="32567" y="122833"/>
                  </a:cubicBezTo>
                  <a:cubicBezTo>
                    <a:pt x="32567" y="124372"/>
                    <a:pt x="33081" y="125910"/>
                    <a:pt x="33081" y="127449"/>
                  </a:cubicBezTo>
                  <a:cubicBezTo>
                    <a:pt x="33081" y="137706"/>
                    <a:pt x="30516" y="145912"/>
                    <a:pt x="24874" y="152067"/>
                  </a:cubicBezTo>
                  <a:cubicBezTo>
                    <a:pt x="19233" y="158734"/>
                    <a:pt x="12566" y="162324"/>
                    <a:pt x="3847" y="163350"/>
                  </a:cubicBezTo>
                  <a:cubicBezTo>
                    <a:pt x="8975" y="171556"/>
                    <a:pt x="15130" y="176172"/>
                    <a:pt x="22310" y="176172"/>
                  </a:cubicBezTo>
                  <a:cubicBezTo>
                    <a:pt x="33593" y="176172"/>
                    <a:pt x="43338" y="173094"/>
                    <a:pt x="51544" y="165914"/>
                  </a:cubicBezTo>
                  <a:cubicBezTo>
                    <a:pt x="59750" y="159247"/>
                    <a:pt x="64366" y="150528"/>
                    <a:pt x="65391" y="139758"/>
                  </a:cubicBezTo>
                  <a:cubicBezTo>
                    <a:pt x="76675" y="143348"/>
                    <a:pt x="88470" y="145399"/>
                    <a:pt x="100779" y="145399"/>
                  </a:cubicBezTo>
                  <a:cubicBezTo>
                    <a:pt x="125910" y="145399"/>
                    <a:pt x="147451" y="138219"/>
                    <a:pt x="165914" y="12488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2801"/>
            <p:cNvSpPr/>
            <p:nvPr/>
          </p:nvSpPr>
          <p:spPr>
            <a:xfrm>
              <a:off x="9976585" y="4741368"/>
              <a:ext cx="138475" cy="117961"/>
            </a:xfrm>
            <a:custGeom>
              <a:avLst/>
              <a:gdLst>
                <a:gd name="connsiteX0" fmla="*/ 120269 w 138475"/>
                <a:gd name="connsiteY0" fmla="*/ 99754 h 117960"/>
                <a:gd name="connsiteX1" fmla="*/ 114627 w 138475"/>
                <a:gd name="connsiteY1" fmla="*/ 82829 h 117960"/>
                <a:gd name="connsiteX2" fmla="*/ 114627 w 138475"/>
                <a:gd name="connsiteY2" fmla="*/ 79752 h 117960"/>
                <a:gd name="connsiteX3" fmla="*/ 132065 w 138475"/>
                <a:gd name="connsiteY3" fmla="*/ 46415 h 117960"/>
                <a:gd name="connsiteX4" fmla="*/ 113089 w 138475"/>
                <a:gd name="connsiteY4" fmla="*/ 12053 h 117960"/>
                <a:gd name="connsiteX5" fmla="*/ 98728 w 138475"/>
                <a:gd name="connsiteY5" fmla="*/ 3847 h 117960"/>
                <a:gd name="connsiteX6" fmla="*/ 97702 w 138475"/>
                <a:gd name="connsiteY6" fmla="*/ 5385 h 117960"/>
                <a:gd name="connsiteX7" fmla="*/ 76675 w 138475"/>
                <a:gd name="connsiteY7" fmla="*/ 28977 h 117960"/>
                <a:gd name="connsiteX8" fmla="*/ 45902 w 138475"/>
                <a:gd name="connsiteY8" fmla="*/ 44876 h 117960"/>
                <a:gd name="connsiteX9" fmla="*/ 9489 w 138475"/>
                <a:gd name="connsiteY9" fmla="*/ 50005 h 117960"/>
                <a:gd name="connsiteX10" fmla="*/ 3847 w 138475"/>
                <a:gd name="connsiteY10" fmla="*/ 50005 h 117960"/>
                <a:gd name="connsiteX11" fmla="*/ 22310 w 138475"/>
                <a:gd name="connsiteY11" fmla="*/ 81290 h 117960"/>
                <a:gd name="connsiteX12" fmla="*/ 67443 w 138475"/>
                <a:gd name="connsiteY12" fmla="*/ 95651 h 117960"/>
                <a:gd name="connsiteX13" fmla="*/ 92061 w 138475"/>
                <a:gd name="connsiteY13" fmla="*/ 92061 h 117960"/>
                <a:gd name="connsiteX14" fmla="*/ 101292 w 138475"/>
                <a:gd name="connsiteY14" fmla="*/ 110011 h 117960"/>
                <a:gd name="connsiteX15" fmla="*/ 121807 w 138475"/>
                <a:gd name="connsiteY15" fmla="*/ 117191 h 117960"/>
                <a:gd name="connsiteX16" fmla="*/ 134629 w 138475"/>
                <a:gd name="connsiteY16" fmla="*/ 108473 h 117960"/>
                <a:gd name="connsiteX17" fmla="*/ 120269 w 138475"/>
                <a:gd name="connsiteY17" fmla="*/ 99754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475" h="117960">
                  <a:moveTo>
                    <a:pt x="120269" y="99754"/>
                  </a:moveTo>
                  <a:cubicBezTo>
                    <a:pt x="116678" y="95138"/>
                    <a:pt x="114627" y="89496"/>
                    <a:pt x="114627" y="82829"/>
                  </a:cubicBezTo>
                  <a:cubicBezTo>
                    <a:pt x="114627" y="81803"/>
                    <a:pt x="114627" y="80777"/>
                    <a:pt x="114627" y="79752"/>
                  </a:cubicBezTo>
                  <a:cubicBezTo>
                    <a:pt x="126423" y="70520"/>
                    <a:pt x="132065" y="59237"/>
                    <a:pt x="132065" y="46415"/>
                  </a:cubicBezTo>
                  <a:cubicBezTo>
                    <a:pt x="132065" y="33080"/>
                    <a:pt x="125910" y="21284"/>
                    <a:pt x="113089" y="12053"/>
                  </a:cubicBezTo>
                  <a:cubicBezTo>
                    <a:pt x="108473" y="8462"/>
                    <a:pt x="103857" y="5898"/>
                    <a:pt x="98728" y="3847"/>
                  </a:cubicBezTo>
                  <a:cubicBezTo>
                    <a:pt x="98728" y="4359"/>
                    <a:pt x="98215" y="4872"/>
                    <a:pt x="97702" y="5385"/>
                  </a:cubicBezTo>
                  <a:cubicBezTo>
                    <a:pt x="93086" y="14104"/>
                    <a:pt x="85906" y="21797"/>
                    <a:pt x="76675" y="28977"/>
                  </a:cubicBezTo>
                  <a:cubicBezTo>
                    <a:pt x="67443" y="36158"/>
                    <a:pt x="57185" y="41286"/>
                    <a:pt x="45902" y="44876"/>
                  </a:cubicBezTo>
                  <a:cubicBezTo>
                    <a:pt x="34619" y="48466"/>
                    <a:pt x="22310" y="50005"/>
                    <a:pt x="9489" y="50005"/>
                  </a:cubicBezTo>
                  <a:cubicBezTo>
                    <a:pt x="7437" y="50005"/>
                    <a:pt x="5898" y="50005"/>
                    <a:pt x="3847" y="50005"/>
                  </a:cubicBezTo>
                  <a:cubicBezTo>
                    <a:pt x="4873" y="61801"/>
                    <a:pt x="11027" y="72571"/>
                    <a:pt x="22310" y="81290"/>
                  </a:cubicBezTo>
                  <a:cubicBezTo>
                    <a:pt x="34619" y="91035"/>
                    <a:pt x="50005" y="95651"/>
                    <a:pt x="67443" y="95651"/>
                  </a:cubicBezTo>
                  <a:cubicBezTo>
                    <a:pt x="76162" y="95651"/>
                    <a:pt x="84368" y="94625"/>
                    <a:pt x="92061" y="92061"/>
                  </a:cubicBezTo>
                  <a:cubicBezTo>
                    <a:pt x="92574" y="99241"/>
                    <a:pt x="95651" y="105395"/>
                    <a:pt x="101292" y="110011"/>
                  </a:cubicBezTo>
                  <a:cubicBezTo>
                    <a:pt x="106934" y="114627"/>
                    <a:pt x="114114" y="117191"/>
                    <a:pt x="121807" y="117191"/>
                  </a:cubicBezTo>
                  <a:cubicBezTo>
                    <a:pt x="126936" y="117191"/>
                    <a:pt x="131039" y="114114"/>
                    <a:pt x="134629" y="108473"/>
                  </a:cubicBezTo>
                  <a:cubicBezTo>
                    <a:pt x="128987" y="106934"/>
                    <a:pt x="123859" y="104370"/>
                    <a:pt x="120269" y="997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2802"/>
            <p:cNvSpPr/>
            <p:nvPr/>
          </p:nvSpPr>
          <p:spPr>
            <a:xfrm>
              <a:off x="9978124" y="4597764"/>
              <a:ext cx="189763" cy="179505"/>
            </a:xfrm>
            <a:custGeom>
              <a:avLst/>
              <a:gdLst>
                <a:gd name="connsiteX0" fmla="*/ 166427 w 189762"/>
                <a:gd name="connsiteY0" fmla="*/ 151554 h 179505"/>
                <a:gd name="connsiteX1" fmla="*/ 158221 w 189762"/>
                <a:gd name="connsiteY1" fmla="*/ 126936 h 179505"/>
                <a:gd name="connsiteX2" fmla="*/ 158221 w 189762"/>
                <a:gd name="connsiteY2" fmla="*/ 122320 h 179505"/>
                <a:gd name="connsiteX3" fmla="*/ 183352 w 189762"/>
                <a:gd name="connsiteY3" fmla="*/ 74110 h 179505"/>
                <a:gd name="connsiteX4" fmla="*/ 156169 w 189762"/>
                <a:gd name="connsiteY4" fmla="*/ 24361 h 179505"/>
                <a:gd name="connsiteX5" fmla="*/ 90522 w 189762"/>
                <a:gd name="connsiteY5" fmla="*/ 3847 h 179505"/>
                <a:gd name="connsiteX6" fmla="*/ 24874 w 189762"/>
                <a:gd name="connsiteY6" fmla="*/ 24361 h 179505"/>
                <a:gd name="connsiteX7" fmla="*/ 3847 w 189762"/>
                <a:gd name="connsiteY7" fmla="*/ 48466 h 179505"/>
                <a:gd name="connsiteX8" fmla="*/ 7950 w 189762"/>
                <a:gd name="connsiteY8" fmla="*/ 48466 h 179505"/>
                <a:gd name="connsiteX9" fmla="*/ 44364 w 189762"/>
                <a:gd name="connsiteY9" fmla="*/ 53595 h 179505"/>
                <a:gd name="connsiteX10" fmla="*/ 75136 w 189762"/>
                <a:gd name="connsiteY10" fmla="*/ 69494 h 179505"/>
                <a:gd name="connsiteX11" fmla="*/ 96164 w 189762"/>
                <a:gd name="connsiteY11" fmla="*/ 92573 h 179505"/>
                <a:gd name="connsiteX12" fmla="*/ 103344 w 189762"/>
                <a:gd name="connsiteY12" fmla="*/ 120781 h 179505"/>
                <a:gd name="connsiteX13" fmla="*/ 98728 w 189762"/>
                <a:gd name="connsiteY13" fmla="*/ 144374 h 179505"/>
                <a:gd name="connsiteX14" fmla="*/ 126936 w 189762"/>
                <a:gd name="connsiteY14" fmla="*/ 139245 h 179505"/>
                <a:gd name="connsiteX15" fmla="*/ 140270 w 189762"/>
                <a:gd name="connsiteY15" fmla="*/ 165401 h 179505"/>
                <a:gd name="connsiteX16" fmla="*/ 169504 w 189762"/>
                <a:gd name="connsiteY16" fmla="*/ 175659 h 179505"/>
                <a:gd name="connsiteX17" fmla="*/ 187968 w 189762"/>
                <a:gd name="connsiteY17" fmla="*/ 162837 h 179505"/>
                <a:gd name="connsiteX18" fmla="*/ 166427 w 189762"/>
                <a:gd name="connsiteY18" fmla="*/ 15155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762" h="179505">
                  <a:moveTo>
                    <a:pt x="166427" y="151554"/>
                  </a:moveTo>
                  <a:cubicBezTo>
                    <a:pt x="161298" y="144886"/>
                    <a:pt x="158221" y="136680"/>
                    <a:pt x="158221" y="126936"/>
                  </a:cubicBezTo>
                  <a:cubicBezTo>
                    <a:pt x="158221" y="125397"/>
                    <a:pt x="158221" y="123859"/>
                    <a:pt x="158221" y="122320"/>
                  </a:cubicBezTo>
                  <a:cubicBezTo>
                    <a:pt x="175146" y="108985"/>
                    <a:pt x="183352" y="92573"/>
                    <a:pt x="183352" y="74110"/>
                  </a:cubicBezTo>
                  <a:cubicBezTo>
                    <a:pt x="183352" y="54621"/>
                    <a:pt x="174120" y="38209"/>
                    <a:pt x="156169" y="24361"/>
                  </a:cubicBezTo>
                  <a:cubicBezTo>
                    <a:pt x="138219" y="10514"/>
                    <a:pt x="116166" y="3847"/>
                    <a:pt x="90522" y="3847"/>
                  </a:cubicBezTo>
                  <a:cubicBezTo>
                    <a:pt x="64878" y="3847"/>
                    <a:pt x="42825" y="10514"/>
                    <a:pt x="24874" y="24361"/>
                  </a:cubicBezTo>
                  <a:cubicBezTo>
                    <a:pt x="15129" y="31542"/>
                    <a:pt x="8463" y="39748"/>
                    <a:pt x="3847" y="48466"/>
                  </a:cubicBezTo>
                  <a:cubicBezTo>
                    <a:pt x="5385" y="48466"/>
                    <a:pt x="6411" y="48466"/>
                    <a:pt x="7950" y="48466"/>
                  </a:cubicBezTo>
                  <a:cubicBezTo>
                    <a:pt x="20772" y="48466"/>
                    <a:pt x="33080" y="50005"/>
                    <a:pt x="44364" y="53595"/>
                  </a:cubicBezTo>
                  <a:cubicBezTo>
                    <a:pt x="55646" y="57185"/>
                    <a:pt x="65904" y="62314"/>
                    <a:pt x="75136" y="69494"/>
                  </a:cubicBezTo>
                  <a:cubicBezTo>
                    <a:pt x="84367" y="76674"/>
                    <a:pt x="91548" y="84368"/>
                    <a:pt x="96164" y="92573"/>
                  </a:cubicBezTo>
                  <a:cubicBezTo>
                    <a:pt x="100779" y="101292"/>
                    <a:pt x="103344" y="111037"/>
                    <a:pt x="103344" y="120781"/>
                  </a:cubicBezTo>
                  <a:cubicBezTo>
                    <a:pt x="103344" y="128987"/>
                    <a:pt x="101805" y="137193"/>
                    <a:pt x="98728" y="144374"/>
                  </a:cubicBezTo>
                  <a:cubicBezTo>
                    <a:pt x="108473" y="143861"/>
                    <a:pt x="117704" y="141809"/>
                    <a:pt x="126936" y="139245"/>
                  </a:cubicBezTo>
                  <a:cubicBezTo>
                    <a:pt x="127449" y="150015"/>
                    <a:pt x="132065" y="158221"/>
                    <a:pt x="140270" y="165401"/>
                  </a:cubicBezTo>
                  <a:cubicBezTo>
                    <a:pt x="148476" y="172069"/>
                    <a:pt x="158734" y="175659"/>
                    <a:pt x="169504" y="175659"/>
                  </a:cubicBezTo>
                  <a:cubicBezTo>
                    <a:pt x="176684" y="175659"/>
                    <a:pt x="182839" y="171556"/>
                    <a:pt x="187968" y="162837"/>
                  </a:cubicBezTo>
                  <a:cubicBezTo>
                    <a:pt x="179249" y="161811"/>
                    <a:pt x="172069" y="158221"/>
                    <a:pt x="166427" y="1515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2803"/>
            <p:cNvSpPr/>
            <p:nvPr/>
          </p:nvSpPr>
          <p:spPr>
            <a:xfrm>
              <a:off x="9026234" y="4639819"/>
              <a:ext cx="66673" cy="102574"/>
            </a:xfrm>
            <a:custGeom>
              <a:avLst/>
              <a:gdLst>
                <a:gd name="connsiteX0" fmla="*/ 64365 w 66673"/>
                <a:gd name="connsiteY0" fmla="*/ 102831 h 102574"/>
                <a:gd name="connsiteX1" fmla="*/ 64365 w 66673"/>
                <a:gd name="connsiteY1" fmla="*/ 3847 h 102574"/>
                <a:gd name="connsiteX2" fmla="*/ 8975 w 66673"/>
                <a:gd name="connsiteY2" fmla="*/ 55647 h 102574"/>
                <a:gd name="connsiteX3" fmla="*/ 3847 w 66673"/>
                <a:gd name="connsiteY3" fmla="*/ 51031 h 102574"/>
                <a:gd name="connsiteX4" fmla="*/ 3847 w 66673"/>
                <a:gd name="connsiteY4" fmla="*/ 102831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02574">
                  <a:moveTo>
                    <a:pt x="64365" y="102831"/>
                  </a:moveTo>
                  <a:lnTo>
                    <a:pt x="64365" y="3847"/>
                  </a:lnTo>
                  <a:lnTo>
                    <a:pt x="8975" y="55647"/>
                  </a:lnTo>
                  <a:lnTo>
                    <a:pt x="3847" y="51031"/>
                  </a:lnTo>
                  <a:lnTo>
                    <a:pt x="3847" y="102831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2804"/>
            <p:cNvSpPr/>
            <p:nvPr/>
          </p:nvSpPr>
          <p:spPr>
            <a:xfrm>
              <a:off x="9097010" y="4610586"/>
              <a:ext cx="66673" cy="133347"/>
            </a:xfrm>
            <a:custGeom>
              <a:avLst/>
              <a:gdLst>
                <a:gd name="connsiteX0" fmla="*/ 64366 w 66673"/>
                <a:gd name="connsiteY0" fmla="*/ 132065 h 133346"/>
                <a:gd name="connsiteX1" fmla="*/ 64366 w 66673"/>
                <a:gd name="connsiteY1" fmla="*/ 49492 h 133346"/>
                <a:gd name="connsiteX2" fmla="*/ 20772 w 66673"/>
                <a:gd name="connsiteY2" fmla="*/ 3847 h 133346"/>
                <a:gd name="connsiteX3" fmla="*/ 3847 w 66673"/>
                <a:gd name="connsiteY3" fmla="*/ 19233 h 133346"/>
                <a:gd name="connsiteX4" fmla="*/ 3847 w 66673"/>
                <a:gd name="connsiteY4" fmla="*/ 132065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33346">
                  <a:moveTo>
                    <a:pt x="64366" y="132065"/>
                  </a:moveTo>
                  <a:lnTo>
                    <a:pt x="64366" y="49492"/>
                  </a:lnTo>
                  <a:lnTo>
                    <a:pt x="20772" y="3847"/>
                  </a:lnTo>
                  <a:lnTo>
                    <a:pt x="3847" y="19233"/>
                  </a:lnTo>
                  <a:lnTo>
                    <a:pt x="3847" y="132065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2805"/>
            <p:cNvSpPr/>
            <p:nvPr/>
          </p:nvSpPr>
          <p:spPr>
            <a:xfrm>
              <a:off x="9168299" y="4631100"/>
              <a:ext cx="66673" cy="112832"/>
            </a:xfrm>
            <a:custGeom>
              <a:avLst/>
              <a:gdLst>
                <a:gd name="connsiteX0" fmla="*/ 64366 w 66673"/>
                <a:gd name="connsiteY0" fmla="*/ 111550 h 112831"/>
                <a:gd name="connsiteX1" fmla="*/ 64366 w 66673"/>
                <a:gd name="connsiteY1" fmla="*/ 3847 h 112831"/>
                <a:gd name="connsiteX2" fmla="*/ 12566 w 66673"/>
                <a:gd name="connsiteY2" fmla="*/ 48466 h 112831"/>
                <a:gd name="connsiteX3" fmla="*/ 3847 w 66673"/>
                <a:gd name="connsiteY3" fmla="*/ 39235 h 112831"/>
                <a:gd name="connsiteX4" fmla="*/ 3847 w 66673"/>
                <a:gd name="connsiteY4" fmla="*/ 111550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12831">
                  <a:moveTo>
                    <a:pt x="64366" y="111550"/>
                  </a:moveTo>
                  <a:lnTo>
                    <a:pt x="64366" y="3847"/>
                  </a:lnTo>
                  <a:lnTo>
                    <a:pt x="12566" y="48466"/>
                  </a:lnTo>
                  <a:lnTo>
                    <a:pt x="3847" y="39235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2806"/>
            <p:cNvSpPr/>
            <p:nvPr/>
          </p:nvSpPr>
          <p:spPr>
            <a:xfrm>
              <a:off x="9239076" y="4569043"/>
              <a:ext cx="66673" cy="174377"/>
            </a:xfrm>
            <a:custGeom>
              <a:avLst/>
              <a:gdLst>
                <a:gd name="connsiteX0" fmla="*/ 64365 w 66673"/>
                <a:gd name="connsiteY0" fmla="*/ 173607 h 174376"/>
                <a:gd name="connsiteX1" fmla="*/ 64365 w 66673"/>
                <a:gd name="connsiteY1" fmla="*/ 3847 h 174376"/>
                <a:gd name="connsiteX2" fmla="*/ 3847 w 66673"/>
                <a:gd name="connsiteY2" fmla="*/ 56672 h 174376"/>
                <a:gd name="connsiteX3" fmla="*/ 3847 w 66673"/>
                <a:gd name="connsiteY3" fmla="*/ 173607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74376">
                  <a:moveTo>
                    <a:pt x="64365" y="173607"/>
                  </a:moveTo>
                  <a:lnTo>
                    <a:pt x="64365" y="3847"/>
                  </a:lnTo>
                  <a:lnTo>
                    <a:pt x="3847" y="56672"/>
                  </a:lnTo>
                  <a:lnTo>
                    <a:pt x="3847" y="17360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2807"/>
            <p:cNvSpPr/>
            <p:nvPr/>
          </p:nvSpPr>
          <p:spPr>
            <a:xfrm>
              <a:off x="9026234" y="4512114"/>
              <a:ext cx="276951" cy="158990"/>
            </a:xfrm>
            <a:custGeom>
              <a:avLst/>
              <a:gdLst>
                <a:gd name="connsiteX0" fmla="*/ 276181 w 276950"/>
                <a:gd name="connsiteY0" fmla="*/ 3847 h 158990"/>
                <a:gd name="connsiteX1" fmla="*/ 157708 w 276950"/>
                <a:gd name="connsiteY1" fmla="*/ 105908 h 158990"/>
                <a:gd name="connsiteX2" fmla="*/ 102318 w 276950"/>
                <a:gd name="connsiteY2" fmla="*/ 52057 h 158990"/>
                <a:gd name="connsiteX3" fmla="*/ 92573 w 276950"/>
                <a:gd name="connsiteY3" fmla="*/ 48466 h 158990"/>
                <a:gd name="connsiteX4" fmla="*/ 82829 w 276950"/>
                <a:gd name="connsiteY4" fmla="*/ 52057 h 158990"/>
                <a:gd name="connsiteX5" fmla="*/ 3847 w 276950"/>
                <a:gd name="connsiteY5" fmla="*/ 128474 h 158990"/>
                <a:gd name="connsiteX6" fmla="*/ 3847 w 276950"/>
                <a:gd name="connsiteY6" fmla="*/ 155144 h 158990"/>
                <a:gd name="connsiteX7" fmla="*/ 8975 w 276950"/>
                <a:gd name="connsiteY7" fmla="*/ 159760 h 158990"/>
                <a:gd name="connsiteX8" fmla="*/ 92060 w 276950"/>
                <a:gd name="connsiteY8" fmla="*/ 79239 h 158990"/>
                <a:gd name="connsiteX9" fmla="*/ 146938 w 276950"/>
                <a:gd name="connsiteY9" fmla="*/ 132577 h 158990"/>
                <a:gd name="connsiteX10" fmla="*/ 165401 w 276950"/>
                <a:gd name="connsiteY10" fmla="*/ 133090 h 158990"/>
                <a:gd name="connsiteX11" fmla="*/ 277207 w 276950"/>
                <a:gd name="connsiteY11" fmla="*/ 36670 h 158990"/>
                <a:gd name="connsiteX12" fmla="*/ 277207 w 276950"/>
                <a:gd name="connsiteY12" fmla="*/ 4872 h 158990"/>
                <a:gd name="connsiteX13" fmla="*/ 276181 w 276950"/>
                <a:gd name="connsiteY13" fmla="*/ 3847 h 15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6950" h="158990">
                  <a:moveTo>
                    <a:pt x="276181" y="3847"/>
                  </a:moveTo>
                  <a:lnTo>
                    <a:pt x="157708" y="105908"/>
                  </a:lnTo>
                  <a:lnTo>
                    <a:pt x="102318" y="52057"/>
                  </a:lnTo>
                  <a:cubicBezTo>
                    <a:pt x="99753" y="49492"/>
                    <a:pt x="96164" y="48466"/>
                    <a:pt x="92573" y="48466"/>
                  </a:cubicBezTo>
                  <a:cubicBezTo>
                    <a:pt x="88983" y="48466"/>
                    <a:pt x="85393" y="50005"/>
                    <a:pt x="82829" y="52057"/>
                  </a:cubicBezTo>
                  <a:lnTo>
                    <a:pt x="3847" y="128474"/>
                  </a:lnTo>
                  <a:lnTo>
                    <a:pt x="3847" y="155144"/>
                  </a:lnTo>
                  <a:lnTo>
                    <a:pt x="8975" y="159760"/>
                  </a:lnTo>
                  <a:lnTo>
                    <a:pt x="92060" y="79239"/>
                  </a:lnTo>
                  <a:lnTo>
                    <a:pt x="146938" y="132577"/>
                  </a:lnTo>
                  <a:cubicBezTo>
                    <a:pt x="152067" y="137706"/>
                    <a:pt x="160273" y="137706"/>
                    <a:pt x="165401" y="133090"/>
                  </a:cubicBezTo>
                  <a:lnTo>
                    <a:pt x="277207" y="36670"/>
                  </a:lnTo>
                  <a:lnTo>
                    <a:pt x="277207" y="4872"/>
                  </a:lnTo>
                  <a:lnTo>
                    <a:pt x="276181" y="384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2808"/>
            <p:cNvSpPr/>
            <p:nvPr/>
          </p:nvSpPr>
          <p:spPr>
            <a:xfrm>
              <a:off x="9502932" y="4730837"/>
              <a:ext cx="323109" cy="323109"/>
            </a:xfrm>
            <a:custGeom>
              <a:avLst/>
              <a:gdLst>
                <a:gd name="connsiteX0" fmla="*/ 172855 w 323109"/>
                <a:gd name="connsiteY0" fmla="*/ 4120 h 323109"/>
                <a:gd name="connsiteX1" fmla="*/ 323639 w 323109"/>
                <a:gd name="connsiteY1" fmla="*/ 172855 h 323109"/>
                <a:gd name="connsiteX2" fmla="*/ 154904 w 323109"/>
                <a:gd name="connsiteY2" fmla="*/ 323639 h 323109"/>
                <a:gd name="connsiteX3" fmla="*/ 4120 w 323109"/>
                <a:gd name="connsiteY3" fmla="*/ 154904 h 323109"/>
                <a:gd name="connsiteX4" fmla="*/ 172855 w 323109"/>
                <a:gd name="connsiteY4" fmla="*/ 4120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109" h="323109">
                  <a:moveTo>
                    <a:pt x="172855" y="4120"/>
                  </a:moveTo>
                  <a:cubicBezTo>
                    <a:pt x="261069" y="9248"/>
                    <a:pt x="328255" y="84641"/>
                    <a:pt x="323639" y="172855"/>
                  </a:cubicBezTo>
                  <a:cubicBezTo>
                    <a:pt x="319023" y="261069"/>
                    <a:pt x="243118" y="328768"/>
                    <a:pt x="154904" y="323639"/>
                  </a:cubicBezTo>
                  <a:cubicBezTo>
                    <a:pt x="66690" y="318510"/>
                    <a:pt x="-1009" y="243118"/>
                    <a:pt x="4120" y="154904"/>
                  </a:cubicBezTo>
                  <a:cubicBezTo>
                    <a:pt x="9248" y="66690"/>
                    <a:pt x="84640" y="-1009"/>
                    <a:pt x="172855" y="4120"/>
                  </a:cubicBezTo>
                  <a:close/>
                </a:path>
              </a:pathLst>
            </a:custGeom>
            <a:solidFill>
              <a:srgbClr val="FFCD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2809"/>
            <p:cNvSpPr/>
            <p:nvPr/>
          </p:nvSpPr>
          <p:spPr>
            <a:xfrm>
              <a:off x="9653989" y="4731110"/>
              <a:ext cx="174376" cy="323109"/>
            </a:xfrm>
            <a:custGeom>
              <a:avLst/>
              <a:gdLst>
                <a:gd name="connsiteX0" fmla="*/ 21797 w 174376"/>
                <a:gd name="connsiteY0" fmla="*/ 3847 h 323109"/>
                <a:gd name="connsiteX1" fmla="*/ 172581 w 174376"/>
                <a:gd name="connsiteY1" fmla="*/ 172582 h 323109"/>
                <a:gd name="connsiteX2" fmla="*/ 3847 w 174376"/>
                <a:gd name="connsiteY2" fmla="*/ 323366 h 323109"/>
                <a:gd name="connsiteX3" fmla="*/ 21797 w 174376"/>
                <a:gd name="connsiteY3" fmla="*/ 3847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76" h="323109">
                  <a:moveTo>
                    <a:pt x="21797" y="3847"/>
                  </a:moveTo>
                  <a:cubicBezTo>
                    <a:pt x="110011" y="8975"/>
                    <a:pt x="177197" y="84368"/>
                    <a:pt x="172581" y="172582"/>
                  </a:cubicBezTo>
                  <a:cubicBezTo>
                    <a:pt x="167966" y="260796"/>
                    <a:pt x="92060" y="328495"/>
                    <a:pt x="3847" y="323366"/>
                  </a:cubicBezTo>
                  <a:lnTo>
                    <a:pt x="21797" y="3847"/>
                  </a:lnTo>
                  <a:close/>
                </a:path>
              </a:pathLst>
            </a:custGeom>
            <a:solidFill>
              <a:srgbClr val="FFA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2810"/>
            <p:cNvSpPr/>
            <p:nvPr/>
          </p:nvSpPr>
          <p:spPr>
            <a:xfrm>
              <a:off x="9601676" y="4789065"/>
              <a:ext cx="123089" cy="210278"/>
            </a:xfrm>
            <a:custGeom>
              <a:avLst/>
              <a:gdLst>
                <a:gd name="connsiteX0" fmla="*/ 25900 w 123089"/>
                <a:gd name="connsiteY0" fmla="*/ 125397 h 210277"/>
                <a:gd name="connsiteX1" fmla="*/ 43338 w 123089"/>
                <a:gd name="connsiteY1" fmla="*/ 142322 h 210277"/>
                <a:gd name="connsiteX2" fmla="*/ 62314 w 123089"/>
                <a:gd name="connsiteY2" fmla="*/ 148476 h 210277"/>
                <a:gd name="connsiteX3" fmla="*/ 75649 w 123089"/>
                <a:gd name="connsiteY3" fmla="*/ 144374 h 210277"/>
                <a:gd name="connsiteX4" fmla="*/ 81290 w 123089"/>
                <a:gd name="connsiteY4" fmla="*/ 133090 h 210277"/>
                <a:gd name="connsiteX5" fmla="*/ 77700 w 123089"/>
                <a:gd name="connsiteY5" fmla="*/ 121294 h 210277"/>
                <a:gd name="connsiteX6" fmla="*/ 58211 w 123089"/>
                <a:gd name="connsiteY6" fmla="*/ 111550 h 210277"/>
                <a:gd name="connsiteX7" fmla="*/ 25388 w 123089"/>
                <a:gd name="connsiteY7" fmla="*/ 93086 h 210277"/>
                <a:gd name="connsiteX8" fmla="*/ 17181 w 123089"/>
                <a:gd name="connsiteY8" fmla="*/ 65391 h 210277"/>
                <a:gd name="connsiteX9" fmla="*/ 32567 w 123089"/>
                <a:gd name="connsiteY9" fmla="*/ 32055 h 210277"/>
                <a:gd name="connsiteX10" fmla="*/ 70520 w 123089"/>
                <a:gd name="connsiteY10" fmla="*/ 18720 h 210277"/>
                <a:gd name="connsiteX11" fmla="*/ 71546 w 123089"/>
                <a:gd name="connsiteY11" fmla="*/ 3847 h 210277"/>
                <a:gd name="connsiteX12" fmla="*/ 85393 w 123089"/>
                <a:gd name="connsiteY12" fmla="*/ 4872 h 210277"/>
                <a:gd name="connsiteX13" fmla="*/ 84881 w 123089"/>
                <a:gd name="connsiteY13" fmla="*/ 19233 h 210277"/>
                <a:gd name="connsiteX14" fmla="*/ 102831 w 123089"/>
                <a:gd name="connsiteY14" fmla="*/ 24874 h 210277"/>
                <a:gd name="connsiteX15" fmla="*/ 119756 w 123089"/>
                <a:gd name="connsiteY15" fmla="*/ 35132 h 210277"/>
                <a:gd name="connsiteX16" fmla="*/ 104369 w 123089"/>
                <a:gd name="connsiteY16" fmla="*/ 64878 h 210277"/>
                <a:gd name="connsiteX17" fmla="*/ 90009 w 123089"/>
                <a:gd name="connsiteY17" fmla="*/ 55134 h 210277"/>
                <a:gd name="connsiteX18" fmla="*/ 75136 w 123089"/>
                <a:gd name="connsiteY18" fmla="*/ 51031 h 210277"/>
                <a:gd name="connsiteX19" fmla="*/ 62314 w 123089"/>
                <a:gd name="connsiteY19" fmla="*/ 54108 h 210277"/>
                <a:gd name="connsiteX20" fmla="*/ 57185 w 123089"/>
                <a:gd name="connsiteY20" fmla="*/ 63340 h 210277"/>
                <a:gd name="connsiteX21" fmla="*/ 60775 w 123089"/>
                <a:gd name="connsiteY21" fmla="*/ 73084 h 210277"/>
                <a:gd name="connsiteX22" fmla="*/ 76675 w 123089"/>
                <a:gd name="connsiteY22" fmla="*/ 80777 h 210277"/>
                <a:gd name="connsiteX23" fmla="*/ 78213 w 123089"/>
                <a:gd name="connsiteY23" fmla="*/ 81290 h 210277"/>
                <a:gd name="connsiteX24" fmla="*/ 111550 w 123089"/>
                <a:gd name="connsiteY24" fmla="*/ 98728 h 210277"/>
                <a:gd name="connsiteX25" fmla="*/ 119243 w 123089"/>
                <a:gd name="connsiteY25" fmla="*/ 113088 h 210277"/>
                <a:gd name="connsiteX26" fmla="*/ 121294 w 123089"/>
                <a:gd name="connsiteY26" fmla="*/ 131039 h 210277"/>
                <a:gd name="connsiteX27" fmla="*/ 105908 w 123089"/>
                <a:gd name="connsiteY27" fmla="*/ 166940 h 210277"/>
                <a:gd name="connsiteX28" fmla="*/ 68982 w 123089"/>
                <a:gd name="connsiteY28" fmla="*/ 181813 h 210277"/>
                <a:gd name="connsiteX29" fmla="*/ 67443 w 123089"/>
                <a:gd name="connsiteY29" fmla="*/ 207457 h 210277"/>
                <a:gd name="connsiteX30" fmla="*/ 53596 w 123089"/>
                <a:gd name="connsiteY30" fmla="*/ 206431 h 210277"/>
                <a:gd name="connsiteX31" fmla="*/ 55134 w 123089"/>
                <a:gd name="connsiteY31" fmla="*/ 180787 h 210277"/>
                <a:gd name="connsiteX32" fmla="*/ 27439 w 123089"/>
                <a:gd name="connsiteY32" fmla="*/ 173607 h 210277"/>
                <a:gd name="connsiteX33" fmla="*/ 3847 w 123089"/>
                <a:gd name="connsiteY33" fmla="*/ 155657 h 210277"/>
                <a:gd name="connsiteX34" fmla="*/ 25900 w 123089"/>
                <a:gd name="connsiteY34" fmla="*/ 12539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3089" h="210277">
                  <a:moveTo>
                    <a:pt x="25900" y="125397"/>
                  </a:moveTo>
                  <a:cubicBezTo>
                    <a:pt x="31542" y="132577"/>
                    <a:pt x="37696" y="138732"/>
                    <a:pt x="43338" y="142322"/>
                  </a:cubicBezTo>
                  <a:cubicBezTo>
                    <a:pt x="49492" y="146425"/>
                    <a:pt x="55646" y="148476"/>
                    <a:pt x="62314" y="148476"/>
                  </a:cubicBezTo>
                  <a:cubicBezTo>
                    <a:pt x="67443" y="148989"/>
                    <a:pt x="72059" y="147451"/>
                    <a:pt x="75649" y="144374"/>
                  </a:cubicBezTo>
                  <a:cubicBezTo>
                    <a:pt x="79239" y="141296"/>
                    <a:pt x="81290" y="137706"/>
                    <a:pt x="81290" y="133090"/>
                  </a:cubicBezTo>
                  <a:cubicBezTo>
                    <a:pt x="81803" y="127962"/>
                    <a:pt x="80265" y="123859"/>
                    <a:pt x="77700" y="121294"/>
                  </a:cubicBezTo>
                  <a:cubicBezTo>
                    <a:pt x="75136" y="118217"/>
                    <a:pt x="68468" y="115140"/>
                    <a:pt x="58211" y="111550"/>
                  </a:cubicBezTo>
                  <a:cubicBezTo>
                    <a:pt x="42312" y="106421"/>
                    <a:pt x="31542" y="100267"/>
                    <a:pt x="25388" y="93086"/>
                  </a:cubicBezTo>
                  <a:cubicBezTo>
                    <a:pt x="19233" y="86419"/>
                    <a:pt x="16668" y="77187"/>
                    <a:pt x="17181" y="65391"/>
                  </a:cubicBezTo>
                  <a:cubicBezTo>
                    <a:pt x="18207" y="51544"/>
                    <a:pt x="23336" y="40260"/>
                    <a:pt x="32567" y="32055"/>
                  </a:cubicBezTo>
                  <a:cubicBezTo>
                    <a:pt x="41799" y="23849"/>
                    <a:pt x="54621" y="19233"/>
                    <a:pt x="70520" y="18720"/>
                  </a:cubicBezTo>
                  <a:lnTo>
                    <a:pt x="71546" y="3847"/>
                  </a:lnTo>
                  <a:lnTo>
                    <a:pt x="85393" y="4872"/>
                  </a:lnTo>
                  <a:lnTo>
                    <a:pt x="84881" y="19233"/>
                  </a:lnTo>
                  <a:cubicBezTo>
                    <a:pt x="91035" y="20258"/>
                    <a:pt x="97190" y="21797"/>
                    <a:pt x="102831" y="24874"/>
                  </a:cubicBezTo>
                  <a:cubicBezTo>
                    <a:pt x="108473" y="27439"/>
                    <a:pt x="114114" y="31029"/>
                    <a:pt x="119756" y="35132"/>
                  </a:cubicBezTo>
                  <a:lnTo>
                    <a:pt x="104369" y="64878"/>
                  </a:lnTo>
                  <a:cubicBezTo>
                    <a:pt x="99754" y="60775"/>
                    <a:pt x="95138" y="57185"/>
                    <a:pt x="90009" y="55134"/>
                  </a:cubicBezTo>
                  <a:cubicBezTo>
                    <a:pt x="84881" y="52569"/>
                    <a:pt x="80265" y="51544"/>
                    <a:pt x="75136" y="51031"/>
                  </a:cubicBezTo>
                  <a:cubicBezTo>
                    <a:pt x="70007" y="50518"/>
                    <a:pt x="65904" y="51544"/>
                    <a:pt x="62314" y="54108"/>
                  </a:cubicBezTo>
                  <a:cubicBezTo>
                    <a:pt x="59237" y="56159"/>
                    <a:pt x="57185" y="59237"/>
                    <a:pt x="57185" y="63340"/>
                  </a:cubicBezTo>
                  <a:cubicBezTo>
                    <a:pt x="57185" y="67443"/>
                    <a:pt x="58211" y="70520"/>
                    <a:pt x="60775" y="73084"/>
                  </a:cubicBezTo>
                  <a:cubicBezTo>
                    <a:pt x="63340" y="75649"/>
                    <a:pt x="68468" y="78213"/>
                    <a:pt x="76675" y="80777"/>
                  </a:cubicBezTo>
                  <a:lnTo>
                    <a:pt x="78213" y="81290"/>
                  </a:lnTo>
                  <a:cubicBezTo>
                    <a:pt x="95138" y="86932"/>
                    <a:pt x="106421" y="92573"/>
                    <a:pt x="111550" y="98728"/>
                  </a:cubicBezTo>
                  <a:cubicBezTo>
                    <a:pt x="115140" y="102831"/>
                    <a:pt x="117705" y="107447"/>
                    <a:pt x="119243" y="113088"/>
                  </a:cubicBezTo>
                  <a:cubicBezTo>
                    <a:pt x="120782" y="118730"/>
                    <a:pt x="121294" y="124372"/>
                    <a:pt x="121294" y="131039"/>
                  </a:cubicBezTo>
                  <a:cubicBezTo>
                    <a:pt x="120269" y="145912"/>
                    <a:pt x="115140" y="157708"/>
                    <a:pt x="105908" y="166940"/>
                  </a:cubicBezTo>
                  <a:cubicBezTo>
                    <a:pt x="96164" y="176172"/>
                    <a:pt x="84368" y="181300"/>
                    <a:pt x="68982" y="181813"/>
                  </a:cubicBezTo>
                  <a:lnTo>
                    <a:pt x="67443" y="207457"/>
                  </a:lnTo>
                  <a:lnTo>
                    <a:pt x="53596" y="206431"/>
                  </a:lnTo>
                  <a:lnTo>
                    <a:pt x="55134" y="180787"/>
                  </a:lnTo>
                  <a:cubicBezTo>
                    <a:pt x="44876" y="180275"/>
                    <a:pt x="36158" y="177710"/>
                    <a:pt x="27439" y="173607"/>
                  </a:cubicBezTo>
                  <a:cubicBezTo>
                    <a:pt x="19233" y="169504"/>
                    <a:pt x="11540" y="163350"/>
                    <a:pt x="3847" y="155657"/>
                  </a:cubicBezTo>
                  <a:lnTo>
                    <a:pt x="25900" y="12539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6985" y="-8890"/>
            <a:ext cx="12219305" cy="6882765"/>
            <a:chOff x="-43" y="-14"/>
            <a:chExt cx="19243" cy="10839"/>
          </a:xfrm>
        </p:grpSpPr>
        <p:sp>
          <p:nvSpPr>
            <p:cNvPr id="4" name="矩形 3"/>
            <p:cNvSpPr/>
            <p:nvPr userDrawn="1"/>
          </p:nvSpPr>
          <p:spPr>
            <a:xfrm>
              <a:off x="-26" y="-14"/>
              <a:ext cx="7250" cy="2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6230" y="-14"/>
              <a:ext cx="7222" cy="258"/>
            </a:xfrm>
            <a:prstGeom prst="rect">
              <a:avLst/>
            </a:prstGeom>
            <a:solidFill>
              <a:srgbClr val="5AC9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2960" y="-14"/>
              <a:ext cx="6240" cy="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43" y="10542"/>
              <a:ext cx="7250" cy="2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6213" y="10540"/>
              <a:ext cx="7222" cy="2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943" y="10539"/>
              <a:ext cx="6240" cy="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Rectangle 14"/>
          <p:cNvSpPr/>
          <p:nvPr/>
        </p:nvSpPr>
        <p:spPr>
          <a:xfrm>
            <a:off x="1283942" y="1006317"/>
            <a:ext cx="1261884" cy="372410"/>
          </a:xfrm>
          <a:prstGeom prst="rect">
            <a:avLst/>
          </a:prstGeom>
        </p:spPr>
        <p:txBody>
          <a:bodyPr wrap="none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40431" y="1633966"/>
            <a:ext cx="5847629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Q5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最大转化（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Nobid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）模式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下，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涨幅会是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什么表现？系统是否会为了消耗完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，无视成本涨幅？</a:t>
            </a:r>
            <a:endParaRPr kumimoji="1" lang="en-US" altLang="zh-CN" sz="1600" b="1" dirty="0" smtClean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6973137" y="450983"/>
            <a:ext cx="4948249" cy="1297172"/>
            <a:chOff x="3203084" y="3864147"/>
            <a:chExt cx="8102353" cy="2124013"/>
          </a:xfrm>
        </p:grpSpPr>
        <p:sp>
          <p:nvSpPr>
            <p:cNvPr id="250" name="任意多边形: 形状 5"/>
            <p:cNvSpPr/>
            <p:nvPr/>
          </p:nvSpPr>
          <p:spPr>
            <a:xfrm>
              <a:off x="9087779" y="4773679"/>
              <a:ext cx="271822" cy="271822"/>
            </a:xfrm>
            <a:custGeom>
              <a:avLst/>
              <a:gdLst>
                <a:gd name="connsiteX0" fmla="*/ 270540 w 271822"/>
                <a:gd name="connsiteY0" fmla="*/ 137193 h 271822"/>
                <a:gd name="connsiteX1" fmla="*/ 137193 w 271822"/>
                <a:gd name="connsiteY1" fmla="*/ 270540 h 271822"/>
                <a:gd name="connsiteX2" fmla="*/ 3847 w 271822"/>
                <a:gd name="connsiteY2" fmla="*/ 137193 h 271822"/>
                <a:gd name="connsiteX3" fmla="*/ 137193 w 271822"/>
                <a:gd name="connsiteY3" fmla="*/ 3847 h 271822"/>
                <a:gd name="connsiteX4" fmla="*/ 270540 w 271822"/>
                <a:gd name="connsiteY4" fmla="*/ 137193 h 27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822" h="271822">
                  <a:moveTo>
                    <a:pt x="270540" y="137193"/>
                  </a:moveTo>
                  <a:cubicBezTo>
                    <a:pt x="270540" y="211047"/>
                    <a:pt x="210534" y="270540"/>
                    <a:pt x="137193" y="270540"/>
                  </a:cubicBezTo>
                  <a:cubicBezTo>
                    <a:pt x="63340" y="270540"/>
                    <a:pt x="3847" y="211047"/>
                    <a:pt x="3847" y="137193"/>
                  </a:cubicBezTo>
                  <a:cubicBezTo>
                    <a:pt x="3847" y="63853"/>
                    <a:pt x="63340" y="3847"/>
                    <a:pt x="137193" y="3847"/>
                  </a:cubicBezTo>
                  <a:cubicBezTo>
                    <a:pt x="211047" y="3847"/>
                    <a:pt x="270540" y="63853"/>
                    <a:pt x="270540" y="137193"/>
                  </a:cubicBezTo>
                  <a:close/>
                </a:path>
              </a:pathLst>
            </a:custGeom>
            <a:solidFill>
              <a:srgbClr val="23B1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6"/>
            <p:cNvSpPr/>
            <p:nvPr/>
          </p:nvSpPr>
          <p:spPr>
            <a:xfrm>
              <a:off x="9129321" y="4857790"/>
              <a:ext cx="184634" cy="133347"/>
            </a:xfrm>
            <a:custGeom>
              <a:avLst/>
              <a:gdLst>
                <a:gd name="connsiteX0" fmla="*/ 179249 w 184633"/>
                <a:gd name="connsiteY0" fmla="*/ 47954 h 133346"/>
                <a:gd name="connsiteX1" fmla="*/ 175659 w 184633"/>
                <a:gd name="connsiteY1" fmla="*/ 50005 h 133346"/>
                <a:gd name="connsiteX2" fmla="*/ 164376 w 184633"/>
                <a:gd name="connsiteY2" fmla="*/ 62827 h 133346"/>
                <a:gd name="connsiteX3" fmla="*/ 94625 w 184633"/>
                <a:gd name="connsiteY3" fmla="*/ 12052 h 133346"/>
                <a:gd name="connsiteX4" fmla="*/ 61801 w 184633"/>
                <a:gd name="connsiteY4" fmla="*/ 18720 h 133346"/>
                <a:gd name="connsiteX5" fmla="*/ 45902 w 184633"/>
                <a:gd name="connsiteY5" fmla="*/ 3847 h 133346"/>
                <a:gd name="connsiteX6" fmla="*/ 48466 w 184633"/>
                <a:gd name="connsiteY6" fmla="*/ 26413 h 133346"/>
                <a:gd name="connsiteX7" fmla="*/ 26413 w 184633"/>
                <a:gd name="connsiteY7" fmla="*/ 56672 h 133346"/>
                <a:gd name="connsiteX8" fmla="*/ 8463 w 184633"/>
                <a:gd name="connsiteY8" fmla="*/ 56672 h 133346"/>
                <a:gd name="connsiteX9" fmla="*/ 3847 w 184633"/>
                <a:gd name="connsiteY9" fmla="*/ 61288 h 133346"/>
                <a:gd name="connsiteX10" fmla="*/ 3847 w 184633"/>
                <a:gd name="connsiteY10" fmla="*/ 87958 h 133346"/>
                <a:gd name="connsiteX11" fmla="*/ 8463 w 184633"/>
                <a:gd name="connsiteY11" fmla="*/ 92061 h 133346"/>
                <a:gd name="connsiteX12" fmla="*/ 32055 w 184633"/>
                <a:gd name="connsiteY12" fmla="*/ 92061 h 133346"/>
                <a:gd name="connsiteX13" fmla="*/ 35132 w 184633"/>
                <a:gd name="connsiteY13" fmla="*/ 96676 h 133346"/>
                <a:gd name="connsiteX14" fmla="*/ 59750 w 184633"/>
                <a:gd name="connsiteY14" fmla="*/ 84367 h 133346"/>
                <a:gd name="connsiteX15" fmla="*/ 63852 w 184633"/>
                <a:gd name="connsiteY15" fmla="*/ 82829 h 133346"/>
                <a:gd name="connsiteX16" fmla="*/ 65391 w 184633"/>
                <a:gd name="connsiteY16" fmla="*/ 86932 h 133346"/>
                <a:gd name="connsiteX17" fmla="*/ 40260 w 184633"/>
                <a:gd name="connsiteY17" fmla="*/ 101805 h 133346"/>
                <a:gd name="connsiteX18" fmla="*/ 49492 w 184633"/>
                <a:gd name="connsiteY18" fmla="*/ 109498 h 133346"/>
                <a:gd name="connsiteX19" fmla="*/ 49492 w 184633"/>
                <a:gd name="connsiteY19" fmla="*/ 127962 h 133346"/>
                <a:gd name="connsiteX20" fmla="*/ 54108 w 184633"/>
                <a:gd name="connsiteY20" fmla="*/ 132065 h 133346"/>
                <a:gd name="connsiteX21" fmla="*/ 68981 w 184633"/>
                <a:gd name="connsiteY21" fmla="*/ 132065 h 133346"/>
                <a:gd name="connsiteX22" fmla="*/ 73597 w 184633"/>
                <a:gd name="connsiteY22" fmla="*/ 127962 h 133346"/>
                <a:gd name="connsiteX23" fmla="*/ 73597 w 184633"/>
                <a:gd name="connsiteY23" fmla="*/ 120269 h 133346"/>
                <a:gd name="connsiteX24" fmla="*/ 96164 w 184633"/>
                <a:gd name="connsiteY24" fmla="*/ 123346 h 133346"/>
                <a:gd name="connsiteX25" fmla="*/ 122833 w 184633"/>
                <a:gd name="connsiteY25" fmla="*/ 119243 h 133346"/>
                <a:gd name="connsiteX26" fmla="*/ 122833 w 184633"/>
                <a:gd name="connsiteY26" fmla="*/ 128474 h 133346"/>
                <a:gd name="connsiteX27" fmla="*/ 127449 w 184633"/>
                <a:gd name="connsiteY27" fmla="*/ 132577 h 133346"/>
                <a:gd name="connsiteX28" fmla="*/ 142322 w 184633"/>
                <a:gd name="connsiteY28" fmla="*/ 132577 h 133346"/>
                <a:gd name="connsiteX29" fmla="*/ 146938 w 184633"/>
                <a:gd name="connsiteY29" fmla="*/ 128474 h 133346"/>
                <a:gd name="connsiteX30" fmla="*/ 146938 w 184633"/>
                <a:gd name="connsiteY30" fmla="*/ 106934 h 133346"/>
                <a:gd name="connsiteX31" fmla="*/ 166940 w 184633"/>
                <a:gd name="connsiteY31" fmla="*/ 69494 h 133346"/>
                <a:gd name="connsiteX32" fmla="*/ 183865 w 184633"/>
                <a:gd name="connsiteY32" fmla="*/ 52056 h 133346"/>
                <a:gd name="connsiteX33" fmla="*/ 179249 w 184633"/>
                <a:gd name="connsiteY33" fmla="*/ 47954 h 133346"/>
                <a:gd name="connsiteX34" fmla="*/ 52057 w 184633"/>
                <a:gd name="connsiteY34" fmla="*/ 56159 h 133346"/>
                <a:gd name="connsiteX35" fmla="*/ 43851 w 184633"/>
                <a:gd name="connsiteY35" fmla="*/ 47954 h 133346"/>
                <a:gd name="connsiteX36" fmla="*/ 52057 w 184633"/>
                <a:gd name="connsiteY36" fmla="*/ 39748 h 133346"/>
                <a:gd name="connsiteX37" fmla="*/ 60262 w 184633"/>
                <a:gd name="connsiteY37" fmla="*/ 47954 h 133346"/>
                <a:gd name="connsiteX38" fmla="*/ 52057 w 184633"/>
                <a:gd name="connsiteY38" fmla="*/ 56159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4633" h="133346">
                  <a:moveTo>
                    <a:pt x="179249" y="47954"/>
                  </a:moveTo>
                  <a:cubicBezTo>
                    <a:pt x="177710" y="47441"/>
                    <a:pt x="175659" y="48466"/>
                    <a:pt x="175659" y="50005"/>
                  </a:cubicBezTo>
                  <a:cubicBezTo>
                    <a:pt x="175659" y="50005"/>
                    <a:pt x="173094" y="59237"/>
                    <a:pt x="164376" y="62827"/>
                  </a:cubicBezTo>
                  <a:cubicBezTo>
                    <a:pt x="161298" y="34106"/>
                    <a:pt x="131039" y="12052"/>
                    <a:pt x="94625" y="12052"/>
                  </a:cubicBezTo>
                  <a:cubicBezTo>
                    <a:pt x="82829" y="12052"/>
                    <a:pt x="71545" y="14617"/>
                    <a:pt x="61801" y="18720"/>
                  </a:cubicBezTo>
                  <a:lnTo>
                    <a:pt x="45902" y="3847"/>
                  </a:lnTo>
                  <a:lnTo>
                    <a:pt x="48466" y="26413"/>
                  </a:lnTo>
                  <a:cubicBezTo>
                    <a:pt x="37183" y="34106"/>
                    <a:pt x="29490" y="44876"/>
                    <a:pt x="26413" y="56672"/>
                  </a:cubicBezTo>
                  <a:lnTo>
                    <a:pt x="8463" y="56672"/>
                  </a:lnTo>
                  <a:cubicBezTo>
                    <a:pt x="5898" y="56672"/>
                    <a:pt x="3847" y="58724"/>
                    <a:pt x="3847" y="61288"/>
                  </a:cubicBezTo>
                  <a:lnTo>
                    <a:pt x="3847" y="87958"/>
                  </a:lnTo>
                  <a:cubicBezTo>
                    <a:pt x="3847" y="90522"/>
                    <a:pt x="5898" y="92061"/>
                    <a:pt x="8463" y="92061"/>
                  </a:cubicBezTo>
                  <a:lnTo>
                    <a:pt x="32055" y="92061"/>
                  </a:lnTo>
                  <a:cubicBezTo>
                    <a:pt x="33080" y="93599"/>
                    <a:pt x="34106" y="95138"/>
                    <a:pt x="35132" y="96676"/>
                  </a:cubicBezTo>
                  <a:cubicBezTo>
                    <a:pt x="54108" y="94625"/>
                    <a:pt x="59237" y="84880"/>
                    <a:pt x="59750" y="84367"/>
                  </a:cubicBezTo>
                  <a:cubicBezTo>
                    <a:pt x="60775" y="82829"/>
                    <a:pt x="62314" y="82316"/>
                    <a:pt x="63852" y="82829"/>
                  </a:cubicBezTo>
                  <a:cubicBezTo>
                    <a:pt x="65391" y="83855"/>
                    <a:pt x="65904" y="85393"/>
                    <a:pt x="65391" y="86932"/>
                  </a:cubicBezTo>
                  <a:cubicBezTo>
                    <a:pt x="64878" y="87445"/>
                    <a:pt x="59237" y="98215"/>
                    <a:pt x="40260" y="101805"/>
                  </a:cubicBezTo>
                  <a:cubicBezTo>
                    <a:pt x="42825" y="104882"/>
                    <a:pt x="45902" y="107447"/>
                    <a:pt x="49492" y="109498"/>
                  </a:cubicBezTo>
                  <a:lnTo>
                    <a:pt x="49492" y="127962"/>
                  </a:lnTo>
                  <a:cubicBezTo>
                    <a:pt x="49492" y="130526"/>
                    <a:pt x="51544" y="132065"/>
                    <a:pt x="54108" y="132065"/>
                  </a:cubicBezTo>
                  <a:lnTo>
                    <a:pt x="68981" y="132065"/>
                  </a:lnTo>
                  <a:cubicBezTo>
                    <a:pt x="71545" y="132065"/>
                    <a:pt x="73597" y="130013"/>
                    <a:pt x="73597" y="127962"/>
                  </a:cubicBezTo>
                  <a:lnTo>
                    <a:pt x="73597" y="120269"/>
                  </a:lnTo>
                  <a:cubicBezTo>
                    <a:pt x="80777" y="122320"/>
                    <a:pt x="88470" y="123346"/>
                    <a:pt x="96164" y="123346"/>
                  </a:cubicBezTo>
                  <a:cubicBezTo>
                    <a:pt x="105395" y="123346"/>
                    <a:pt x="114627" y="121807"/>
                    <a:pt x="122833" y="119243"/>
                  </a:cubicBezTo>
                  <a:lnTo>
                    <a:pt x="122833" y="128474"/>
                  </a:lnTo>
                  <a:cubicBezTo>
                    <a:pt x="122833" y="131039"/>
                    <a:pt x="124884" y="132577"/>
                    <a:pt x="127449" y="132577"/>
                  </a:cubicBezTo>
                  <a:lnTo>
                    <a:pt x="142322" y="132577"/>
                  </a:lnTo>
                  <a:cubicBezTo>
                    <a:pt x="144886" y="132577"/>
                    <a:pt x="146938" y="130526"/>
                    <a:pt x="146938" y="128474"/>
                  </a:cubicBezTo>
                  <a:lnTo>
                    <a:pt x="146938" y="106934"/>
                  </a:lnTo>
                  <a:cubicBezTo>
                    <a:pt x="158734" y="97189"/>
                    <a:pt x="166427" y="83855"/>
                    <a:pt x="166940" y="69494"/>
                  </a:cubicBezTo>
                  <a:cubicBezTo>
                    <a:pt x="179762" y="65391"/>
                    <a:pt x="183352" y="52569"/>
                    <a:pt x="183865" y="52056"/>
                  </a:cubicBezTo>
                  <a:cubicBezTo>
                    <a:pt x="181813" y="50005"/>
                    <a:pt x="180787" y="48466"/>
                    <a:pt x="179249" y="47954"/>
                  </a:cubicBezTo>
                  <a:close/>
                  <a:moveTo>
                    <a:pt x="52057" y="56159"/>
                  </a:moveTo>
                  <a:cubicBezTo>
                    <a:pt x="47441" y="56159"/>
                    <a:pt x="43851" y="52569"/>
                    <a:pt x="43851" y="47954"/>
                  </a:cubicBezTo>
                  <a:cubicBezTo>
                    <a:pt x="43851" y="43338"/>
                    <a:pt x="47441" y="39748"/>
                    <a:pt x="52057" y="39748"/>
                  </a:cubicBezTo>
                  <a:cubicBezTo>
                    <a:pt x="56673" y="39748"/>
                    <a:pt x="60262" y="43338"/>
                    <a:pt x="60262" y="47954"/>
                  </a:cubicBezTo>
                  <a:cubicBezTo>
                    <a:pt x="60262" y="52056"/>
                    <a:pt x="56673" y="56159"/>
                    <a:pt x="52057" y="5615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10"/>
            <p:cNvSpPr/>
            <p:nvPr/>
          </p:nvSpPr>
          <p:spPr>
            <a:xfrm>
              <a:off x="9194969" y="4819837"/>
              <a:ext cx="56416" cy="41030"/>
            </a:xfrm>
            <a:custGeom>
              <a:avLst/>
              <a:gdLst>
                <a:gd name="connsiteX0" fmla="*/ 52056 w 56415"/>
                <a:gd name="connsiteY0" fmla="*/ 41799 h 41029"/>
                <a:gd name="connsiteX1" fmla="*/ 55134 w 56415"/>
                <a:gd name="connsiteY1" fmla="*/ 29490 h 41029"/>
                <a:gd name="connsiteX2" fmla="*/ 29490 w 56415"/>
                <a:gd name="connsiteY2" fmla="*/ 3847 h 41029"/>
                <a:gd name="connsiteX3" fmla="*/ 3847 w 56415"/>
                <a:gd name="connsiteY3" fmla="*/ 29490 h 41029"/>
                <a:gd name="connsiteX4" fmla="*/ 6924 w 56415"/>
                <a:gd name="connsiteY4" fmla="*/ 41286 h 41029"/>
                <a:gd name="connsiteX5" fmla="*/ 28464 w 56415"/>
                <a:gd name="connsiteY5" fmla="*/ 38722 h 41029"/>
                <a:gd name="connsiteX6" fmla="*/ 52056 w 56415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5" h="41029">
                  <a:moveTo>
                    <a:pt x="52056" y="41799"/>
                  </a:moveTo>
                  <a:cubicBezTo>
                    <a:pt x="54108" y="38209"/>
                    <a:pt x="55134" y="34106"/>
                    <a:pt x="55134" y="29490"/>
                  </a:cubicBezTo>
                  <a:cubicBezTo>
                    <a:pt x="55134" y="15130"/>
                    <a:pt x="43850" y="3847"/>
                    <a:pt x="29490" y="3847"/>
                  </a:cubicBezTo>
                  <a:cubicBezTo>
                    <a:pt x="15129" y="3847"/>
                    <a:pt x="3847" y="15130"/>
                    <a:pt x="3847" y="29490"/>
                  </a:cubicBezTo>
                  <a:cubicBezTo>
                    <a:pt x="3847" y="33593"/>
                    <a:pt x="4872" y="37696"/>
                    <a:pt x="6924" y="41286"/>
                  </a:cubicBezTo>
                  <a:cubicBezTo>
                    <a:pt x="13591" y="39748"/>
                    <a:pt x="20771" y="38722"/>
                    <a:pt x="28464" y="38722"/>
                  </a:cubicBezTo>
                  <a:cubicBezTo>
                    <a:pt x="36670" y="38722"/>
                    <a:pt x="44876" y="39748"/>
                    <a:pt x="52056" y="417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11"/>
            <p:cNvSpPr/>
            <p:nvPr/>
          </p:nvSpPr>
          <p:spPr>
            <a:xfrm>
              <a:off x="6097221" y="5104482"/>
              <a:ext cx="292337" cy="148733"/>
            </a:xfrm>
            <a:custGeom>
              <a:avLst/>
              <a:gdLst>
                <a:gd name="connsiteX0" fmla="*/ 67956 w 292337"/>
                <a:gd name="connsiteY0" fmla="*/ 3847 h 148732"/>
                <a:gd name="connsiteX1" fmla="*/ 3847 w 292337"/>
                <a:gd name="connsiteY1" fmla="*/ 77700 h 148732"/>
                <a:gd name="connsiteX2" fmla="*/ 290029 w 292337"/>
                <a:gd name="connsiteY2" fmla="*/ 133603 h 148732"/>
                <a:gd name="connsiteX3" fmla="*/ 258744 w 292337"/>
                <a:gd name="connsiteY3" fmla="*/ 42825 h 148732"/>
                <a:gd name="connsiteX4" fmla="*/ 67956 w 292337"/>
                <a:gd name="connsiteY4" fmla="*/ 3847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7" h="148732">
                  <a:moveTo>
                    <a:pt x="67956" y="3847"/>
                  </a:moveTo>
                  <a:lnTo>
                    <a:pt x="3847" y="77700"/>
                  </a:lnTo>
                  <a:cubicBezTo>
                    <a:pt x="80265" y="143348"/>
                    <a:pt x="187968" y="167966"/>
                    <a:pt x="290029" y="133603"/>
                  </a:cubicBezTo>
                  <a:lnTo>
                    <a:pt x="258744" y="42825"/>
                  </a:lnTo>
                  <a:cubicBezTo>
                    <a:pt x="190532" y="64365"/>
                    <a:pt x="118730" y="47441"/>
                    <a:pt x="67956" y="3847"/>
                  </a:cubicBezTo>
                  <a:close/>
                </a:path>
              </a:pathLst>
            </a:custGeom>
            <a:solidFill>
              <a:srgbClr val="F48C3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12"/>
            <p:cNvSpPr/>
            <p:nvPr/>
          </p:nvSpPr>
          <p:spPr>
            <a:xfrm>
              <a:off x="6354170" y="4996265"/>
              <a:ext cx="225664" cy="241050"/>
            </a:xfrm>
            <a:custGeom>
              <a:avLst/>
              <a:gdLst>
                <a:gd name="connsiteX0" fmla="*/ 5385 w 225663"/>
                <a:gd name="connsiteY0" fmla="*/ 150015 h 241049"/>
                <a:gd name="connsiteX1" fmla="*/ 3847 w 225663"/>
                <a:gd name="connsiteY1" fmla="*/ 150528 h 241049"/>
                <a:gd name="connsiteX2" fmla="*/ 35132 w 225663"/>
                <a:gd name="connsiteY2" fmla="*/ 241306 h 241049"/>
                <a:gd name="connsiteX3" fmla="*/ 226433 w 225663"/>
                <a:gd name="connsiteY3" fmla="*/ 21797 h 241049"/>
                <a:gd name="connsiteX4" fmla="*/ 135142 w 225663"/>
                <a:gd name="connsiteY4" fmla="*/ 3847 h 241049"/>
                <a:gd name="connsiteX5" fmla="*/ 5385 w 225663"/>
                <a:gd name="connsiteY5" fmla="*/ 15001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663" h="241049">
                  <a:moveTo>
                    <a:pt x="5385" y="150015"/>
                  </a:moveTo>
                  <a:cubicBezTo>
                    <a:pt x="4872" y="150015"/>
                    <a:pt x="4359" y="150015"/>
                    <a:pt x="3847" y="150528"/>
                  </a:cubicBezTo>
                  <a:lnTo>
                    <a:pt x="35132" y="241306"/>
                  </a:lnTo>
                  <a:cubicBezTo>
                    <a:pt x="136680" y="205918"/>
                    <a:pt x="206944" y="120268"/>
                    <a:pt x="226433" y="21797"/>
                  </a:cubicBezTo>
                  <a:lnTo>
                    <a:pt x="135142" y="3847"/>
                  </a:lnTo>
                  <a:cubicBezTo>
                    <a:pt x="121294" y="69494"/>
                    <a:pt x="74110" y="126423"/>
                    <a:pt x="5385" y="150015"/>
                  </a:cubicBezTo>
                  <a:close/>
                </a:path>
              </a:pathLst>
            </a:custGeom>
            <a:solidFill>
              <a:srgbClr val="53BB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13"/>
            <p:cNvSpPr/>
            <p:nvPr/>
          </p:nvSpPr>
          <p:spPr>
            <a:xfrm>
              <a:off x="5995042" y="4900871"/>
              <a:ext cx="169248" cy="282080"/>
            </a:xfrm>
            <a:custGeom>
              <a:avLst/>
              <a:gdLst>
                <a:gd name="connsiteX0" fmla="*/ 103462 w 169247"/>
                <a:gd name="connsiteY0" fmla="*/ 22310 h 282079"/>
                <a:gd name="connsiteX1" fmla="*/ 9094 w 169247"/>
                <a:gd name="connsiteY1" fmla="*/ 3847 h 282079"/>
                <a:gd name="connsiteX2" fmla="*/ 19864 w 169247"/>
                <a:gd name="connsiteY2" fmla="*/ 154118 h 282079"/>
                <a:gd name="connsiteX3" fmla="*/ 103975 w 169247"/>
                <a:gd name="connsiteY3" fmla="*/ 279259 h 282079"/>
                <a:gd name="connsiteX4" fmla="*/ 168084 w 169247"/>
                <a:gd name="connsiteY4" fmla="*/ 205405 h 282079"/>
                <a:gd name="connsiteX5" fmla="*/ 111668 w 169247"/>
                <a:gd name="connsiteY5" fmla="*/ 120781 h 282079"/>
                <a:gd name="connsiteX6" fmla="*/ 103462 w 169247"/>
                <a:gd name="connsiteY6" fmla="*/ 22310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247" h="282079">
                  <a:moveTo>
                    <a:pt x="103462" y="22310"/>
                  </a:moveTo>
                  <a:lnTo>
                    <a:pt x="9094" y="3847"/>
                  </a:lnTo>
                  <a:cubicBezTo>
                    <a:pt x="-138" y="52569"/>
                    <a:pt x="2426" y="103857"/>
                    <a:pt x="19864" y="154118"/>
                  </a:cubicBezTo>
                  <a:cubicBezTo>
                    <a:pt x="37302" y="204380"/>
                    <a:pt x="66535" y="246948"/>
                    <a:pt x="103975" y="279259"/>
                  </a:cubicBezTo>
                  <a:lnTo>
                    <a:pt x="168084" y="205405"/>
                  </a:lnTo>
                  <a:cubicBezTo>
                    <a:pt x="142953" y="183352"/>
                    <a:pt x="122951" y="154631"/>
                    <a:pt x="111668" y="120781"/>
                  </a:cubicBezTo>
                  <a:cubicBezTo>
                    <a:pt x="99872" y="88470"/>
                    <a:pt x="97821" y="54621"/>
                    <a:pt x="103462" y="22310"/>
                  </a:cubicBezTo>
                  <a:close/>
                </a:path>
              </a:pathLst>
            </a:custGeom>
            <a:solidFill>
              <a:srgbClr val="F049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14"/>
            <p:cNvSpPr/>
            <p:nvPr/>
          </p:nvSpPr>
          <p:spPr>
            <a:xfrm>
              <a:off x="6422895" y="4735726"/>
              <a:ext cx="164119" cy="282080"/>
            </a:xfrm>
            <a:custGeom>
              <a:avLst/>
              <a:gdLst>
                <a:gd name="connsiteX0" fmla="*/ 67443 w 164119"/>
                <a:gd name="connsiteY0" fmla="*/ 261308 h 282079"/>
                <a:gd name="connsiteX1" fmla="*/ 158734 w 164119"/>
                <a:gd name="connsiteY1" fmla="*/ 279259 h 282079"/>
                <a:gd name="connsiteX2" fmla="*/ 147964 w 164119"/>
                <a:gd name="connsiteY2" fmla="*/ 128987 h 282079"/>
                <a:gd name="connsiteX3" fmla="*/ 63853 w 164119"/>
                <a:gd name="connsiteY3" fmla="*/ 3847 h 282079"/>
                <a:gd name="connsiteX4" fmla="*/ 3847 w 164119"/>
                <a:gd name="connsiteY4" fmla="*/ 72571 h 282079"/>
                <a:gd name="connsiteX5" fmla="*/ 60262 w 164119"/>
                <a:gd name="connsiteY5" fmla="*/ 157195 h 282079"/>
                <a:gd name="connsiteX6" fmla="*/ 67443 w 164119"/>
                <a:gd name="connsiteY6" fmla="*/ 261308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19" h="282079">
                  <a:moveTo>
                    <a:pt x="67443" y="261308"/>
                  </a:moveTo>
                  <a:lnTo>
                    <a:pt x="158734" y="279259"/>
                  </a:lnTo>
                  <a:cubicBezTo>
                    <a:pt x="167966" y="230536"/>
                    <a:pt x="165401" y="179249"/>
                    <a:pt x="147964" y="128987"/>
                  </a:cubicBezTo>
                  <a:cubicBezTo>
                    <a:pt x="130526" y="78726"/>
                    <a:pt x="101292" y="36158"/>
                    <a:pt x="63853" y="3847"/>
                  </a:cubicBezTo>
                  <a:lnTo>
                    <a:pt x="3847" y="72571"/>
                  </a:lnTo>
                  <a:cubicBezTo>
                    <a:pt x="28977" y="94625"/>
                    <a:pt x="48979" y="123346"/>
                    <a:pt x="60262" y="157195"/>
                  </a:cubicBezTo>
                  <a:cubicBezTo>
                    <a:pt x="72572" y="192071"/>
                    <a:pt x="74110" y="227459"/>
                    <a:pt x="67443" y="261308"/>
                  </a:cubicBezTo>
                  <a:close/>
                </a:path>
              </a:pathLst>
            </a:custGeom>
            <a:solidFill>
              <a:srgbClr val="348E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15"/>
            <p:cNvSpPr/>
            <p:nvPr/>
          </p:nvSpPr>
          <p:spPr>
            <a:xfrm>
              <a:off x="6574705" y="4403898"/>
              <a:ext cx="2420756" cy="1410398"/>
            </a:xfrm>
            <a:custGeom>
              <a:avLst/>
              <a:gdLst>
                <a:gd name="connsiteX0" fmla="*/ 2277408 w 2420756"/>
                <a:gd name="connsiteY0" fmla="*/ 3847 h 1410398"/>
                <a:gd name="connsiteX1" fmla="*/ 147451 w 2420756"/>
                <a:gd name="connsiteY1" fmla="*/ 3847 h 1410398"/>
                <a:gd name="connsiteX2" fmla="*/ 3847 w 2420756"/>
                <a:gd name="connsiteY2" fmla="*/ 147451 h 1410398"/>
                <a:gd name="connsiteX3" fmla="*/ 3847 w 2420756"/>
                <a:gd name="connsiteY3" fmla="*/ 1409116 h 1410398"/>
                <a:gd name="connsiteX4" fmla="*/ 2421526 w 2420756"/>
                <a:gd name="connsiteY4" fmla="*/ 1409116 h 1410398"/>
                <a:gd name="connsiteX5" fmla="*/ 2421526 w 2420756"/>
                <a:gd name="connsiteY5" fmla="*/ 147451 h 1410398"/>
                <a:gd name="connsiteX6" fmla="*/ 2277408 w 2420756"/>
                <a:gd name="connsiteY6" fmla="*/ 3847 h 141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0756" h="1410398">
                  <a:moveTo>
                    <a:pt x="2277408" y="3847"/>
                  </a:moveTo>
                  <a:lnTo>
                    <a:pt x="147451" y="3847"/>
                  </a:lnTo>
                  <a:cubicBezTo>
                    <a:pt x="67956" y="3847"/>
                    <a:pt x="3847" y="67956"/>
                    <a:pt x="3847" y="147451"/>
                  </a:cubicBezTo>
                  <a:lnTo>
                    <a:pt x="3847" y="1409116"/>
                  </a:lnTo>
                  <a:lnTo>
                    <a:pt x="2421526" y="1409116"/>
                  </a:lnTo>
                  <a:lnTo>
                    <a:pt x="2421526" y="147451"/>
                  </a:lnTo>
                  <a:cubicBezTo>
                    <a:pt x="2421012" y="67956"/>
                    <a:pt x="2356903" y="3847"/>
                    <a:pt x="2277408" y="3847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16"/>
            <p:cNvSpPr/>
            <p:nvPr/>
          </p:nvSpPr>
          <p:spPr>
            <a:xfrm>
              <a:off x="6673177" y="4502370"/>
              <a:ext cx="2225865" cy="1215507"/>
            </a:xfrm>
            <a:custGeom>
              <a:avLst/>
              <a:gdLst>
                <a:gd name="connsiteX0" fmla="*/ 2178937 w 2225864"/>
                <a:gd name="connsiteY0" fmla="*/ 3847 h 1215507"/>
                <a:gd name="connsiteX1" fmla="*/ 48980 w 2225864"/>
                <a:gd name="connsiteY1" fmla="*/ 3847 h 1215507"/>
                <a:gd name="connsiteX2" fmla="*/ 3847 w 2225864"/>
                <a:gd name="connsiteY2" fmla="*/ 48979 h 1215507"/>
                <a:gd name="connsiteX3" fmla="*/ 3847 w 2225864"/>
                <a:gd name="connsiteY3" fmla="*/ 1212686 h 1215507"/>
                <a:gd name="connsiteX4" fmla="*/ 2224583 w 2225864"/>
                <a:gd name="connsiteY4" fmla="*/ 1212686 h 1215507"/>
                <a:gd name="connsiteX5" fmla="*/ 2224583 w 2225864"/>
                <a:gd name="connsiteY5" fmla="*/ 48979 h 1215507"/>
                <a:gd name="connsiteX6" fmla="*/ 2178937 w 2225864"/>
                <a:gd name="connsiteY6" fmla="*/ 3847 h 121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5864" h="1215507">
                  <a:moveTo>
                    <a:pt x="2178937" y="3847"/>
                  </a:moveTo>
                  <a:lnTo>
                    <a:pt x="48980" y="3847"/>
                  </a:lnTo>
                  <a:cubicBezTo>
                    <a:pt x="23849" y="3847"/>
                    <a:pt x="3847" y="24361"/>
                    <a:pt x="3847" y="48979"/>
                  </a:cubicBezTo>
                  <a:lnTo>
                    <a:pt x="3847" y="1212686"/>
                  </a:lnTo>
                  <a:lnTo>
                    <a:pt x="2224583" y="1212686"/>
                  </a:lnTo>
                  <a:lnTo>
                    <a:pt x="2224583" y="48979"/>
                  </a:lnTo>
                  <a:cubicBezTo>
                    <a:pt x="2224070" y="23849"/>
                    <a:pt x="2204068" y="3847"/>
                    <a:pt x="2178937" y="38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17"/>
            <p:cNvSpPr/>
            <p:nvPr/>
          </p:nvSpPr>
          <p:spPr>
            <a:xfrm>
              <a:off x="6442384" y="5809681"/>
              <a:ext cx="2707964" cy="138475"/>
            </a:xfrm>
            <a:custGeom>
              <a:avLst/>
              <a:gdLst>
                <a:gd name="connsiteX0" fmla="*/ 3847 w 2707964"/>
                <a:gd name="connsiteY0" fmla="*/ 3847 h 138475"/>
                <a:gd name="connsiteX1" fmla="*/ 137706 w 2707964"/>
                <a:gd name="connsiteY1" fmla="*/ 137706 h 138475"/>
                <a:gd name="connsiteX2" fmla="*/ 2571797 w 2707964"/>
                <a:gd name="connsiteY2" fmla="*/ 137706 h 138475"/>
                <a:gd name="connsiteX3" fmla="*/ 2705657 w 2707964"/>
                <a:gd name="connsiteY3" fmla="*/ 3847 h 138475"/>
                <a:gd name="connsiteX4" fmla="*/ 3847 w 2707964"/>
                <a:gd name="connsiteY4" fmla="*/ 3847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7964" h="138475">
                  <a:moveTo>
                    <a:pt x="3847" y="3847"/>
                  </a:moveTo>
                  <a:cubicBezTo>
                    <a:pt x="3847" y="77700"/>
                    <a:pt x="63853" y="137706"/>
                    <a:pt x="137706" y="137706"/>
                  </a:cubicBezTo>
                  <a:lnTo>
                    <a:pt x="2571797" y="137706"/>
                  </a:lnTo>
                  <a:cubicBezTo>
                    <a:pt x="2645650" y="137706"/>
                    <a:pt x="2705657" y="77700"/>
                    <a:pt x="2705657" y="3847"/>
                  </a:cubicBezTo>
                  <a:lnTo>
                    <a:pt x="3847" y="3847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18"/>
            <p:cNvSpPr/>
            <p:nvPr/>
          </p:nvSpPr>
          <p:spPr>
            <a:xfrm>
              <a:off x="6574705" y="5784037"/>
              <a:ext cx="2420756" cy="30772"/>
            </a:xfrm>
            <a:custGeom>
              <a:avLst/>
              <a:gdLst>
                <a:gd name="connsiteX0" fmla="*/ 3847 w 2420756"/>
                <a:gd name="connsiteY0" fmla="*/ 3847 h 30772"/>
                <a:gd name="connsiteX1" fmla="*/ 2421526 w 2420756"/>
                <a:gd name="connsiteY1" fmla="*/ 3847 h 30772"/>
                <a:gd name="connsiteX2" fmla="*/ 2421526 w 2420756"/>
                <a:gd name="connsiteY2" fmla="*/ 29490 h 30772"/>
                <a:gd name="connsiteX3" fmla="*/ 3847 w 2420756"/>
                <a:gd name="connsiteY3" fmla="*/ 29490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0756" h="30772">
                  <a:moveTo>
                    <a:pt x="3847" y="3847"/>
                  </a:moveTo>
                  <a:lnTo>
                    <a:pt x="2421526" y="3847"/>
                  </a:lnTo>
                  <a:lnTo>
                    <a:pt x="2421526" y="29490"/>
                  </a:lnTo>
                  <a:lnTo>
                    <a:pt x="3847" y="29490"/>
                  </a:lnTo>
                  <a:close/>
                </a:path>
              </a:pathLst>
            </a:custGeom>
            <a:solidFill>
              <a:srgbClr val="464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19"/>
            <p:cNvSpPr/>
            <p:nvPr/>
          </p:nvSpPr>
          <p:spPr>
            <a:xfrm>
              <a:off x="7499414" y="5809681"/>
              <a:ext cx="574417" cy="41030"/>
            </a:xfrm>
            <a:custGeom>
              <a:avLst/>
              <a:gdLst>
                <a:gd name="connsiteX0" fmla="*/ 533131 w 574416"/>
                <a:gd name="connsiteY0" fmla="*/ 41799 h 41029"/>
                <a:gd name="connsiteX1" fmla="*/ 41799 w 574416"/>
                <a:gd name="connsiteY1" fmla="*/ 41799 h 41029"/>
                <a:gd name="connsiteX2" fmla="*/ 3847 w 574416"/>
                <a:gd name="connsiteY2" fmla="*/ 3847 h 41029"/>
                <a:gd name="connsiteX3" fmla="*/ 3847 w 574416"/>
                <a:gd name="connsiteY3" fmla="*/ 3847 h 41029"/>
                <a:gd name="connsiteX4" fmla="*/ 571083 w 574416"/>
                <a:gd name="connsiteY4" fmla="*/ 3847 h 41029"/>
                <a:gd name="connsiteX5" fmla="*/ 571083 w 574416"/>
                <a:gd name="connsiteY5" fmla="*/ 3847 h 41029"/>
                <a:gd name="connsiteX6" fmla="*/ 533131 w 574416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4416" h="41029">
                  <a:moveTo>
                    <a:pt x="533131" y="41799"/>
                  </a:moveTo>
                  <a:lnTo>
                    <a:pt x="41799" y="41799"/>
                  </a:lnTo>
                  <a:cubicBezTo>
                    <a:pt x="20771" y="41799"/>
                    <a:pt x="3847" y="24874"/>
                    <a:pt x="3847" y="3847"/>
                  </a:cubicBezTo>
                  <a:lnTo>
                    <a:pt x="3847" y="3847"/>
                  </a:lnTo>
                  <a:lnTo>
                    <a:pt x="571083" y="3847"/>
                  </a:lnTo>
                  <a:lnTo>
                    <a:pt x="571083" y="3847"/>
                  </a:lnTo>
                  <a:cubicBezTo>
                    <a:pt x="571596" y="24874"/>
                    <a:pt x="554158" y="41799"/>
                    <a:pt x="533131" y="41799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0"/>
            <p:cNvSpPr/>
            <p:nvPr/>
          </p:nvSpPr>
          <p:spPr>
            <a:xfrm>
              <a:off x="5454080" y="5376304"/>
              <a:ext cx="687249" cy="600060"/>
            </a:xfrm>
            <a:custGeom>
              <a:avLst/>
              <a:gdLst>
                <a:gd name="connsiteX0" fmla="*/ 19746 w 687248"/>
                <a:gd name="connsiteY0" fmla="*/ 398245 h 600060"/>
                <a:gd name="connsiteX1" fmla="*/ 3847 w 687248"/>
                <a:gd name="connsiteY1" fmla="*/ 363883 h 600060"/>
                <a:gd name="connsiteX2" fmla="*/ 122320 w 687248"/>
                <a:gd name="connsiteY2" fmla="*/ 156169 h 600060"/>
                <a:gd name="connsiteX3" fmla="*/ 335162 w 687248"/>
                <a:gd name="connsiteY3" fmla="*/ 3847 h 600060"/>
                <a:gd name="connsiteX4" fmla="*/ 686992 w 687248"/>
                <a:gd name="connsiteY4" fmla="*/ 152579 h 600060"/>
                <a:gd name="connsiteX5" fmla="*/ 631602 w 687248"/>
                <a:gd name="connsiteY5" fmla="*/ 282849 h 600060"/>
                <a:gd name="connsiteX6" fmla="*/ 558774 w 687248"/>
                <a:gd name="connsiteY6" fmla="*/ 454148 h 600060"/>
                <a:gd name="connsiteX7" fmla="*/ 497229 w 687248"/>
                <a:gd name="connsiteY7" fmla="*/ 600317 h 60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248" h="600060">
                  <a:moveTo>
                    <a:pt x="19746" y="398245"/>
                  </a:moveTo>
                  <a:lnTo>
                    <a:pt x="3847" y="363883"/>
                  </a:lnTo>
                  <a:lnTo>
                    <a:pt x="122320" y="156169"/>
                  </a:lnTo>
                  <a:lnTo>
                    <a:pt x="335162" y="3847"/>
                  </a:lnTo>
                  <a:lnTo>
                    <a:pt x="686992" y="152579"/>
                  </a:lnTo>
                  <a:lnTo>
                    <a:pt x="631602" y="282849"/>
                  </a:lnTo>
                  <a:lnTo>
                    <a:pt x="558774" y="454148"/>
                  </a:lnTo>
                  <a:lnTo>
                    <a:pt x="497229" y="600317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1"/>
            <p:cNvSpPr/>
            <p:nvPr/>
          </p:nvSpPr>
          <p:spPr>
            <a:xfrm>
              <a:off x="5454080" y="5736340"/>
              <a:ext cx="497486" cy="241050"/>
            </a:xfrm>
            <a:custGeom>
              <a:avLst/>
              <a:gdLst>
                <a:gd name="connsiteX0" fmla="*/ 19746 w 497485"/>
                <a:gd name="connsiteY0" fmla="*/ 38209 h 241049"/>
                <a:gd name="connsiteX1" fmla="*/ 3847 w 497485"/>
                <a:gd name="connsiteY1" fmla="*/ 3847 h 241049"/>
                <a:gd name="connsiteX2" fmla="*/ 466970 w 497485"/>
                <a:gd name="connsiteY2" fmla="*/ 174120 h 241049"/>
                <a:gd name="connsiteX3" fmla="*/ 497229 w 497485"/>
                <a:gd name="connsiteY3" fmla="*/ 240281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485" h="241049">
                  <a:moveTo>
                    <a:pt x="19746" y="38209"/>
                  </a:moveTo>
                  <a:lnTo>
                    <a:pt x="3847" y="3847"/>
                  </a:lnTo>
                  <a:lnTo>
                    <a:pt x="466970" y="174120"/>
                  </a:lnTo>
                  <a:lnTo>
                    <a:pt x="497229" y="24028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2"/>
            <p:cNvSpPr/>
            <p:nvPr/>
          </p:nvSpPr>
          <p:spPr>
            <a:xfrm>
              <a:off x="6075168" y="5491187"/>
              <a:ext cx="66673" cy="148733"/>
            </a:xfrm>
            <a:custGeom>
              <a:avLst/>
              <a:gdLst>
                <a:gd name="connsiteX0" fmla="*/ 19745 w 66673"/>
                <a:gd name="connsiteY0" fmla="*/ 145912 h 148732"/>
                <a:gd name="connsiteX1" fmla="*/ 65904 w 66673"/>
                <a:gd name="connsiteY1" fmla="*/ 37696 h 148732"/>
                <a:gd name="connsiteX2" fmla="*/ 50005 w 66673"/>
                <a:gd name="connsiteY2" fmla="*/ 3847 h 148732"/>
                <a:gd name="connsiteX3" fmla="*/ 3847 w 66673"/>
                <a:gd name="connsiteY3" fmla="*/ 111550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48732">
                  <a:moveTo>
                    <a:pt x="19745" y="145912"/>
                  </a:moveTo>
                  <a:lnTo>
                    <a:pt x="65904" y="37696"/>
                  </a:lnTo>
                  <a:lnTo>
                    <a:pt x="50005" y="3847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3"/>
            <p:cNvSpPr/>
            <p:nvPr/>
          </p:nvSpPr>
          <p:spPr>
            <a:xfrm>
              <a:off x="5454080" y="5288603"/>
              <a:ext cx="671862" cy="656476"/>
            </a:xfrm>
            <a:custGeom>
              <a:avLst/>
              <a:gdLst>
                <a:gd name="connsiteX0" fmla="*/ 3847 w 671862"/>
                <a:gd name="connsiteY0" fmla="*/ 451584 h 656476"/>
                <a:gd name="connsiteX1" fmla="*/ 65391 w 671862"/>
                <a:gd name="connsiteY1" fmla="*/ 305928 h 656476"/>
                <a:gd name="connsiteX2" fmla="*/ 193609 w 671862"/>
                <a:gd name="connsiteY2" fmla="*/ 3847 h 656476"/>
                <a:gd name="connsiteX3" fmla="*/ 319263 w 671862"/>
                <a:gd name="connsiteY3" fmla="*/ 57185 h 656476"/>
                <a:gd name="connsiteX4" fmla="*/ 671093 w 671862"/>
                <a:gd name="connsiteY4" fmla="*/ 206431 h 656476"/>
                <a:gd name="connsiteX5" fmla="*/ 615703 w 671862"/>
                <a:gd name="connsiteY5" fmla="*/ 336188 h 656476"/>
                <a:gd name="connsiteX6" fmla="*/ 542875 w 671862"/>
                <a:gd name="connsiteY6" fmla="*/ 508000 h 656476"/>
                <a:gd name="connsiteX7" fmla="*/ 481330 w 671862"/>
                <a:gd name="connsiteY7" fmla="*/ 653656 h 65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1862" h="656476">
                  <a:moveTo>
                    <a:pt x="3847" y="451584"/>
                  </a:moveTo>
                  <a:lnTo>
                    <a:pt x="65391" y="305928"/>
                  </a:lnTo>
                  <a:lnTo>
                    <a:pt x="193609" y="3847"/>
                  </a:lnTo>
                  <a:lnTo>
                    <a:pt x="319263" y="57185"/>
                  </a:lnTo>
                  <a:lnTo>
                    <a:pt x="671093" y="206431"/>
                  </a:lnTo>
                  <a:lnTo>
                    <a:pt x="615703" y="336188"/>
                  </a:lnTo>
                  <a:lnTo>
                    <a:pt x="542875" y="508000"/>
                  </a:lnTo>
                  <a:lnTo>
                    <a:pt x="481330" y="65365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4"/>
            <p:cNvSpPr/>
            <p:nvPr/>
          </p:nvSpPr>
          <p:spPr>
            <a:xfrm>
              <a:off x="5597684" y="5288603"/>
              <a:ext cx="528258" cy="317981"/>
            </a:xfrm>
            <a:custGeom>
              <a:avLst/>
              <a:gdLst>
                <a:gd name="connsiteX0" fmla="*/ 481330 w 528258"/>
                <a:gd name="connsiteY0" fmla="*/ 314134 h 317980"/>
                <a:gd name="connsiteX1" fmla="*/ 527489 w 528258"/>
                <a:gd name="connsiteY1" fmla="*/ 206431 h 317980"/>
                <a:gd name="connsiteX2" fmla="*/ 50005 w 528258"/>
                <a:gd name="connsiteY2" fmla="*/ 3847 h 317980"/>
                <a:gd name="connsiteX3" fmla="*/ 3847 w 528258"/>
                <a:gd name="connsiteY3" fmla="*/ 112063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258" h="317980">
                  <a:moveTo>
                    <a:pt x="481330" y="314134"/>
                  </a:moveTo>
                  <a:lnTo>
                    <a:pt x="527489" y="206431"/>
                  </a:lnTo>
                  <a:lnTo>
                    <a:pt x="50005" y="3847"/>
                  </a:lnTo>
                  <a:lnTo>
                    <a:pt x="3847" y="112063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5"/>
            <p:cNvSpPr/>
            <p:nvPr/>
          </p:nvSpPr>
          <p:spPr>
            <a:xfrm>
              <a:off x="5710676" y="53795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536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868"/>
                    <a:pt x="6251" y="44716"/>
                    <a:pt x="18560" y="49845"/>
                  </a:cubicBezTo>
                  <a:cubicBezTo>
                    <a:pt x="30869" y="54973"/>
                    <a:pt x="44716" y="49332"/>
                    <a:pt x="49845" y="37023"/>
                  </a:cubicBezTo>
                  <a:cubicBezTo>
                    <a:pt x="54974" y="24714"/>
                    <a:pt x="49332" y="10866"/>
                    <a:pt x="37536" y="5738"/>
                  </a:cubicBezTo>
                  <a:cubicBezTo>
                    <a:pt x="24714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"/>
            <p:cNvSpPr/>
            <p:nvPr/>
          </p:nvSpPr>
          <p:spPr>
            <a:xfrm>
              <a:off x="5682588" y="5288883"/>
              <a:ext cx="117961" cy="128218"/>
            </a:xfrm>
            <a:custGeom>
              <a:avLst/>
              <a:gdLst>
                <a:gd name="connsiteX0" fmla="*/ 57418 w 117960"/>
                <a:gd name="connsiteY0" fmla="*/ 106654 h 128218"/>
                <a:gd name="connsiteX1" fmla="*/ 50238 w 117960"/>
                <a:gd name="connsiteY1" fmla="*/ 103577 h 128218"/>
                <a:gd name="connsiteX2" fmla="*/ 43058 w 117960"/>
                <a:gd name="connsiteY2" fmla="*/ 85113 h 128218"/>
                <a:gd name="connsiteX3" fmla="*/ 61521 w 117960"/>
                <a:gd name="connsiteY3" fmla="*/ 41519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654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654"/>
                  </a:moveTo>
                  <a:lnTo>
                    <a:pt x="50238" y="103577"/>
                  </a:lnTo>
                  <a:cubicBezTo>
                    <a:pt x="43058" y="100499"/>
                    <a:pt x="39980" y="92293"/>
                    <a:pt x="43058" y="85113"/>
                  </a:cubicBezTo>
                  <a:lnTo>
                    <a:pt x="61521" y="41519"/>
                  </a:lnTo>
                  <a:cubicBezTo>
                    <a:pt x="64598" y="34339"/>
                    <a:pt x="72804" y="31262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69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5373"/>
                    <a:pt x="63060" y="109218"/>
                    <a:pt x="57418" y="10665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7"/>
            <p:cNvSpPr/>
            <p:nvPr/>
          </p:nvSpPr>
          <p:spPr>
            <a:xfrm>
              <a:off x="5707109" y="5299422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0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6114 h 117960"/>
                <a:gd name="connsiteX6" fmla="*/ 25204 w 92316"/>
                <a:gd name="connsiteY6" fmla="*/ 93037 h 117960"/>
                <a:gd name="connsiteX7" fmla="*/ 18024 w 92316"/>
                <a:gd name="connsiteY7" fmla="*/ 74573 h 117960"/>
                <a:gd name="connsiteX8" fmla="*/ 36487 w 92316"/>
                <a:gd name="connsiteY8" fmla="*/ 30979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0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6114"/>
                  </a:cubicBezTo>
                  <a:lnTo>
                    <a:pt x="25204" y="93037"/>
                  </a:lnTo>
                  <a:cubicBezTo>
                    <a:pt x="18024" y="89960"/>
                    <a:pt x="14947" y="81754"/>
                    <a:pt x="18024" y="74573"/>
                  </a:cubicBezTo>
                  <a:lnTo>
                    <a:pt x="36487" y="30979"/>
                  </a:lnTo>
                  <a:cubicBezTo>
                    <a:pt x="39565" y="23799"/>
                    <a:pt x="47771" y="20722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8"/>
            <p:cNvSpPr/>
            <p:nvPr/>
          </p:nvSpPr>
          <p:spPr>
            <a:xfrm>
              <a:off x="5954803" y="54831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023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356"/>
                    <a:pt x="6251" y="44716"/>
                    <a:pt x="18560" y="49845"/>
                  </a:cubicBezTo>
                  <a:cubicBezTo>
                    <a:pt x="30868" y="54974"/>
                    <a:pt x="44716" y="49332"/>
                    <a:pt x="49845" y="37023"/>
                  </a:cubicBezTo>
                  <a:cubicBezTo>
                    <a:pt x="54973" y="24714"/>
                    <a:pt x="49332" y="10866"/>
                    <a:pt x="37023" y="5738"/>
                  </a:cubicBezTo>
                  <a:cubicBezTo>
                    <a:pt x="25227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9"/>
            <p:cNvSpPr/>
            <p:nvPr/>
          </p:nvSpPr>
          <p:spPr>
            <a:xfrm>
              <a:off x="5927228" y="5392996"/>
              <a:ext cx="117961" cy="128218"/>
            </a:xfrm>
            <a:custGeom>
              <a:avLst/>
              <a:gdLst>
                <a:gd name="connsiteX0" fmla="*/ 57418 w 117960"/>
                <a:gd name="connsiteY0" fmla="*/ 106141 h 128218"/>
                <a:gd name="connsiteX1" fmla="*/ 50238 w 117960"/>
                <a:gd name="connsiteY1" fmla="*/ 103064 h 128218"/>
                <a:gd name="connsiteX2" fmla="*/ 43058 w 117960"/>
                <a:gd name="connsiteY2" fmla="*/ 84600 h 128218"/>
                <a:gd name="connsiteX3" fmla="*/ 61521 w 117960"/>
                <a:gd name="connsiteY3" fmla="*/ 41006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141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141"/>
                  </a:moveTo>
                  <a:lnTo>
                    <a:pt x="50238" y="103064"/>
                  </a:lnTo>
                  <a:cubicBezTo>
                    <a:pt x="43058" y="99987"/>
                    <a:pt x="39980" y="91781"/>
                    <a:pt x="43058" y="84600"/>
                  </a:cubicBezTo>
                  <a:lnTo>
                    <a:pt x="61521" y="41006"/>
                  </a:lnTo>
                  <a:cubicBezTo>
                    <a:pt x="64598" y="33826"/>
                    <a:pt x="72804" y="30749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70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4860"/>
                    <a:pt x="63060" y="108192"/>
                    <a:pt x="57418" y="1061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30"/>
            <p:cNvSpPr/>
            <p:nvPr/>
          </p:nvSpPr>
          <p:spPr>
            <a:xfrm>
              <a:off x="5951749" y="5403023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1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5601 h 117960"/>
                <a:gd name="connsiteX6" fmla="*/ 25204 w 92316"/>
                <a:gd name="connsiteY6" fmla="*/ 92524 h 117960"/>
                <a:gd name="connsiteX7" fmla="*/ 18024 w 92316"/>
                <a:gd name="connsiteY7" fmla="*/ 74061 h 117960"/>
                <a:gd name="connsiteX8" fmla="*/ 36487 w 92316"/>
                <a:gd name="connsiteY8" fmla="*/ 30466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1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5601"/>
                  </a:cubicBezTo>
                  <a:lnTo>
                    <a:pt x="25204" y="92524"/>
                  </a:lnTo>
                  <a:cubicBezTo>
                    <a:pt x="18024" y="89447"/>
                    <a:pt x="14947" y="81241"/>
                    <a:pt x="18024" y="74061"/>
                  </a:cubicBezTo>
                  <a:lnTo>
                    <a:pt x="36487" y="30466"/>
                  </a:lnTo>
                  <a:cubicBezTo>
                    <a:pt x="39565" y="23286"/>
                    <a:pt x="47771" y="20209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592"/>
            <p:cNvSpPr/>
            <p:nvPr/>
          </p:nvSpPr>
          <p:spPr>
            <a:xfrm>
              <a:off x="5589553" y="544971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593"/>
            <p:cNvSpPr/>
            <p:nvPr/>
          </p:nvSpPr>
          <p:spPr>
            <a:xfrm>
              <a:off x="5651536" y="547682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594"/>
            <p:cNvSpPr/>
            <p:nvPr/>
          </p:nvSpPr>
          <p:spPr>
            <a:xfrm>
              <a:off x="5710955" y="5501342"/>
              <a:ext cx="71802" cy="66673"/>
            </a:xfrm>
            <a:custGeom>
              <a:avLst/>
              <a:gdLst>
                <a:gd name="connsiteX0" fmla="*/ 5043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3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595"/>
            <p:cNvSpPr/>
            <p:nvPr/>
          </p:nvSpPr>
          <p:spPr>
            <a:xfrm>
              <a:off x="5772300" y="552720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596"/>
            <p:cNvSpPr/>
            <p:nvPr/>
          </p:nvSpPr>
          <p:spPr>
            <a:xfrm>
              <a:off x="5832844" y="555318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597"/>
            <p:cNvSpPr/>
            <p:nvPr/>
          </p:nvSpPr>
          <p:spPr>
            <a:xfrm>
              <a:off x="5893630" y="5578761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598"/>
            <p:cNvSpPr/>
            <p:nvPr/>
          </p:nvSpPr>
          <p:spPr>
            <a:xfrm>
              <a:off x="5955669" y="560555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2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2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599"/>
            <p:cNvSpPr/>
            <p:nvPr/>
          </p:nvSpPr>
          <p:spPr>
            <a:xfrm>
              <a:off x="5567425" y="550554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600"/>
            <p:cNvSpPr/>
            <p:nvPr/>
          </p:nvSpPr>
          <p:spPr>
            <a:xfrm>
              <a:off x="5627307" y="5530542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601"/>
            <p:cNvSpPr/>
            <p:nvPr/>
          </p:nvSpPr>
          <p:spPr>
            <a:xfrm>
              <a:off x="5688975" y="555734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602"/>
            <p:cNvSpPr/>
            <p:nvPr/>
          </p:nvSpPr>
          <p:spPr>
            <a:xfrm>
              <a:off x="5748712" y="558216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603"/>
            <p:cNvSpPr/>
            <p:nvPr/>
          </p:nvSpPr>
          <p:spPr>
            <a:xfrm>
              <a:off x="5809942" y="560784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604"/>
            <p:cNvSpPr/>
            <p:nvPr/>
          </p:nvSpPr>
          <p:spPr>
            <a:xfrm>
              <a:off x="5870736" y="563343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605"/>
            <p:cNvSpPr/>
            <p:nvPr/>
          </p:nvSpPr>
          <p:spPr>
            <a:xfrm>
              <a:off x="5931523" y="565900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606"/>
            <p:cNvSpPr/>
            <p:nvPr/>
          </p:nvSpPr>
          <p:spPr>
            <a:xfrm>
              <a:off x="5544345" y="5560425"/>
              <a:ext cx="66673" cy="66673"/>
            </a:xfrm>
            <a:custGeom>
              <a:avLst/>
              <a:gdLst>
                <a:gd name="connsiteX0" fmla="*/ 50518 w 66673"/>
                <a:gd name="connsiteY0" fmla="*/ 63852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2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607"/>
            <p:cNvSpPr/>
            <p:nvPr/>
          </p:nvSpPr>
          <p:spPr>
            <a:xfrm>
              <a:off x="5603677" y="558498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608"/>
            <p:cNvSpPr/>
            <p:nvPr/>
          </p:nvSpPr>
          <p:spPr>
            <a:xfrm>
              <a:off x="5665896" y="5612225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609"/>
            <p:cNvSpPr/>
            <p:nvPr/>
          </p:nvSpPr>
          <p:spPr>
            <a:xfrm>
              <a:off x="5725557" y="5636802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610"/>
            <p:cNvSpPr/>
            <p:nvPr/>
          </p:nvSpPr>
          <p:spPr>
            <a:xfrm>
              <a:off x="5786529" y="566233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611"/>
            <p:cNvSpPr/>
            <p:nvPr/>
          </p:nvSpPr>
          <p:spPr>
            <a:xfrm>
              <a:off x="5847312" y="568790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612"/>
            <p:cNvSpPr/>
            <p:nvPr/>
          </p:nvSpPr>
          <p:spPr>
            <a:xfrm>
              <a:off x="5909510" y="5715312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2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2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613"/>
            <p:cNvSpPr/>
            <p:nvPr/>
          </p:nvSpPr>
          <p:spPr>
            <a:xfrm>
              <a:off x="5520134" y="561399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614"/>
            <p:cNvSpPr/>
            <p:nvPr/>
          </p:nvSpPr>
          <p:spPr>
            <a:xfrm>
              <a:off x="5580934" y="563959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615"/>
            <p:cNvSpPr/>
            <p:nvPr/>
          </p:nvSpPr>
          <p:spPr>
            <a:xfrm>
              <a:off x="5642817" y="5666589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616"/>
            <p:cNvSpPr/>
            <p:nvPr/>
          </p:nvSpPr>
          <p:spPr>
            <a:xfrm>
              <a:off x="5702365" y="5691307"/>
              <a:ext cx="71802" cy="66673"/>
            </a:xfrm>
            <a:custGeom>
              <a:avLst/>
              <a:gdLst>
                <a:gd name="connsiteX0" fmla="*/ 5041 w 71802"/>
                <a:gd name="connsiteY0" fmla="*/ 45192 h 66673"/>
                <a:gd name="connsiteX1" fmla="*/ 22026 w 71802"/>
                <a:gd name="connsiteY1" fmla="*/ 5041 h 66673"/>
                <a:gd name="connsiteX2" fmla="*/ 68789 w 71802"/>
                <a:gd name="connsiteY2" fmla="*/ 24823 h 66673"/>
                <a:gd name="connsiteX3" fmla="*/ 51804 w 71802"/>
                <a:gd name="connsiteY3" fmla="*/ 6497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1" y="45192"/>
                  </a:moveTo>
                  <a:lnTo>
                    <a:pt x="22026" y="5041"/>
                  </a:lnTo>
                  <a:lnTo>
                    <a:pt x="68789" y="24823"/>
                  </a:lnTo>
                  <a:lnTo>
                    <a:pt x="51804" y="64973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617"/>
            <p:cNvSpPr/>
            <p:nvPr/>
          </p:nvSpPr>
          <p:spPr>
            <a:xfrm>
              <a:off x="5763611" y="571701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618"/>
            <p:cNvSpPr/>
            <p:nvPr/>
          </p:nvSpPr>
          <p:spPr>
            <a:xfrm>
              <a:off x="5824418" y="574257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619"/>
            <p:cNvSpPr/>
            <p:nvPr/>
          </p:nvSpPr>
          <p:spPr>
            <a:xfrm>
              <a:off x="5885011" y="5768609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2620"/>
            <p:cNvSpPr/>
            <p:nvPr/>
          </p:nvSpPr>
          <p:spPr>
            <a:xfrm>
              <a:off x="5496744" y="566847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2621"/>
            <p:cNvSpPr/>
            <p:nvPr/>
          </p:nvSpPr>
          <p:spPr>
            <a:xfrm>
              <a:off x="5558706" y="5695310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2622"/>
            <p:cNvSpPr/>
            <p:nvPr/>
          </p:nvSpPr>
          <p:spPr>
            <a:xfrm>
              <a:off x="5618414" y="5720263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2623"/>
            <p:cNvSpPr/>
            <p:nvPr/>
          </p:nvSpPr>
          <p:spPr>
            <a:xfrm>
              <a:off x="5679203" y="574585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2624"/>
            <p:cNvSpPr/>
            <p:nvPr/>
          </p:nvSpPr>
          <p:spPr>
            <a:xfrm>
              <a:off x="5740019" y="5771431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2625"/>
            <p:cNvSpPr/>
            <p:nvPr/>
          </p:nvSpPr>
          <p:spPr>
            <a:xfrm>
              <a:off x="5801275" y="579773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2626"/>
            <p:cNvSpPr/>
            <p:nvPr/>
          </p:nvSpPr>
          <p:spPr>
            <a:xfrm>
              <a:off x="5862103" y="582328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2627"/>
            <p:cNvSpPr/>
            <p:nvPr/>
          </p:nvSpPr>
          <p:spPr>
            <a:xfrm>
              <a:off x="3224112" y="5556322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2628"/>
            <p:cNvSpPr/>
            <p:nvPr/>
          </p:nvSpPr>
          <p:spPr>
            <a:xfrm>
              <a:off x="3224112" y="5556322"/>
              <a:ext cx="35901" cy="246179"/>
            </a:xfrm>
            <a:custGeom>
              <a:avLst/>
              <a:gdLst>
                <a:gd name="connsiteX0" fmla="*/ 33593 w 35901"/>
                <a:gd name="connsiteY0" fmla="*/ 15643 h 246178"/>
                <a:gd name="connsiteX1" fmla="*/ 3847 w 35901"/>
                <a:gd name="connsiteY1" fmla="*/ 3847 h 246178"/>
                <a:gd name="connsiteX2" fmla="*/ 3847 w 35901"/>
                <a:gd name="connsiteY2" fmla="*/ 232588 h 246178"/>
                <a:gd name="connsiteX3" fmla="*/ 33593 w 35901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01" h="246178">
                  <a:moveTo>
                    <a:pt x="33593" y="15643"/>
                  </a:moveTo>
                  <a:lnTo>
                    <a:pt x="3847" y="3847"/>
                  </a:lnTo>
                  <a:lnTo>
                    <a:pt x="3847" y="232588"/>
                  </a:lnTo>
                  <a:lnTo>
                    <a:pt x="33593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2629"/>
            <p:cNvSpPr/>
            <p:nvPr/>
          </p:nvSpPr>
          <p:spPr>
            <a:xfrm>
              <a:off x="3203084" y="5568118"/>
              <a:ext cx="56416" cy="251307"/>
            </a:xfrm>
            <a:custGeom>
              <a:avLst/>
              <a:gdLst>
                <a:gd name="connsiteX0" fmla="*/ 54621 w 56415"/>
                <a:gd name="connsiteY0" fmla="*/ 232588 h 251307"/>
                <a:gd name="connsiteX1" fmla="*/ 3847 w 56415"/>
                <a:gd name="connsiteY1" fmla="*/ 248999 h 251307"/>
                <a:gd name="connsiteX2" fmla="*/ 3847 w 56415"/>
                <a:gd name="connsiteY2" fmla="*/ 20258 h 251307"/>
                <a:gd name="connsiteX3" fmla="*/ 54621 w 56415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5" h="251307">
                  <a:moveTo>
                    <a:pt x="54621" y="232588"/>
                  </a:moveTo>
                  <a:lnTo>
                    <a:pt x="3847" y="248999"/>
                  </a:lnTo>
                  <a:lnTo>
                    <a:pt x="3847" y="20258"/>
                  </a:lnTo>
                  <a:lnTo>
                    <a:pt x="54621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2630"/>
            <p:cNvSpPr/>
            <p:nvPr/>
          </p:nvSpPr>
          <p:spPr>
            <a:xfrm>
              <a:off x="3399514" y="5556322"/>
              <a:ext cx="41030" cy="246179"/>
            </a:xfrm>
            <a:custGeom>
              <a:avLst/>
              <a:gdLst>
                <a:gd name="connsiteX0" fmla="*/ 3847 w 41029"/>
                <a:gd name="connsiteY0" fmla="*/ 15643 h 246178"/>
                <a:gd name="connsiteX1" fmla="*/ 40773 w 41029"/>
                <a:gd name="connsiteY1" fmla="*/ 3847 h 246178"/>
                <a:gd name="connsiteX2" fmla="*/ 40773 w 41029"/>
                <a:gd name="connsiteY2" fmla="*/ 232588 h 246178"/>
                <a:gd name="connsiteX3" fmla="*/ 3847 w 41029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29" h="246178">
                  <a:moveTo>
                    <a:pt x="3847" y="15643"/>
                  </a:moveTo>
                  <a:lnTo>
                    <a:pt x="40773" y="3847"/>
                  </a:lnTo>
                  <a:lnTo>
                    <a:pt x="40773" y="232588"/>
                  </a:lnTo>
                  <a:lnTo>
                    <a:pt x="3847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2631"/>
            <p:cNvSpPr/>
            <p:nvPr/>
          </p:nvSpPr>
          <p:spPr>
            <a:xfrm>
              <a:off x="3399514" y="5568118"/>
              <a:ext cx="20515" cy="251307"/>
            </a:xfrm>
            <a:custGeom>
              <a:avLst/>
              <a:gdLst>
                <a:gd name="connsiteX0" fmla="*/ 3847 w 20514"/>
                <a:gd name="connsiteY0" fmla="*/ 232588 h 251307"/>
                <a:gd name="connsiteX1" fmla="*/ 19233 w 20514"/>
                <a:gd name="connsiteY1" fmla="*/ 251051 h 251307"/>
                <a:gd name="connsiteX2" fmla="*/ 18207 w 20514"/>
                <a:gd name="connsiteY2" fmla="*/ 20258 h 251307"/>
                <a:gd name="connsiteX3" fmla="*/ 3847 w 20514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4" h="251307">
                  <a:moveTo>
                    <a:pt x="3847" y="232588"/>
                  </a:moveTo>
                  <a:lnTo>
                    <a:pt x="19233" y="251051"/>
                  </a:lnTo>
                  <a:lnTo>
                    <a:pt x="18207" y="20258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2632"/>
            <p:cNvSpPr/>
            <p:nvPr/>
          </p:nvSpPr>
          <p:spPr>
            <a:xfrm>
              <a:off x="3203084" y="5584530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2633"/>
            <p:cNvSpPr/>
            <p:nvPr/>
          </p:nvSpPr>
          <p:spPr>
            <a:xfrm>
              <a:off x="3250782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2634"/>
            <p:cNvSpPr/>
            <p:nvPr/>
          </p:nvSpPr>
          <p:spPr>
            <a:xfrm>
              <a:off x="3358998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2635"/>
            <p:cNvSpPr/>
            <p:nvPr/>
          </p:nvSpPr>
          <p:spPr>
            <a:xfrm>
              <a:off x="3253859" y="5608635"/>
              <a:ext cx="123089" cy="92317"/>
            </a:xfrm>
            <a:custGeom>
              <a:avLst/>
              <a:gdLst>
                <a:gd name="connsiteX0" fmla="*/ 71546 w 123089"/>
                <a:gd name="connsiteY0" fmla="*/ 90522 h 92316"/>
                <a:gd name="connsiteX1" fmla="*/ 52569 w 123089"/>
                <a:gd name="connsiteY1" fmla="*/ 90522 h 92316"/>
                <a:gd name="connsiteX2" fmla="*/ 3847 w 123089"/>
                <a:gd name="connsiteY2" fmla="*/ 36670 h 92316"/>
                <a:gd name="connsiteX3" fmla="*/ 3847 w 123089"/>
                <a:gd name="connsiteY3" fmla="*/ 7949 h 92316"/>
                <a:gd name="connsiteX4" fmla="*/ 7950 w 123089"/>
                <a:gd name="connsiteY4" fmla="*/ 3847 h 92316"/>
                <a:gd name="connsiteX5" fmla="*/ 12052 w 123089"/>
                <a:gd name="connsiteY5" fmla="*/ 7949 h 92316"/>
                <a:gd name="connsiteX6" fmla="*/ 12052 w 123089"/>
                <a:gd name="connsiteY6" fmla="*/ 36670 h 92316"/>
                <a:gd name="connsiteX7" fmla="*/ 52569 w 123089"/>
                <a:gd name="connsiteY7" fmla="*/ 82316 h 92316"/>
                <a:gd name="connsiteX8" fmla="*/ 71546 w 123089"/>
                <a:gd name="connsiteY8" fmla="*/ 82316 h 92316"/>
                <a:gd name="connsiteX9" fmla="*/ 112063 w 123089"/>
                <a:gd name="connsiteY9" fmla="*/ 36670 h 92316"/>
                <a:gd name="connsiteX10" fmla="*/ 112063 w 123089"/>
                <a:gd name="connsiteY10" fmla="*/ 7949 h 92316"/>
                <a:gd name="connsiteX11" fmla="*/ 116166 w 123089"/>
                <a:gd name="connsiteY11" fmla="*/ 3847 h 92316"/>
                <a:gd name="connsiteX12" fmla="*/ 120268 w 123089"/>
                <a:gd name="connsiteY12" fmla="*/ 7949 h 92316"/>
                <a:gd name="connsiteX13" fmla="*/ 120268 w 123089"/>
                <a:gd name="connsiteY13" fmla="*/ 36670 h 92316"/>
                <a:gd name="connsiteX14" fmla="*/ 71546 w 123089"/>
                <a:gd name="connsiteY14" fmla="*/ 90522 h 92316"/>
                <a:gd name="connsiteX15" fmla="*/ 71546 w 123089"/>
                <a:gd name="connsiteY15" fmla="*/ 90522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92316">
                  <a:moveTo>
                    <a:pt x="71546" y="90522"/>
                  </a:moveTo>
                  <a:lnTo>
                    <a:pt x="52569" y="90522"/>
                  </a:lnTo>
                  <a:cubicBezTo>
                    <a:pt x="25387" y="90522"/>
                    <a:pt x="3847" y="66417"/>
                    <a:pt x="3847" y="36670"/>
                  </a:cubicBezTo>
                  <a:lnTo>
                    <a:pt x="3847" y="7949"/>
                  </a:lnTo>
                  <a:cubicBezTo>
                    <a:pt x="3847" y="5385"/>
                    <a:pt x="5898" y="3847"/>
                    <a:pt x="7950" y="3847"/>
                  </a:cubicBezTo>
                  <a:cubicBezTo>
                    <a:pt x="10514" y="3847"/>
                    <a:pt x="12052" y="5898"/>
                    <a:pt x="12052" y="7949"/>
                  </a:cubicBezTo>
                  <a:lnTo>
                    <a:pt x="12052" y="36670"/>
                  </a:lnTo>
                  <a:cubicBezTo>
                    <a:pt x="12052" y="61801"/>
                    <a:pt x="30003" y="82316"/>
                    <a:pt x="52569" y="82316"/>
                  </a:cubicBezTo>
                  <a:lnTo>
                    <a:pt x="71546" y="82316"/>
                  </a:lnTo>
                  <a:cubicBezTo>
                    <a:pt x="93599" y="82316"/>
                    <a:pt x="112063" y="61801"/>
                    <a:pt x="112063" y="36670"/>
                  </a:cubicBezTo>
                  <a:lnTo>
                    <a:pt x="112063" y="7949"/>
                  </a:lnTo>
                  <a:cubicBezTo>
                    <a:pt x="112063" y="5385"/>
                    <a:pt x="114114" y="3847"/>
                    <a:pt x="116166" y="3847"/>
                  </a:cubicBezTo>
                  <a:cubicBezTo>
                    <a:pt x="118730" y="3847"/>
                    <a:pt x="120268" y="5898"/>
                    <a:pt x="120268" y="7949"/>
                  </a:cubicBezTo>
                  <a:lnTo>
                    <a:pt x="120268" y="36670"/>
                  </a:lnTo>
                  <a:cubicBezTo>
                    <a:pt x="120268" y="66417"/>
                    <a:pt x="98215" y="90522"/>
                    <a:pt x="71546" y="90522"/>
                  </a:cubicBezTo>
                  <a:lnTo>
                    <a:pt x="71546" y="90522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2636"/>
            <p:cNvSpPr/>
            <p:nvPr/>
          </p:nvSpPr>
          <p:spPr>
            <a:xfrm>
              <a:off x="3271296" y="5629150"/>
              <a:ext cx="82060" cy="148733"/>
            </a:xfrm>
            <a:custGeom>
              <a:avLst/>
              <a:gdLst>
                <a:gd name="connsiteX0" fmla="*/ 33593 w 82059"/>
                <a:gd name="connsiteY0" fmla="*/ 147964 h 148732"/>
                <a:gd name="connsiteX1" fmla="*/ 33593 w 82059"/>
                <a:gd name="connsiteY1" fmla="*/ 131039 h 148732"/>
                <a:gd name="connsiteX2" fmla="*/ 3847 w 82059"/>
                <a:gd name="connsiteY2" fmla="*/ 123346 h 148732"/>
                <a:gd name="connsiteX3" fmla="*/ 8975 w 82059"/>
                <a:gd name="connsiteY3" fmla="*/ 102831 h 148732"/>
                <a:gd name="connsiteX4" fmla="*/ 38209 w 82059"/>
                <a:gd name="connsiteY4" fmla="*/ 110524 h 148732"/>
                <a:gd name="connsiteX5" fmla="*/ 55134 w 82059"/>
                <a:gd name="connsiteY5" fmla="*/ 99754 h 148732"/>
                <a:gd name="connsiteX6" fmla="*/ 36157 w 82059"/>
                <a:gd name="connsiteY6" fmla="*/ 84368 h 148732"/>
                <a:gd name="connsiteX7" fmla="*/ 4359 w 82059"/>
                <a:gd name="connsiteY7" fmla="*/ 52056 h 148732"/>
                <a:gd name="connsiteX8" fmla="*/ 34106 w 82059"/>
                <a:gd name="connsiteY8" fmla="*/ 20771 h 148732"/>
                <a:gd name="connsiteX9" fmla="*/ 34106 w 82059"/>
                <a:gd name="connsiteY9" fmla="*/ 3847 h 148732"/>
                <a:gd name="connsiteX10" fmla="*/ 51544 w 82059"/>
                <a:gd name="connsiteY10" fmla="*/ 3847 h 148732"/>
                <a:gd name="connsiteX11" fmla="*/ 51544 w 82059"/>
                <a:gd name="connsiteY11" fmla="*/ 19233 h 148732"/>
                <a:gd name="connsiteX12" fmla="*/ 77187 w 82059"/>
                <a:gd name="connsiteY12" fmla="*/ 24874 h 148732"/>
                <a:gd name="connsiteX13" fmla="*/ 72059 w 82059"/>
                <a:gd name="connsiteY13" fmla="*/ 44876 h 148732"/>
                <a:gd name="connsiteX14" fmla="*/ 46415 w 82059"/>
                <a:gd name="connsiteY14" fmla="*/ 38722 h 148732"/>
                <a:gd name="connsiteX15" fmla="*/ 31029 w 82059"/>
                <a:gd name="connsiteY15" fmla="*/ 48979 h 148732"/>
                <a:gd name="connsiteX16" fmla="*/ 52569 w 82059"/>
                <a:gd name="connsiteY16" fmla="*/ 63853 h 148732"/>
                <a:gd name="connsiteX17" fmla="*/ 81803 w 82059"/>
                <a:gd name="connsiteY17" fmla="*/ 97189 h 148732"/>
                <a:gd name="connsiteX18" fmla="*/ 50518 w 82059"/>
                <a:gd name="connsiteY18" fmla="*/ 129500 h 148732"/>
                <a:gd name="connsiteX19" fmla="*/ 50518 w 82059"/>
                <a:gd name="connsiteY19" fmla="*/ 147451 h 148732"/>
                <a:gd name="connsiteX20" fmla="*/ 33593 w 82059"/>
                <a:gd name="connsiteY20" fmla="*/ 147451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059" h="148732">
                  <a:moveTo>
                    <a:pt x="33593" y="147964"/>
                  </a:moveTo>
                  <a:lnTo>
                    <a:pt x="33593" y="131039"/>
                  </a:lnTo>
                  <a:cubicBezTo>
                    <a:pt x="21797" y="130526"/>
                    <a:pt x="10514" y="126936"/>
                    <a:pt x="3847" y="123346"/>
                  </a:cubicBezTo>
                  <a:lnTo>
                    <a:pt x="8975" y="102831"/>
                  </a:lnTo>
                  <a:cubicBezTo>
                    <a:pt x="16155" y="106934"/>
                    <a:pt x="26926" y="110524"/>
                    <a:pt x="38209" y="110524"/>
                  </a:cubicBezTo>
                  <a:cubicBezTo>
                    <a:pt x="48466" y="110524"/>
                    <a:pt x="55134" y="106421"/>
                    <a:pt x="55134" y="99754"/>
                  </a:cubicBezTo>
                  <a:cubicBezTo>
                    <a:pt x="55134" y="93086"/>
                    <a:pt x="49492" y="88983"/>
                    <a:pt x="36157" y="84368"/>
                  </a:cubicBezTo>
                  <a:cubicBezTo>
                    <a:pt x="17181" y="78213"/>
                    <a:pt x="4359" y="68981"/>
                    <a:pt x="4359" y="52056"/>
                  </a:cubicBezTo>
                  <a:cubicBezTo>
                    <a:pt x="4359" y="36157"/>
                    <a:pt x="15130" y="24361"/>
                    <a:pt x="34106" y="20771"/>
                  </a:cubicBezTo>
                  <a:lnTo>
                    <a:pt x="34106" y="3847"/>
                  </a:lnTo>
                  <a:lnTo>
                    <a:pt x="51544" y="3847"/>
                  </a:lnTo>
                  <a:lnTo>
                    <a:pt x="51544" y="19233"/>
                  </a:lnTo>
                  <a:cubicBezTo>
                    <a:pt x="63340" y="19746"/>
                    <a:pt x="71033" y="22310"/>
                    <a:pt x="77187" y="24874"/>
                  </a:cubicBezTo>
                  <a:lnTo>
                    <a:pt x="72059" y="44876"/>
                  </a:lnTo>
                  <a:cubicBezTo>
                    <a:pt x="67443" y="42825"/>
                    <a:pt x="59237" y="38722"/>
                    <a:pt x="46415" y="38722"/>
                  </a:cubicBezTo>
                  <a:cubicBezTo>
                    <a:pt x="35132" y="38722"/>
                    <a:pt x="31029" y="43851"/>
                    <a:pt x="31029" y="48979"/>
                  </a:cubicBezTo>
                  <a:cubicBezTo>
                    <a:pt x="31029" y="54621"/>
                    <a:pt x="37183" y="58724"/>
                    <a:pt x="52569" y="63853"/>
                  </a:cubicBezTo>
                  <a:cubicBezTo>
                    <a:pt x="73597" y="71033"/>
                    <a:pt x="81803" y="80777"/>
                    <a:pt x="81803" y="97189"/>
                  </a:cubicBezTo>
                  <a:cubicBezTo>
                    <a:pt x="81803" y="113088"/>
                    <a:pt x="71033" y="126423"/>
                    <a:pt x="50518" y="129500"/>
                  </a:cubicBezTo>
                  <a:lnTo>
                    <a:pt x="50518" y="147451"/>
                  </a:lnTo>
                  <a:lnTo>
                    <a:pt x="33593" y="147451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2637"/>
            <p:cNvSpPr/>
            <p:nvPr/>
          </p:nvSpPr>
          <p:spPr>
            <a:xfrm>
              <a:off x="3315403" y="5489136"/>
              <a:ext cx="46158" cy="82060"/>
            </a:xfrm>
            <a:custGeom>
              <a:avLst/>
              <a:gdLst>
                <a:gd name="connsiteX0" fmla="*/ 20258 w 46158"/>
                <a:gd name="connsiteY0" fmla="*/ 82316 h 82059"/>
                <a:gd name="connsiteX1" fmla="*/ 20258 w 46158"/>
                <a:gd name="connsiteY1" fmla="*/ 73084 h 82059"/>
                <a:gd name="connsiteX2" fmla="*/ 3847 w 46158"/>
                <a:gd name="connsiteY2" fmla="*/ 68981 h 82059"/>
                <a:gd name="connsiteX3" fmla="*/ 6924 w 46158"/>
                <a:gd name="connsiteY3" fmla="*/ 57698 h 82059"/>
                <a:gd name="connsiteX4" fmla="*/ 22823 w 46158"/>
                <a:gd name="connsiteY4" fmla="*/ 61801 h 82059"/>
                <a:gd name="connsiteX5" fmla="*/ 32055 w 46158"/>
                <a:gd name="connsiteY5" fmla="*/ 55647 h 82059"/>
                <a:gd name="connsiteX6" fmla="*/ 21797 w 46158"/>
                <a:gd name="connsiteY6" fmla="*/ 47441 h 82059"/>
                <a:gd name="connsiteX7" fmla="*/ 4359 w 46158"/>
                <a:gd name="connsiteY7" fmla="*/ 30003 h 82059"/>
                <a:gd name="connsiteX8" fmla="*/ 20771 w 46158"/>
                <a:gd name="connsiteY8" fmla="*/ 13078 h 82059"/>
                <a:gd name="connsiteX9" fmla="*/ 20771 w 46158"/>
                <a:gd name="connsiteY9" fmla="*/ 3847 h 82059"/>
                <a:gd name="connsiteX10" fmla="*/ 30003 w 46158"/>
                <a:gd name="connsiteY10" fmla="*/ 3847 h 82059"/>
                <a:gd name="connsiteX11" fmla="*/ 30003 w 46158"/>
                <a:gd name="connsiteY11" fmla="*/ 12565 h 82059"/>
                <a:gd name="connsiteX12" fmla="*/ 43851 w 46158"/>
                <a:gd name="connsiteY12" fmla="*/ 15643 h 82059"/>
                <a:gd name="connsiteX13" fmla="*/ 40773 w 46158"/>
                <a:gd name="connsiteY13" fmla="*/ 26413 h 82059"/>
                <a:gd name="connsiteX14" fmla="*/ 26926 w 46158"/>
                <a:gd name="connsiteY14" fmla="*/ 22823 h 82059"/>
                <a:gd name="connsiteX15" fmla="*/ 18720 w 46158"/>
                <a:gd name="connsiteY15" fmla="*/ 28464 h 82059"/>
                <a:gd name="connsiteX16" fmla="*/ 30516 w 46158"/>
                <a:gd name="connsiteY16" fmla="*/ 36670 h 82059"/>
                <a:gd name="connsiteX17" fmla="*/ 46415 w 46158"/>
                <a:gd name="connsiteY17" fmla="*/ 54621 h 82059"/>
                <a:gd name="connsiteX18" fmla="*/ 29490 w 46158"/>
                <a:gd name="connsiteY18" fmla="*/ 72571 h 82059"/>
                <a:gd name="connsiteX19" fmla="*/ 29490 w 46158"/>
                <a:gd name="connsiteY19" fmla="*/ 82316 h 82059"/>
                <a:gd name="connsiteX20" fmla="*/ 20258 w 46158"/>
                <a:gd name="connsiteY20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158" h="82059">
                  <a:moveTo>
                    <a:pt x="20258" y="82316"/>
                  </a:moveTo>
                  <a:lnTo>
                    <a:pt x="20258" y="73084"/>
                  </a:lnTo>
                  <a:cubicBezTo>
                    <a:pt x="13591" y="72571"/>
                    <a:pt x="7437" y="71033"/>
                    <a:pt x="3847" y="68981"/>
                  </a:cubicBezTo>
                  <a:lnTo>
                    <a:pt x="6924" y="57698"/>
                  </a:lnTo>
                  <a:cubicBezTo>
                    <a:pt x="11027" y="59750"/>
                    <a:pt x="16668" y="61801"/>
                    <a:pt x="22823" y="61801"/>
                  </a:cubicBezTo>
                  <a:cubicBezTo>
                    <a:pt x="28464" y="61801"/>
                    <a:pt x="32055" y="59750"/>
                    <a:pt x="32055" y="55647"/>
                  </a:cubicBezTo>
                  <a:cubicBezTo>
                    <a:pt x="32055" y="52056"/>
                    <a:pt x="28977" y="49492"/>
                    <a:pt x="21797" y="47441"/>
                  </a:cubicBezTo>
                  <a:cubicBezTo>
                    <a:pt x="11540" y="43851"/>
                    <a:pt x="4359" y="39235"/>
                    <a:pt x="4359" y="30003"/>
                  </a:cubicBezTo>
                  <a:cubicBezTo>
                    <a:pt x="4359" y="21284"/>
                    <a:pt x="10514" y="14617"/>
                    <a:pt x="20771" y="13078"/>
                  </a:cubicBezTo>
                  <a:lnTo>
                    <a:pt x="20771" y="3847"/>
                  </a:lnTo>
                  <a:lnTo>
                    <a:pt x="30003" y="3847"/>
                  </a:lnTo>
                  <a:lnTo>
                    <a:pt x="30003" y="12565"/>
                  </a:lnTo>
                  <a:cubicBezTo>
                    <a:pt x="36157" y="12565"/>
                    <a:pt x="40773" y="14104"/>
                    <a:pt x="43851" y="15643"/>
                  </a:cubicBezTo>
                  <a:lnTo>
                    <a:pt x="40773" y="26413"/>
                  </a:lnTo>
                  <a:cubicBezTo>
                    <a:pt x="38209" y="25387"/>
                    <a:pt x="34106" y="22823"/>
                    <a:pt x="26926" y="22823"/>
                  </a:cubicBezTo>
                  <a:cubicBezTo>
                    <a:pt x="20771" y="22823"/>
                    <a:pt x="18720" y="25900"/>
                    <a:pt x="18720" y="28464"/>
                  </a:cubicBezTo>
                  <a:cubicBezTo>
                    <a:pt x="18720" y="31542"/>
                    <a:pt x="22310" y="33593"/>
                    <a:pt x="30516" y="36670"/>
                  </a:cubicBezTo>
                  <a:cubicBezTo>
                    <a:pt x="41799" y="40773"/>
                    <a:pt x="46415" y="45902"/>
                    <a:pt x="46415" y="54621"/>
                  </a:cubicBezTo>
                  <a:cubicBezTo>
                    <a:pt x="46415" y="63340"/>
                    <a:pt x="40260" y="70520"/>
                    <a:pt x="29490" y="72571"/>
                  </a:cubicBezTo>
                  <a:lnTo>
                    <a:pt x="29490" y="82316"/>
                  </a:lnTo>
                  <a:lnTo>
                    <a:pt x="20258" y="82316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2638"/>
            <p:cNvSpPr/>
            <p:nvPr/>
          </p:nvSpPr>
          <p:spPr>
            <a:xfrm>
              <a:off x="3279502" y="5464005"/>
              <a:ext cx="30772" cy="51287"/>
            </a:xfrm>
            <a:custGeom>
              <a:avLst/>
              <a:gdLst>
                <a:gd name="connsiteX0" fmla="*/ 13078 w 30772"/>
                <a:gd name="connsiteY0" fmla="*/ 47954 h 51287"/>
                <a:gd name="connsiteX1" fmla="*/ 13078 w 30772"/>
                <a:gd name="connsiteY1" fmla="*/ 42825 h 51287"/>
                <a:gd name="connsiteX2" fmla="*/ 3847 w 30772"/>
                <a:gd name="connsiteY2" fmla="*/ 40260 h 51287"/>
                <a:gd name="connsiteX3" fmla="*/ 5385 w 30772"/>
                <a:gd name="connsiteY3" fmla="*/ 34106 h 51287"/>
                <a:gd name="connsiteX4" fmla="*/ 14617 w 30772"/>
                <a:gd name="connsiteY4" fmla="*/ 36670 h 51287"/>
                <a:gd name="connsiteX5" fmla="*/ 19746 w 30772"/>
                <a:gd name="connsiteY5" fmla="*/ 33080 h 51287"/>
                <a:gd name="connsiteX6" fmla="*/ 14104 w 30772"/>
                <a:gd name="connsiteY6" fmla="*/ 28464 h 51287"/>
                <a:gd name="connsiteX7" fmla="*/ 4359 w 30772"/>
                <a:gd name="connsiteY7" fmla="*/ 18720 h 51287"/>
                <a:gd name="connsiteX8" fmla="*/ 13591 w 30772"/>
                <a:gd name="connsiteY8" fmla="*/ 8975 h 51287"/>
                <a:gd name="connsiteX9" fmla="*/ 13591 w 30772"/>
                <a:gd name="connsiteY9" fmla="*/ 3847 h 51287"/>
                <a:gd name="connsiteX10" fmla="*/ 18720 w 30772"/>
                <a:gd name="connsiteY10" fmla="*/ 3847 h 51287"/>
                <a:gd name="connsiteX11" fmla="*/ 18720 w 30772"/>
                <a:gd name="connsiteY11" fmla="*/ 8463 h 51287"/>
                <a:gd name="connsiteX12" fmla="*/ 26926 w 30772"/>
                <a:gd name="connsiteY12" fmla="*/ 10001 h 51287"/>
                <a:gd name="connsiteX13" fmla="*/ 25387 w 30772"/>
                <a:gd name="connsiteY13" fmla="*/ 16156 h 51287"/>
                <a:gd name="connsiteX14" fmla="*/ 17694 w 30772"/>
                <a:gd name="connsiteY14" fmla="*/ 14104 h 51287"/>
                <a:gd name="connsiteX15" fmla="*/ 13078 w 30772"/>
                <a:gd name="connsiteY15" fmla="*/ 17181 h 51287"/>
                <a:gd name="connsiteX16" fmla="*/ 19746 w 30772"/>
                <a:gd name="connsiteY16" fmla="*/ 21797 h 51287"/>
                <a:gd name="connsiteX17" fmla="*/ 28977 w 30772"/>
                <a:gd name="connsiteY17" fmla="*/ 32055 h 51287"/>
                <a:gd name="connsiteX18" fmla="*/ 19233 w 30772"/>
                <a:gd name="connsiteY18" fmla="*/ 42312 h 51287"/>
                <a:gd name="connsiteX19" fmla="*/ 19233 w 30772"/>
                <a:gd name="connsiteY19" fmla="*/ 47954 h 51287"/>
                <a:gd name="connsiteX20" fmla="*/ 13078 w 30772"/>
                <a:gd name="connsiteY20" fmla="*/ 47954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2" h="51287">
                  <a:moveTo>
                    <a:pt x="13078" y="47954"/>
                  </a:moveTo>
                  <a:lnTo>
                    <a:pt x="13078" y="42825"/>
                  </a:lnTo>
                  <a:cubicBezTo>
                    <a:pt x="9488" y="42825"/>
                    <a:pt x="5898" y="41799"/>
                    <a:pt x="3847" y="40260"/>
                  </a:cubicBezTo>
                  <a:lnTo>
                    <a:pt x="5385" y="34106"/>
                  </a:lnTo>
                  <a:cubicBezTo>
                    <a:pt x="7437" y="35645"/>
                    <a:pt x="11027" y="36670"/>
                    <a:pt x="14617" y="36670"/>
                  </a:cubicBezTo>
                  <a:cubicBezTo>
                    <a:pt x="17694" y="36670"/>
                    <a:pt x="19746" y="35132"/>
                    <a:pt x="19746" y="33080"/>
                  </a:cubicBezTo>
                  <a:cubicBezTo>
                    <a:pt x="19746" y="31029"/>
                    <a:pt x="18207" y="29490"/>
                    <a:pt x="14104" y="28464"/>
                  </a:cubicBezTo>
                  <a:cubicBezTo>
                    <a:pt x="8462" y="26413"/>
                    <a:pt x="4359" y="23849"/>
                    <a:pt x="4359" y="18720"/>
                  </a:cubicBezTo>
                  <a:cubicBezTo>
                    <a:pt x="4359" y="14104"/>
                    <a:pt x="7950" y="10001"/>
                    <a:pt x="13591" y="8975"/>
                  </a:cubicBezTo>
                  <a:lnTo>
                    <a:pt x="13591" y="3847"/>
                  </a:lnTo>
                  <a:lnTo>
                    <a:pt x="18720" y="3847"/>
                  </a:lnTo>
                  <a:lnTo>
                    <a:pt x="18720" y="8463"/>
                  </a:lnTo>
                  <a:cubicBezTo>
                    <a:pt x="22310" y="8463"/>
                    <a:pt x="24874" y="9488"/>
                    <a:pt x="26926" y="10001"/>
                  </a:cubicBezTo>
                  <a:lnTo>
                    <a:pt x="25387" y="16156"/>
                  </a:lnTo>
                  <a:cubicBezTo>
                    <a:pt x="23849" y="15643"/>
                    <a:pt x="21284" y="14104"/>
                    <a:pt x="17694" y="14104"/>
                  </a:cubicBezTo>
                  <a:cubicBezTo>
                    <a:pt x="14104" y="14104"/>
                    <a:pt x="13078" y="15643"/>
                    <a:pt x="13078" y="17181"/>
                  </a:cubicBezTo>
                  <a:cubicBezTo>
                    <a:pt x="13078" y="18720"/>
                    <a:pt x="15130" y="20259"/>
                    <a:pt x="19746" y="21797"/>
                  </a:cubicBezTo>
                  <a:cubicBezTo>
                    <a:pt x="26413" y="23849"/>
                    <a:pt x="28977" y="26926"/>
                    <a:pt x="28977" y="32055"/>
                  </a:cubicBezTo>
                  <a:cubicBezTo>
                    <a:pt x="28977" y="36670"/>
                    <a:pt x="25387" y="41286"/>
                    <a:pt x="19233" y="42312"/>
                  </a:cubicBezTo>
                  <a:lnTo>
                    <a:pt x="19233" y="47954"/>
                  </a:lnTo>
                  <a:lnTo>
                    <a:pt x="13078" y="47954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2639"/>
            <p:cNvSpPr/>
            <p:nvPr/>
          </p:nvSpPr>
          <p:spPr>
            <a:xfrm>
              <a:off x="3253859" y="5608635"/>
              <a:ext cx="123089" cy="82060"/>
            </a:xfrm>
            <a:custGeom>
              <a:avLst/>
              <a:gdLst>
                <a:gd name="connsiteX0" fmla="*/ 71546 w 123089"/>
                <a:gd name="connsiteY0" fmla="*/ 82316 h 82059"/>
                <a:gd name="connsiteX1" fmla="*/ 52569 w 123089"/>
                <a:gd name="connsiteY1" fmla="*/ 82316 h 82059"/>
                <a:gd name="connsiteX2" fmla="*/ 3847 w 123089"/>
                <a:gd name="connsiteY2" fmla="*/ 33593 h 82059"/>
                <a:gd name="connsiteX3" fmla="*/ 3847 w 123089"/>
                <a:gd name="connsiteY3" fmla="*/ 7949 h 82059"/>
                <a:gd name="connsiteX4" fmla="*/ 7950 w 123089"/>
                <a:gd name="connsiteY4" fmla="*/ 3847 h 82059"/>
                <a:gd name="connsiteX5" fmla="*/ 12052 w 123089"/>
                <a:gd name="connsiteY5" fmla="*/ 7949 h 82059"/>
                <a:gd name="connsiteX6" fmla="*/ 12052 w 123089"/>
                <a:gd name="connsiteY6" fmla="*/ 33593 h 82059"/>
                <a:gd name="connsiteX7" fmla="*/ 52569 w 123089"/>
                <a:gd name="connsiteY7" fmla="*/ 74110 h 82059"/>
                <a:gd name="connsiteX8" fmla="*/ 71546 w 123089"/>
                <a:gd name="connsiteY8" fmla="*/ 74110 h 82059"/>
                <a:gd name="connsiteX9" fmla="*/ 112063 w 123089"/>
                <a:gd name="connsiteY9" fmla="*/ 33593 h 82059"/>
                <a:gd name="connsiteX10" fmla="*/ 112063 w 123089"/>
                <a:gd name="connsiteY10" fmla="*/ 7949 h 82059"/>
                <a:gd name="connsiteX11" fmla="*/ 116166 w 123089"/>
                <a:gd name="connsiteY11" fmla="*/ 3847 h 82059"/>
                <a:gd name="connsiteX12" fmla="*/ 120268 w 123089"/>
                <a:gd name="connsiteY12" fmla="*/ 7949 h 82059"/>
                <a:gd name="connsiteX13" fmla="*/ 120268 w 123089"/>
                <a:gd name="connsiteY13" fmla="*/ 33593 h 82059"/>
                <a:gd name="connsiteX14" fmla="*/ 71546 w 123089"/>
                <a:gd name="connsiteY14" fmla="*/ 82316 h 82059"/>
                <a:gd name="connsiteX15" fmla="*/ 71546 w 123089"/>
                <a:gd name="connsiteY15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82059">
                  <a:moveTo>
                    <a:pt x="71546" y="82316"/>
                  </a:moveTo>
                  <a:lnTo>
                    <a:pt x="52569" y="82316"/>
                  </a:lnTo>
                  <a:cubicBezTo>
                    <a:pt x="25900" y="82316"/>
                    <a:pt x="3847" y="60775"/>
                    <a:pt x="3847" y="33593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33593"/>
                  </a:lnTo>
                  <a:cubicBezTo>
                    <a:pt x="12052" y="56160"/>
                    <a:pt x="30003" y="74110"/>
                    <a:pt x="52569" y="74110"/>
                  </a:cubicBezTo>
                  <a:lnTo>
                    <a:pt x="71546" y="74110"/>
                  </a:lnTo>
                  <a:cubicBezTo>
                    <a:pt x="94112" y="74110"/>
                    <a:pt x="112063" y="56160"/>
                    <a:pt x="112063" y="33593"/>
                  </a:cubicBezTo>
                  <a:lnTo>
                    <a:pt x="112063" y="7949"/>
                  </a:lnTo>
                  <a:cubicBezTo>
                    <a:pt x="112063" y="5898"/>
                    <a:pt x="114114" y="3847"/>
                    <a:pt x="116166" y="3847"/>
                  </a:cubicBezTo>
                  <a:cubicBezTo>
                    <a:pt x="118217" y="3847"/>
                    <a:pt x="120268" y="5898"/>
                    <a:pt x="120268" y="7949"/>
                  </a:cubicBezTo>
                  <a:lnTo>
                    <a:pt x="120268" y="33593"/>
                  </a:lnTo>
                  <a:cubicBezTo>
                    <a:pt x="120268" y="60262"/>
                    <a:pt x="98215" y="82316"/>
                    <a:pt x="71546" y="82316"/>
                  </a:cubicBezTo>
                  <a:lnTo>
                    <a:pt x="71546" y="8231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2640"/>
            <p:cNvSpPr/>
            <p:nvPr/>
          </p:nvSpPr>
          <p:spPr>
            <a:xfrm>
              <a:off x="4506805" y="5634278"/>
              <a:ext cx="353882" cy="353882"/>
            </a:xfrm>
            <a:custGeom>
              <a:avLst/>
              <a:gdLst>
                <a:gd name="connsiteX0" fmla="*/ 354651 w 353881"/>
                <a:gd name="connsiteY0" fmla="*/ 179249 h 353881"/>
                <a:gd name="connsiteX1" fmla="*/ 179249 w 353881"/>
                <a:gd name="connsiteY1" fmla="*/ 354651 h 353881"/>
                <a:gd name="connsiteX2" fmla="*/ 3847 w 353881"/>
                <a:gd name="connsiteY2" fmla="*/ 179249 h 353881"/>
                <a:gd name="connsiteX3" fmla="*/ 179249 w 353881"/>
                <a:gd name="connsiteY3" fmla="*/ 3847 h 353881"/>
                <a:gd name="connsiteX4" fmla="*/ 354651 w 353881"/>
                <a:gd name="connsiteY4" fmla="*/ 179249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353881">
                  <a:moveTo>
                    <a:pt x="354651" y="179249"/>
                  </a:moveTo>
                  <a:cubicBezTo>
                    <a:pt x="354651" y="276182"/>
                    <a:pt x="276182" y="354651"/>
                    <a:pt x="179249" y="354651"/>
                  </a:cubicBezTo>
                  <a:cubicBezTo>
                    <a:pt x="82316" y="354651"/>
                    <a:pt x="3847" y="276182"/>
                    <a:pt x="3847" y="179249"/>
                  </a:cubicBezTo>
                  <a:cubicBezTo>
                    <a:pt x="3847" y="82316"/>
                    <a:pt x="82316" y="3847"/>
                    <a:pt x="179249" y="3847"/>
                  </a:cubicBezTo>
                  <a:cubicBezTo>
                    <a:pt x="276182" y="3847"/>
                    <a:pt x="354651" y="82316"/>
                    <a:pt x="354651" y="1792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2641"/>
            <p:cNvSpPr/>
            <p:nvPr/>
          </p:nvSpPr>
          <p:spPr>
            <a:xfrm>
              <a:off x="4682207" y="5634278"/>
              <a:ext cx="179505" cy="353882"/>
            </a:xfrm>
            <a:custGeom>
              <a:avLst/>
              <a:gdLst>
                <a:gd name="connsiteX0" fmla="*/ 3847 w 179505"/>
                <a:gd name="connsiteY0" fmla="*/ 3847 h 353881"/>
                <a:gd name="connsiteX1" fmla="*/ 179249 w 179505"/>
                <a:gd name="connsiteY1" fmla="*/ 179249 h 353881"/>
                <a:gd name="connsiteX2" fmla="*/ 3847 w 179505"/>
                <a:gd name="connsiteY2" fmla="*/ 354651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9505" h="353881">
                  <a:moveTo>
                    <a:pt x="3847" y="3847"/>
                  </a:moveTo>
                  <a:cubicBezTo>
                    <a:pt x="100779" y="3847"/>
                    <a:pt x="179249" y="82316"/>
                    <a:pt x="179249" y="179249"/>
                  </a:cubicBezTo>
                  <a:cubicBezTo>
                    <a:pt x="179249" y="276182"/>
                    <a:pt x="100779" y="354651"/>
                    <a:pt x="3847" y="354651"/>
                  </a:cubicBezTo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2642"/>
            <p:cNvSpPr/>
            <p:nvPr/>
          </p:nvSpPr>
          <p:spPr>
            <a:xfrm>
              <a:off x="4545783" y="5673257"/>
              <a:ext cx="276951" cy="276951"/>
            </a:xfrm>
            <a:custGeom>
              <a:avLst/>
              <a:gdLst>
                <a:gd name="connsiteX0" fmla="*/ 276695 w 276950"/>
                <a:gd name="connsiteY0" fmla="*/ 140271 h 276950"/>
                <a:gd name="connsiteX1" fmla="*/ 140271 w 276950"/>
                <a:gd name="connsiteY1" fmla="*/ 276694 h 276950"/>
                <a:gd name="connsiteX2" fmla="*/ 3847 w 276950"/>
                <a:gd name="connsiteY2" fmla="*/ 140271 h 276950"/>
                <a:gd name="connsiteX3" fmla="*/ 140271 w 276950"/>
                <a:gd name="connsiteY3" fmla="*/ 3847 h 276950"/>
                <a:gd name="connsiteX4" fmla="*/ 276695 w 276950"/>
                <a:gd name="connsiteY4" fmla="*/ 140271 h 27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50" h="276950">
                  <a:moveTo>
                    <a:pt x="276695" y="140271"/>
                  </a:moveTo>
                  <a:cubicBezTo>
                    <a:pt x="276695" y="215663"/>
                    <a:pt x="215663" y="276694"/>
                    <a:pt x="140271" y="276694"/>
                  </a:cubicBezTo>
                  <a:cubicBezTo>
                    <a:pt x="64878" y="276694"/>
                    <a:pt x="3847" y="215663"/>
                    <a:pt x="3847" y="140271"/>
                  </a:cubicBezTo>
                  <a:cubicBezTo>
                    <a:pt x="3847" y="64878"/>
                    <a:pt x="64878" y="3847"/>
                    <a:pt x="140271" y="3847"/>
                  </a:cubicBezTo>
                  <a:cubicBezTo>
                    <a:pt x="215663" y="3847"/>
                    <a:pt x="276695" y="64878"/>
                    <a:pt x="276695" y="1402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2643"/>
            <p:cNvSpPr/>
            <p:nvPr/>
          </p:nvSpPr>
          <p:spPr>
            <a:xfrm>
              <a:off x="4546296" y="5673257"/>
              <a:ext cx="225664" cy="261565"/>
            </a:xfrm>
            <a:custGeom>
              <a:avLst/>
              <a:gdLst>
                <a:gd name="connsiteX0" fmla="*/ 18207 w 225663"/>
                <a:gd name="connsiteY0" fmla="*/ 150015 h 261564"/>
                <a:gd name="connsiteX1" fmla="*/ 154631 w 225663"/>
                <a:gd name="connsiteY1" fmla="*/ 13591 h 261564"/>
                <a:gd name="connsiteX2" fmla="*/ 222843 w 225663"/>
                <a:gd name="connsiteY2" fmla="*/ 32055 h 261564"/>
                <a:gd name="connsiteX3" fmla="*/ 140271 w 225663"/>
                <a:gd name="connsiteY3" fmla="*/ 3847 h 261564"/>
                <a:gd name="connsiteX4" fmla="*/ 3847 w 225663"/>
                <a:gd name="connsiteY4" fmla="*/ 140271 h 261564"/>
                <a:gd name="connsiteX5" fmla="*/ 72059 w 225663"/>
                <a:gd name="connsiteY5" fmla="*/ 258231 h 261564"/>
                <a:gd name="connsiteX6" fmla="*/ 18207 w 225663"/>
                <a:gd name="connsiteY6" fmla="*/ 150015 h 26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663" h="261564">
                  <a:moveTo>
                    <a:pt x="18207" y="150015"/>
                  </a:moveTo>
                  <a:cubicBezTo>
                    <a:pt x="18207" y="74623"/>
                    <a:pt x="79239" y="13591"/>
                    <a:pt x="154631" y="13591"/>
                  </a:cubicBezTo>
                  <a:cubicBezTo>
                    <a:pt x="179249" y="13591"/>
                    <a:pt x="202841" y="20258"/>
                    <a:pt x="222843" y="32055"/>
                  </a:cubicBezTo>
                  <a:cubicBezTo>
                    <a:pt x="199764" y="14617"/>
                    <a:pt x="171043" y="3847"/>
                    <a:pt x="140271" y="3847"/>
                  </a:cubicBezTo>
                  <a:cubicBezTo>
                    <a:pt x="64878" y="3847"/>
                    <a:pt x="3847" y="64878"/>
                    <a:pt x="3847" y="140271"/>
                  </a:cubicBezTo>
                  <a:cubicBezTo>
                    <a:pt x="3847" y="190532"/>
                    <a:pt x="31542" y="234639"/>
                    <a:pt x="72059" y="258231"/>
                  </a:cubicBezTo>
                  <a:cubicBezTo>
                    <a:pt x="39235" y="233100"/>
                    <a:pt x="18207" y="194122"/>
                    <a:pt x="18207" y="150015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2644"/>
            <p:cNvSpPr/>
            <p:nvPr/>
          </p:nvSpPr>
          <p:spPr>
            <a:xfrm>
              <a:off x="4658615" y="5785558"/>
              <a:ext cx="51287" cy="51287"/>
            </a:xfrm>
            <a:custGeom>
              <a:avLst/>
              <a:gdLst>
                <a:gd name="connsiteX0" fmla="*/ 52057 w 51287"/>
                <a:gd name="connsiteY0" fmla="*/ 27969 h 51287"/>
                <a:gd name="connsiteX1" fmla="*/ 27952 w 51287"/>
                <a:gd name="connsiteY1" fmla="*/ 52074 h 51287"/>
                <a:gd name="connsiteX2" fmla="*/ 3847 w 51287"/>
                <a:gd name="connsiteY2" fmla="*/ 27969 h 51287"/>
                <a:gd name="connsiteX3" fmla="*/ 27952 w 51287"/>
                <a:gd name="connsiteY3" fmla="*/ 3864 h 51287"/>
                <a:gd name="connsiteX4" fmla="*/ 52057 w 51287"/>
                <a:gd name="connsiteY4" fmla="*/ 27969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2057" y="27969"/>
                  </a:moveTo>
                  <a:cubicBezTo>
                    <a:pt x="52057" y="41304"/>
                    <a:pt x="41286" y="52074"/>
                    <a:pt x="27952" y="52074"/>
                  </a:cubicBezTo>
                  <a:cubicBezTo>
                    <a:pt x="14617" y="52074"/>
                    <a:pt x="3847" y="41304"/>
                    <a:pt x="3847" y="27969"/>
                  </a:cubicBezTo>
                  <a:cubicBezTo>
                    <a:pt x="3847" y="14634"/>
                    <a:pt x="14617" y="3864"/>
                    <a:pt x="27952" y="3864"/>
                  </a:cubicBezTo>
                  <a:cubicBezTo>
                    <a:pt x="40773" y="3351"/>
                    <a:pt x="52057" y="14122"/>
                    <a:pt x="52057" y="27969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2645"/>
            <p:cNvSpPr/>
            <p:nvPr/>
          </p:nvSpPr>
          <p:spPr>
            <a:xfrm>
              <a:off x="4738286" y="57006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4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4" y="4696"/>
                  </a:lnTo>
                  <a:cubicBezTo>
                    <a:pt x="8287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2646"/>
            <p:cNvSpPr/>
            <p:nvPr/>
          </p:nvSpPr>
          <p:spPr>
            <a:xfrm>
              <a:off x="4618787" y="59078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3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3" y="4696"/>
                  </a:lnTo>
                  <a:cubicBezTo>
                    <a:pt x="8286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2647"/>
            <p:cNvSpPr/>
            <p:nvPr/>
          </p:nvSpPr>
          <p:spPr>
            <a:xfrm>
              <a:off x="4780855" y="5865760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7" y="11364"/>
                    <a:pt x="11877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0851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2648"/>
            <p:cNvSpPr/>
            <p:nvPr/>
          </p:nvSpPr>
          <p:spPr>
            <a:xfrm>
              <a:off x="4573655" y="5745748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6" y="11364"/>
                    <a:pt x="11876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1364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2649"/>
            <p:cNvSpPr/>
            <p:nvPr/>
          </p:nvSpPr>
          <p:spPr>
            <a:xfrm>
              <a:off x="4618912" y="5700739"/>
              <a:ext cx="10257" cy="15386"/>
            </a:xfrm>
            <a:custGeom>
              <a:avLst/>
              <a:gdLst>
                <a:gd name="connsiteX0" fmla="*/ 9188 w 10257"/>
                <a:gd name="connsiteY0" fmla="*/ 14316 h 15386"/>
                <a:gd name="connsiteX1" fmla="*/ 7649 w 10257"/>
                <a:gd name="connsiteY1" fmla="*/ 13291 h 15386"/>
                <a:gd name="connsiteX2" fmla="*/ 4059 w 10257"/>
                <a:gd name="connsiteY2" fmla="*/ 6623 h 15386"/>
                <a:gd name="connsiteX3" fmla="*/ 4572 w 10257"/>
                <a:gd name="connsiteY3" fmla="*/ 4059 h 15386"/>
                <a:gd name="connsiteX4" fmla="*/ 7136 w 10257"/>
                <a:gd name="connsiteY4" fmla="*/ 4572 h 15386"/>
                <a:gd name="connsiteX5" fmla="*/ 10726 w 10257"/>
                <a:gd name="connsiteY5" fmla="*/ 11239 h 15386"/>
                <a:gd name="connsiteX6" fmla="*/ 10213 w 10257"/>
                <a:gd name="connsiteY6" fmla="*/ 13804 h 15386"/>
                <a:gd name="connsiteX7" fmla="*/ 9188 w 10257"/>
                <a:gd name="connsiteY7" fmla="*/ 14316 h 15386"/>
                <a:gd name="connsiteX8" fmla="*/ 9188 w 10257"/>
                <a:gd name="connsiteY8" fmla="*/ 1431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316"/>
                  </a:moveTo>
                  <a:cubicBezTo>
                    <a:pt x="8675" y="14316"/>
                    <a:pt x="7649" y="13804"/>
                    <a:pt x="7649" y="13291"/>
                  </a:cubicBezTo>
                  <a:lnTo>
                    <a:pt x="4059" y="6623"/>
                  </a:lnTo>
                  <a:cubicBezTo>
                    <a:pt x="3546" y="5598"/>
                    <a:pt x="4059" y="4572"/>
                    <a:pt x="4572" y="4059"/>
                  </a:cubicBezTo>
                  <a:cubicBezTo>
                    <a:pt x="5598" y="3546"/>
                    <a:pt x="6623" y="4059"/>
                    <a:pt x="7136" y="4572"/>
                  </a:cubicBezTo>
                  <a:lnTo>
                    <a:pt x="10726" y="11239"/>
                  </a:lnTo>
                  <a:cubicBezTo>
                    <a:pt x="11239" y="12265"/>
                    <a:pt x="10726" y="13291"/>
                    <a:pt x="10213" y="13804"/>
                  </a:cubicBezTo>
                  <a:cubicBezTo>
                    <a:pt x="10213" y="14316"/>
                    <a:pt x="9701" y="14316"/>
                    <a:pt x="9188" y="14316"/>
                  </a:cubicBezTo>
                  <a:lnTo>
                    <a:pt x="9188" y="14316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2650"/>
            <p:cNvSpPr/>
            <p:nvPr/>
          </p:nvSpPr>
          <p:spPr>
            <a:xfrm>
              <a:off x="4738924" y="5907815"/>
              <a:ext cx="10257" cy="15386"/>
            </a:xfrm>
            <a:custGeom>
              <a:avLst/>
              <a:gdLst>
                <a:gd name="connsiteX0" fmla="*/ 9188 w 10257"/>
                <a:gd name="connsiteY0" fmla="*/ 14441 h 15386"/>
                <a:gd name="connsiteX1" fmla="*/ 7649 w 10257"/>
                <a:gd name="connsiteY1" fmla="*/ 13415 h 15386"/>
                <a:gd name="connsiteX2" fmla="*/ 4059 w 10257"/>
                <a:gd name="connsiteY2" fmla="*/ 6748 h 15386"/>
                <a:gd name="connsiteX3" fmla="*/ 4572 w 10257"/>
                <a:gd name="connsiteY3" fmla="*/ 4183 h 15386"/>
                <a:gd name="connsiteX4" fmla="*/ 7136 w 10257"/>
                <a:gd name="connsiteY4" fmla="*/ 4696 h 15386"/>
                <a:gd name="connsiteX5" fmla="*/ 10726 w 10257"/>
                <a:gd name="connsiteY5" fmla="*/ 11364 h 15386"/>
                <a:gd name="connsiteX6" fmla="*/ 10214 w 10257"/>
                <a:gd name="connsiteY6" fmla="*/ 13928 h 15386"/>
                <a:gd name="connsiteX7" fmla="*/ 9188 w 10257"/>
                <a:gd name="connsiteY7" fmla="*/ 14441 h 15386"/>
                <a:gd name="connsiteX8" fmla="*/ 9188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441"/>
                  </a:moveTo>
                  <a:cubicBezTo>
                    <a:pt x="8675" y="14441"/>
                    <a:pt x="7649" y="13928"/>
                    <a:pt x="7649" y="13415"/>
                  </a:cubicBezTo>
                  <a:lnTo>
                    <a:pt x="4059" y="6748"/>
                  </a:lnTo>
                  <a:cubicBezTo>
                    <a:pt x="3546" y="5722"/>
                    <a:pt x="4059" y="4696"/>
                    <a:pt x="4572" y="4183"/>
                  </a:cubicBezTo>
                  <a:cubicBezTo>
                    <a:pt x="5598" y="3671"/>
                    <a:pt x="6623" y="3671"/>
                    <a:pt x="7136" y="4696"/>
                  </a:cubicBezTo>
                  <a:lnTo>
                    <a:pt x="10726" y="11364"/>
                  </a:lnTo>
                  <a:cubicBezTo>
                    <a:pt x="11239" y="12389"/>
                    <a:pt x="10726" y="13415"/>
                    <a:pt x="10214" y="13928"/>
                  </a:cubicBezTo>
                  <a:cubicBezTo>
                    <a:pt x="9701" y="14441"/>
                    <a:pt x="9188" y="14441"/>
                    <a:pt x="9188" y="14441"/>
                  </a:cubicBezTo>
                  <a:lnTo>
                    <a:pt x="9188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2651"/>
            <p:cNvSpPr/>
            <p:nvPr/>
          </p:nvSpPr>
          <p:spPr>
            <a:xfrm>
              <a:off x="4573779" y="5865884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1" y="10726"/>
                    <a:pt x="6111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2652"/>
            <p:cNvSpPr/>
            <p:nvPr/>
          </p:nvSpPr>
          <p:spPr>
            <a:xfrm>
              <a:off x="4780979" y="5745872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0" y="11239"/>
                    <a:pt x="6110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2653"/>
            <p:cNvSpPr/>
            <p:nvPr/>
          </p:nvSpPr>
          <p:spPr>
            <a:xfrm>
              <a:off x="4556554" y="5807116"/>
              <a:ext cx="15386" cy="10257"/>
            </a:xfrm>
            <a:custGeom>
              <a:avLst/>
              <a:gdLst>
                <a:gd name="connsiteX0" fmla="*/ 13591 w 15386"/>
                <a:gd name="connsiteY0" fmla="*/ 7949 h 10257"/>
                <a:gd name="connsiteX1" fmla="*/ 13591 w 15386"/>
                <a:gd name="connsiteY1" fmla="*/ 7949 h 10257"/>
                <a:gd name="connsiteX2" fmla="*/ 5898 w 15386"/>
                <a:gd name="connsiteY2" fmla="*/ 7949 h 10257"/>
                <a:gd name="connsiteX3" fmla="*/ 3847 w 15386"/>
                <a:gd name="connsiteY3" fmla="*/ 5898 h 10257"/>
                <a:gd name="connsiteX4" fmla="*/ 5898 w 15386"/>
                <a:gd name="connsiteY4" fmla="*/ 3847 h 10257"/>
                <a:gd name="connsiteX5" fmla="*/ 5898 w 15386"/>
                <a:gd name="connsiteY5" fmla="*/ 3847 h 10257"/>
                <a:gd name="connsiteX6" fmla="*/ 13591 w 15386"/>
                <a:gd name="connsiteY6" fmla="*/ 3847 h 10257"/>
                <a:gd name="connsiteX7" fmla="*/ 15643 w 15386"/>
                <a:gd name="connsiteY7" fmla="*/ 5898 h 10257"/>
                <a:gd name="connsiteX8" fmla="*/ 13591 w 15386"/>
                <a:gd name="connsiteY8" fmla="*/ 7949 h 10257"/>
                <a:gd name="connsiteX9" fmla="*/ 13591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13591" y="7949"/>
                  </a:moveTo>
                  <a:lnTo>
                    <a:pt x="13591" y="7949"/>
                  </a:lnTo>
                  <a:lnTo>
                    <a:pt x="5898" y="7949"/>
                  </a:ln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13591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2654"/>
            <p:cNvSpPr/>
            <p:nvPr/>
          </p:nvSpPr>
          <p:spPr>
            <a:xfrm>
              <a:off x="4796065" y="5807116"/>
              <a:ext cx="15386" cy="10257"/>
            </a:xfrm>
            <a:custGeom>
              <a:avLst/>
              <a:gdLst>
                <a:gd name="connsiteX0" fmla="*/ 5898 w 15386"/>
                <a:gd name="connsiteY0" fmla="*/ 7949 h 10257"/>
                <a:gd name="connsiteX1" fmla="*/ 3847 w 15386"/>
                <a:gd name="connsiteY1" fmla="*/ 5898 h 10257"/>
                <a:gd name="connsiteX2" fmla="*/ 5898 w 15386"/>
                <a:gd name="connsiteY2" fmla="*/ 3847 h 10257"/>
                <a:gd name="connsiteX3" fmla="*/ 13591 w 15386"/>
                <a:gd name="connsiteY3" fmla="*/ 3847 h 10257"/>
                <a:gd name="connsiteX4" fmla="*/ 13591 w 15386"/>
                <a:gd name="connsiteY4" fmla="*/ 3847 h 10257"/>
                <a:gd name="connsiteX5" fmla="*/ 15643 w 15386"/>
                <a:gd name="connsiteY5" fmla="*/ 5898 h 10257"/>
                <a:gd name="connsiteX6" fmla="*/ 13591 w 15386"/>
                <a:gd name="connsiteY6" fmla="*/ 7949 h 10257"/>
                <a:gd name="connsiteX7" fmla="*/ 5898 w 15386"/>
                <a:gd name="connsiteY7" fmla="*/ 7949 h 10257"/>
                <a:gd name="connsiteX8" fmla="*/ 5898 w 15386"/>
                <a:gd name="connsiteY8" fmla="*/ 7949 h 10257"/>
                <a:gd name="connsiteX9" fmla="*/ 5898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5898" y="7949"/>
                  </a:move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13591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5898" y="7949"/>
                  </a:lnTo>
                  <a:lnTo>
                    <a:pt x="5898" y="7949"/>
                  </a:lnTo>
                  <a:lnTo>
                    <a:pt x="5898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2655"/>
            <p:cNvSpPr/>
            <p:nvPr/>
          </p:nvSpPr>
          <p:spPr>
            <a:xfrm>
              <a:off x="4680156" y="5923025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5898 w 10257"/>
                <a:gd name="connsiteY1" fmla="*/ 15643 h 15386"/>
                <a:gd name="connsiteX2" fmla="*/ 3847 w 10257"/>
                <a:gd name="connsiteY2" fmla="*/ 13591 h 15386"/>
                <a:gd name="connsiteX3" fmla="*/ 3847 w 10257"/>
                <a:gd name="connsiteY3" fmla="*/ 5898 h 15386"/>
                <a:gd name="connsiteX4" fmla="*/ 5898 w 10257"/>
                <a:gd name="connsiteY4" fmla="*/ 3847 h 15386"/>
                <a:gd name="connsiteX5" fmla="*/ 5898 w 10257"/>
                <a:gd name="connsiteY5" fmla="*/ 3847 h 15386"/>
                <a:gd name="connsiteX6" fmla="*/ 7949 w 10257"/>
                <a:gd name="connsiteY6" fmla="*/ 5898 h 15386"/>
                <a:gd name="connsiteX7" fmla="*/ 7949 w 10257"/>
                <a:gd name="connsiteY7" fmla="*/ 13591 h 15386"/>
                <a:gd name="connsiteX8" fmla="*/ 5898 w 10257"/>
                <a:gd name="connsiteY8" fmla="*/ 15643 h 15386"/>
                <a:gd name="connsiteX9" fmla="*/ 5898 w 10257"/>
                <a:gd name="connsiteY9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lnTo>
                    <a:pt x="5898" y="15643"/>
                  </a:ln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4617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2656"/>
            <p:cNvSpPr/>
            <p:nvPr/>
          </p:nvSpPr>
          <p:spPr>
            <a:xfrm>
              <a:off x="4680156" y="5683514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3847 w 10257"/>
                <a:gd name="connsiteY1" fmla="*/ 13591 h 15386"/>
                <a:gd name="connsiteX2" fmla="*/ 3847 w 10257"/>
                <a:gd name="connsiteY2" fmla="*/ 5898 h 15386"/>
                <a:gd name="connsiteX3" fmla="*/ 5898 w 10257"/>
                <a:gd name="connsiteY3" fmla="*/ 3847 h 15386"/>
                <a:gd name="connsiteX4" fmla="*/ 7949 w 10257"/>
                <a:gd name="connsiteY4" fmla="*/ 5898 h 15386"/>
                <a:gd name="connsiteX5" fmla="*/ 7949 w 10257"/>
                <a:gd name="connsiteY5" fmla="*/ 13591 h 15386"/>
                <a:gd name="connsiteX6" fmla="*/ 5898 w 10257"/>
                <a:gd name="connsiteY6" fmla="*/ 15643 h 15386"/>
                <a:gd name="connsiteX7" fmla="*/ 5898 w 10257"/>
                <a:gd name="connsiteY7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5130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2657"/>
            <p:cNvSpPr/>
            <p:nvPr/>
          </p:nvSpPr>
          <p:spPr>
            <a:xfrm>
              <a:off x="4675540" y="5706080"/>
              <a:ext cx="20515" cy="112832"/>
            </a:xfrm>
            <a:custGeom>
              <a:avLst/>
              <a:gdLst>
                <a:gd name="connsiteX0" fmla="*/ 10514 w 20514"/>
                <a:gd name="connsiteY0" fmla="*/ 113601 h 112831"/>
                <a:gd name="connsiteX1" fmla="*/ 3847 w 20514"/>
                <a:gd name="connsiteY1" fmla="*/ 106934 h 112831"/>
                <a:gd name="connsiteX2" fmla="*/ 3847 w 20514"/>
                <a:gd name="connsiteY2" fmla="*/ 10514 h 112831"/>
                <a:gd name="connsiteX3" fmla="*/ 10514 w 20514"/>
                <a:gd name="connsiteY3" fmla="*/ 3847 h 112831"/>
                <a:gd name="connsiteX4" fmla="*/ 17181 w 20514"/>
                <a:gd name="connsiteY4" fmla="*/ 10514 h 112831"/>
                <a:gd name="connsiteX5" fmla="*/ 17181 w 20514"/>
                <a:gd name="connsiteY5" fmla="*/ 106934 h 112831"/>
                <a:gd name="connsiteX6" fmla="*/ 10514 w 20514"/>
                <a:gd name="connsiteY6" fmla="*/ 113601 h 112831"/>
                <a:gd name="connsiteX7" fmla="*/ 10514 w 20514"/>
                <a:gd name="connsiteY7" fmla="*/ 113601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514" h="112831">
                  <a:moveTo>
                    <a:pt x="10514" y="113601"/>
                  </a:moveTo>
                  <a:cubicBezTo>
                    <a:pt x="6924" y="113601"/>
                    <a:pt x="3847" y="110524"/>
                    <a:pt x="3847" y="106934"/>
                  </a:cubicBezTo>
                  <a:lnTo>
                    <a:pt x="3847" y="10514"/>
                  </a:lnTo>
                  <a:cubicBezTo>
                    <a:pt x="3847" y="6924"/>
                    <a:pt x="6924" y="3847"/>
                    <a:pt x="10514" y="3847"/>
                  </a:cubicBezTo>
                  <a:cubicBezTo>
                    <a:pt x="14104" y="3847"/>
                    <a:pt x="17181" y="6924"/>
                    <a:pt x="17181" y="10514"/>
                  </a:cubicBezTo>
                  <a:lnTo>
                    <a:pt x="17181" y="106934"/>
                  </a:lnTo>
                  <a:cubicBezTo>
                    <a:pt x="17181" y="111037"/>
                    <a:pt x="14104" y="113601"/>
                    <a:pt x="10514" y="113601"/>
                  </a:cubicBezTo>
                  <a:lnTo>
                    <a:pt x="10514" y="11360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2658"/>
            <p:cNvSpPr/>
            <p:nvPr/>
          </p:nvSpPr>
          <p:spPr>
            <a:xfrm>
              <a:off x="4633613" y="5804680"/>
              <a:ext cx="56416" cy="56416"/>
            </a:xfrm>
            <a:custGeom>
              <a:avLst/>
              <a:gdLst>
                <a:gd name="connsiteX0" fmla="*/ 10386 w 56415"/>
                <a:gd name="connsiteY0" fmla="*/ 57570 h 56415"/>
                <a:gd name="connsiteX1" fmla="*/ 5770 w 56415"/>
                <a:gd name="connsiteY1" fmla="*/ 55518 h 56415"/>
                <a:gd name="connsiteX2" fmla="*/ 5770 w 56415"/>
                <a:gd name="connsiteY2" fmla="*/ 46287 h 56415"/>
                <a:gd name="connsiteX3" fmla="*/ 46287 w 56415"/>
                <a:gd name="connsiteY3" fmla="*/ 5770 h 56415"/>
                <a:gd name="connsiteX4" fmla="*/ 55518 w 56415"/>
                <a:gd name="connsiteY4" fmla="*/ 5770 h 56415"/>
                <a:gd name="connsiteX5" fmla="*/ 55518 w 56415"/>
                <a:gd name="connsiteY5" fmla="*/ 15001 h 56415"/>
                <a:gd name="connsiteX6" fmla="*/ 15002 w 56415"/>
                <a:gd name="connsiteY6" fmla="*/ 55518 h 56415"/>
                <a:gd name="connsiteX7" fmla="*/ 10386 w 56415"/>
                <a:gd name="connsiteY7" fmla="*/ 57570 h 56415"/>
                <a:gd name="connsiteX8" fmla="*/ 10386 w 56415"/>
                <a:gd name="connsiteY8" fmla="*/ 57570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415" h="56415">
                  <a:moveTo>
                    <a:pt x="10386" y="57570"/>
                  </a:moveTo>
                  <a:cubicBezTo>
                    <a:pt x="8847" y="57570"/>
                    <a:pt x="7309" y="57057"/>
                    <a:pt x="5770" y="55518"/>
                  </a:cubicBezTo>
                  <a:cubicBezTo>
                    <a:pt x="3205" y="52954"/>
                    <a:pt x="3205" y="48851"/>
                    <a:pt x="5770" y="46287"/>
                  </a:cubicBezTo>
                  <a:lnTo>
                    <a:pt x="46287" y="5770"/>
                  </a:lnTo>
                  <a:cubicBezTo>
                    <a:pt x="48851" y="3205"/>
                    <a:pt x="52954" y="3205"/>
                    <a:pt x="55518" y="5770"/>
                  </a:cubicBezTo>
                  <a:cubicBezTo>
                    <a:pt x="58083" y="8334"/>
                    <a:pt x="58083" y="12437"/>
                    <a:pt x="55518" y="15001"/>
                  </a:cubicBezTo>
                  <a:lnTo>
                    <a:pt x="15002" y="55518"/>
                  </a:lnTo>
                  <a:cubicBezTo>
                    <a:pt x="13463" y="56544"/>
                    <a:pt x="11924" y="57570"/>
                    <a:pt x="10386" y="57570"/>
                  </a:cubicBezTo>
                  <a:lnTo>
                    <a:pt x="10386" y="5757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2659"/>
            <p:cNvSpPr/>
            <p:nvPr/>
          </p:nvSpPr>
          <p:spPr>
            <a:xfrm>
              <a:off x="4667847" y="5794781"/>
              <a:ext cx="35901" cy="35901"/>
            </a:xfrm>
            <a:custGeom>
              <a:avLst/>
              <a:gdLst>
                <a:gd name="connsiteX0" fmla="*/ 33593 w 35901"/>
                <a:gd name="connsiteY0" fmla="*/ 18746 h 35901"/>
                <a:gd name="connsiteX1" fmla="*/ 18720 w 35901"/>
                <a:gd name="connsiteY1" fmla="*/ 33619 h 35901"/>
                <a:gd name="connsiteX2" fmla="*/ 3847 w 35901"/>
                <a:gd name="connsiteY2" fmla="*/ 18746 h 35901"/>
                <a:gd name="connsiteX3" fmla="*/ 18720 w 35901"/>
                <a:gd name="connsiteY3" fmla="*/ 3872 h 35901"/>
                <a:gd name="connsiteX4" fmla="*/ 33593 w 35901"/>
                <a:gd name="connsiteY4" fmla="*/ 18746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01" h="35901">
                  <a:moveTo>
                    <a:pt x="33593" y="18746"/>
                  </a:moveTo>
                  <a:cubicBezTo>
                    <a:pt x="33593" y="26952"/>
                    <a:pt x="26926" y="33619"/>
                    <a:pt x="18720" y="33619"/>
                  </a:cubicBezTo>
                  <a:cubicBezTo>
                    <a:pt x="10514" y="33619"/>
                    <a:pt x="3847" y="26952"/>
                    <a:pt x="3847" y="18746"/>
                  </a:cubicBezTo>
                  <a:cubicBezTo>
                    <a:pt x="3847" y="10540"/>
                    <a:pt x="10514" y="3872"/>
                    <a:pt x="18720" y="3872"/>
                  </a:cubicBezTo>
                  <a:cubicBezTo>
                    <a:pt x="26413" y="3360"/>
                    <a:pt x="33593" y="10540"/>
                    <a:pt x="33593" y="187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2660"/>
            <p:cNvSpPr/>
            <p:nvPr/>
          </p:nvSpPr>
          <p:spPr>
            <a:xfrm>
              <a:off x="4675027" y="5801988"/>
              <a:ext cx="20515" cy="20515"/>
            </a:xfrm>
            <a:custGeom>
              <a:avLst/>
              <a:gdLst>
                <a:gd name="connsiteX0" fmla="*/ 18720 w 20514"/>
                <a:gd name="connsiteY0" fmla="*/ 11540 h 20514"/>
                <a:gd name="connsiteX1" fmla="*/ 11027 w 20514"/>
                <a:gd name="connsiteY1" fmla="*/ 19233 h 20514"/>
                <a:gd name="connsiteX2" fmla="*/ 3847 w 20514"/>
                <a:gd name="connsiteY2" fmla="*/ 11540 h 20514"/>
                <a:gd name="connsiteX3" fmla="*/ 11027 w 20514"/>
                <a:gd name="connsiteY3" fmla="*/ 3847 h 20514"/>
                <a:gd name="connsiteX4" fmla="*/ 18720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8720" y="11540"/>
                  </a:moveTo>
                  <a:cubicBezTo>
                    <a:pt x="18720" y="15643"/>
                    <a:pt x="15130" y="19233"/>
                    <a:pt x="11027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7437"/>
                    <a:pt x="7437" y="3847"/>
                    <a:pt x="11027" y="3847"/>
                  </a:cubicBezTo>
                  <a:cubicBezTo>
                    <a:pt x="15130" y="3847"/>
                    <a:pt x="18720" y="7437"/>
                    <a:pt x="18720" y="11540"/>
                  </a:cubicBez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2661"/>
            <p:cNvSpPr/>
            <p:nvPr/>
          </p:nvSpPr>
          <p:spPr>
            <a:xfrm>
              <a:off x="4678997" y="5780314"/>
              <a:ext cx="97446" cy="35901"/>
            </a:xfrm>
            <a:custGeom>
              <a:avLst/>
              <a:gdLst>
                <a:gd name="connsiteX0" fmla="*/ 7057 w 97445"/>
                <a:gd name="connsiteY0" fmla="*/ 36291 h 35901"/>
                <a:gd name="connsiteX1" fmla="*/ 3980 w 97445"/>
                <a:gd name="connsiteY1" fmla="*/ 33726 h 35901"/>
                <a:gd name="connsiteX2" fmla="*/ 6032 w 97445"/>
                <a:gd name="connsiteY2" fmla="*/ 29624 h 35901"/>
                <a:gd name="connsiteX3" fmla="*/ 90143 w 97445"/>
                <a:gd name="connsiteY3" fmla="*/ 3980 h 35901"/>
                <a:gd name="connsiteX4" fmla="*/ 94245 w 97445"/>
                <a:gd name="connsiteY4" fmla="*/ 6031 h 35901"/>
                <a:gd name="connsiteX5" fmla="*/ 92194 w 97445"/>
                <a:gd name="connsiteY5" fmla="*/ 10134 h 35901"/>
                <a:gd name="connsiteX6" fmla="*/ 8083 w 97445"/>
                <a:gd name="connsiteY6" fmla="*/ 35778 h 35901"/>
                <a:gd name="connsiteX7" fmla="*/ 7057 w 97445"/>
                <a:gd name="connsiteY7" fmla="*/ 36291 h 35901"/>
                <a:gd name="connsiteX8" fmla="*/ 7057 w 97445"/>
                <a:gd name="connsiteY8" fmla="*/ 36291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445" h="35901">
                  <a:moveTo>
                    <a:pt x="7057" y="36291"/>
                  </a:moveTo>
                  <a:cubicBezTo>
                    <a:pt x="5519" y="36291"/>
                    <a:pt x="4493" y="35265"/>
                    <a:pt x="3980" y="33726"/>
                  </a:cubicBezTo>
                  <a:cubicBezTo>
                    <a:pt x="3467" y="32188"/>
                    <a:pt x="4493" y="30136"/>
                    <a:pt x="6032" y="29624"/>
                  </a:cubicBezTo>
                  <a:lnTo>
                    <a:pt x="90143" y="3980"/>
                  </a:lnTo>
                  <a:cubicBezTo>
                    <a:pt x="91681" y="3467"/>
                    <a:pt x="93733" y="4493"/>
                    <a:pt x="94245" y="6031"/>
                  </a:cubicBezTo>
                  <a:cubicBezTo>
                    <a:pt x="94758" y="7570"/>
                    <a:pt x="93733" y="9622"/>
                    <a:pt x="92194" y="10134"/>
                  </a:cubicBezTo>
                  <a:lnTo>
                    <a:pt x="8083" y="35778"/>
                  </a:lnTo>
                  <a:cubicBezTo>
                    <a:pt x="8083" y="36291"/>
                    <a:pt x="7570" y="36291"/>
                    <a:pt x="7057" y="36291"/>
                  </a:cubicBezTo>
                  <a:lnTo>
                    <a:pt x="7057" y="36291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2662"/>
            <p:cNvSpPr/>
            <p:nvPr/>
          </p:nvSpPr>
          <p:spPr>
            <a:xfrm>
              <a:off x="3874619" y="5278530"/>
              <a:ext cx="538516" cy="492357"/>
            </a:xfrm>
            <a:custGeom>
              <a:avLst/>
              <a:gdLst>
                <a:gd name="connsiteX0" fmla="*/ 143676 w 538515"/>
                <a:gd name="connsiteY0" fmla="*/ 18022 h 492357"/>
                <a:gd name="connsiteX1" fmla="*/ 184705 w 538515"/>
                <a:gd name="connsiteY1" fmla="*/ 8278 h 492357"/>
                <a:gd name="connsiteX2" fmla="*/ 524227 w 538515"/>
                <a:gd name="connsiteY2" fmla="*/ 215478 h 492357"/>
                <a:gd name="connsiteX3" fmla="*/ 533971 w 538515"/>
                <a:gd name="connsiteY3" fmla="*/ 256508 h 492357"/>
                <a:gd name="connsiteX4" fmla="*/ 398573 w 538515"/>
                <a:gd name="connsiteY4" fmla="*/ 478581 h 492357"/>
                <a:gd name="connsiteX5" fmla="*/ 357543 w 538515"/>
                <a:gd name="connsiteY5" fmla="*/ 488326 h 492357"/>
                <a:gd name="connsiteX6" fmla="*/ 18022 w 538515"/>
                <a:gd name="connsiteY6" fmla="*/ 281126 h 492357"/>
                <a:gd name="connsiteX7" fmla="*/ 8278 w 538515"/>
                <a:gd name="connsiteY7" fmla="*/ 240096 h 492357"/>
                <a:gd name="connsiteX8" fmla="*/ 143676 w 538515"/>
                <a:gd name="connsiteY8" fmla="*/ 18022 h 492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515" h="492357">
                  <a:moveTo>
                    <a:pt x="143676" y="18022"/>
                  </a:moveTo>
                  <a:cubicBezTo>
                    <a:pt x="152395" y="4175"/>
                    <a:pt x="170345" y="-441"/>
                    <a:pt x="184705" y="8278"/>
                  </a:cubicBezTo>
                  <a:lnTo>
                    <a:pt x="524227" y="215478"/>
                  </a:lnTo>
                  <a:cubicBezTo>
                    <a:pt x="538074" y="224197"/>
                    <a:pt x="542690" y="242147"/>
                    <a:pt x="533971" y="256508"/>
                  </a:cubicBezTo>
                  <a:lnTo>
                    <a:pt x="398573" y="478581"/>
                  </a:lnTo>
                  <a:cubicBezTo>
                    <a:pt x="389854" y="492429"/>
                    <a:pt x="371904" y="497045"/>
                    <a:pt x="357543" y="488326"/>
                  </a:cubicBezTo>
                  <a:lnTo>
                    <a:pt x="18022" y="281126"/>
                  </a:lnTo>
                  <a:cubicBezTo>
                    <a:pt x="4175" y="272407"/>
                    <a:pt x="-441" y="254456"/>
                    <a:pt x="8278" y="240096"/>
                  </a:cubicBezTo>
                  <a:lnTo>
                    <a:pt x="143676" y="18022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2663"/>
            <p:cNvSpPr/>
            <p:nvPr/>
          </p:nvSpPr>
          <p:spPr>
            <a:xfrm>
              <a:off x="3874770" y="5479904"/>
              <a:ext cx="394911" cy="292337"/>
            </a:xfrm>
            <a:custGeom>
              <a:avLst/>
              <a:gdLst>
                <a:gd name="connsiteX0" fmla="*/ 213275 w 394911"/>
                <a:gd name="connsiteY0" fmla="*/ 3847 h 292337"/>
                <a:gd name="connsiteX1" fmla="*/ 4536 w 394911"/>
                <a:gd name="connsiteY1" fmla="*/ 47954 h 292337"/>
                <a:gd name="connsiteX2" fmla="*/ 17871 w 394911"/>
                <a:gd name="connsiteY2" fmla="*/ 79752 h 292337"/>
                <a:gd name="connsiteX3" fmla="*/ 357392 w 394911"/>
                <a:gd name="connsiteY3" fmla="*/ 286952 h 292337"/>
                <a:gd name="connsiteX4" fmla="*/ 391755 w 394911"/>
                <a:gd name="connsiteY4" fmla="*/ 283875 h 292337"/>
                <a:gd name="connsiteX5" fmla="*/ 334826 w 394911"/>
                <a:gd name="connsiteY5" fmla="*/ 76162 h 292337"/>
                <a:gd name="connsiteX6" fmla="*/ 213275 w 394911"/>
                <a:gd name="connsiteY6" fmla="*/ 3847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92337">
                  <a:moveTo>
                    <a:pt x="213275" y="3847"/>
                  </a:moveTo>
                  <a:lnTo>
                    <a:pt x="4536" y="47954"/>
                  </a:lnTo>
                  <a:cubicBezTo>
                    <a:pt x="1972" y="60262"/>
                    <a:pt x="6588" y="73084"/>
                    <a:pt x="17871" y="79752"/>
                  </a:cubicBezTo>
                  <a:lnTo>
                    <a:pt x="357392" y="286952"/>
                  </a:lnTo>
                  <a:cubicBezTo>
                    <a:pt x="368163" y="293619"/>
                    <a:pt x="382010" y="292081"/>
                    <a:pt x="391755" y="283875"/>
                  </a:cubicBezTo>
                  <a:lnTo>
                    <a:pt x="334826" y="76162"/>
                  </a:lnTo>
                  <a:lnTo>
                    <a:pt x="213275" y="3847"/>
                  </a:ln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2664"/>
            <p:cNvSpPr/>
            <p:nvPr/>
          </p:nvSpPr>
          <p:spPr>
            <a:xfrm>
              <a:off x="3874503" y="5487597"/>
              <a:ext cx="394911" cy="287208"/>
            </a:xfrm>
            <a:custGeom>
              <a:avLst/>
              <a:gdLst>
                <a:gd name="connsiteX0" fmla="*/ 208927 w 394911"/>
                <a:gd name="connsiteY0" fmla="*/ 3847 h 287208"/>
                <a:gd name="connsiteX1" fmla="*/ 4291 w 394911"/>
                <a:gd name="connsiteY1" fmla="*/ 41286 h 287208"/>
                <a:gd name="connsiteX2" fmla="*/ 18138 w 394911"/>
                <a:gd name="connsiteY2" fmla="*/ 72059 h 287208"/>
                <a:gd name="connsiteX3" fmla="*/ 357660 w 394911"/>
                <a:gd name="connsiteY3" fmla="*/ 279259 h 287208"/>
                <a:gd name="connsiteX4" fmla="*/ 391509 w 394911"/>
                <a:gd name="connsiteY4" fmla="*/ 277208 h 287208"/>
                <a:gd name="connsiteX5" fmla="*/ 330477 w 394911"/>
                <a:gd name="connsiteY5" fmla="*/ 76162 h 287208"/>
                <a:gd name="connsiteX6" fmla="*/ 208927 w 394911"/>
                <a:gd name="connsiteY6" fmla="*/ 3847 h 287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87208">
                  <a:moveTo>
                    <a:pt x="208927" y="3847"/>
                  </a:moveTo>
                  <a:lnTo>
                    <a:pt x="4291" y="41286"/>
                  </a:lnTo>
                  <a:cubicBezTo>
                    <a:pt x="2239" y="53082"/>
                    <a:pt x="7368" y="65391"/>
                    <a:pt x="18138" y="72059"/>
                  </a:cubicBezTo>
                  <a:lnTo>
                    <a:pt x="357660" y="279259"/>
                  </a:lnTo>
                  <a:cubicBezTo>
                    <a:pt x="368430" y="285926"/>
                    <a:pt x="381765" y="284901"/>
                    <a:pt x="391509" y="277208"/>
                  </a:cubicBezTo>
                  <a:lnTo>
                    <a:pt x="330477" y="76162"/>
                  </a:lnTo>
                  <a:lnTo>
                    <a:pt x="208927" y="384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2665"/>
            <p:cNvSpPr/>
            <p:nvPr/>
          </p:nvSpPr>
          <p:spPr>
            <a:xfrm>
              <a:off x="4020602" y="5278687"/>
              <a:ext cx="394911" cy="317981"/>
            </a:xfrm>
            <a:custGeom>
              <a:avLst/>
              <a:gdLst>
                <a:gd name="connsiteX0" fmla="*/ 3847 w 394911"/>
                <a:gd name="connsiteY0" fmla="*/ 11198 h 317980"/>
                <a:gd name="connsiteX1" fmla="*/ 81803 w 394911"/>
                <a:gd name="connsiteY1" fmla="*/ 318408 h 317980"/>
                <a:gd name="connsiteX2" fmla="*/ 390552 w 394911"/>
                <a:gd name="connsiteY2" fmla="*/ 247119 h 317980"/>
                <a:gd name="connsiteX3" fmla="*/ 377730 w 394911"/>
                <a:gd name="connsiteY3" fmla="*/ 214808 h 317980"/>
                <a:gd name="connsiteX4" fmla="*/ 38209 w 394911"/>
                <a:gd name="connsiteY4" fmla="*/ 7608 h 317980"/>
                <a:gd name="connsiteX5" fmla="*/ 3847 w 394911"/>
                <a:gd name="connsiteY5" fmla="*/ 1119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4911" h="317980">
                  <a:moveTo>
                    <a:pt x="3847" y="11198"/>
                  </a:moveTo>
                  <a:lnTo>
                    <a:pt x="81803" y="318408"/>
                  </a:lnTo>
                  <a:lnTo>
                    <a:pt x="390552" y="247119"/>
                  </a:lnTo>
                  <a:cubicBezTo>
                    <a:pt x="393116" y="234297"/>
                    <a:pt x="388501" y="221475"/>
                    <a:pt x="377730" y="214808"/>
                  </a:cubicBezTo>
                  <a:lnTo>
                    <a:pt x="38209" y="7608"/>
                  </a:lnTo>
                  <a:cubicBezTo>
                    <a:pt x="27439" y="1453"/>
                    <a:pt x="13591" y="2992"/>
                    <a:pt x="3847" y="11198"/>
                  </a:cubicBez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2666"/>
            <p:cNvSpPr/>
            <p:nvPr/>
          </p:nvSpPr>
          <p:spPr>
            <a:xfrm>
              <a:off x="4021115" y="5278407"/>
              <a:ext cx="389783" cy="302595"/>
            </a:xfrm>
            <a:custGeom>
              <a:avLst/>
              <a:gdLst>
                <a:gd name="connsiteX0" fmla="*/ 3847 w 389782"/>
                <a:gd name="connsiteY0" fmla="*/ 9939 h 302594"/>
                <a:gd name="connsiteX1" fmla="*/ 92061 w 389782"/>
                <a:gd name="connsiteY1" fmla="*/ 300225 h 302594"/>
                <a:gd name="connsiteX2" fmla="*/ 390552 w 389782"/>
                <a:gd name="connsiteY2" fmla="*/ 245860 h 302594"/>
                <a:gd name="connsiteX3" fmla="*/ 376705 w 389782"/>
                <a:gd name="connsiteY3" fmla="*/ 215088 h 302594"/>
                <a:gd name="connsiteX4" fmla="*/ 37183 w 389782"/>
                <a:gd name="connsiteY4" fmla="*/ 7888 h 302594"/>
                <a:gd name="connsiteX5" fmla="*/ 3847 w 389782"/>
                <a:gd name="connsiteY5" fmla="*/ 9939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782" h="302594">
                  <a:moveTo>
                    <a:pt x="3847" y="9939"/>
                  </a:moveTo>
                  <a:lnTo>
                    <a:pt x="92061" y="300225"/>
                  </a:lnTo>
                  <a:lnTo>
                    <a:pt x="390552" y="245860"/>
                  </a:lnTo>
                  <a:cubicBezTo>
                    <a:pt x="392604" y="234064"/>
                    <a:pt x="387475" y="221755"/>
                    <a:pt x="376705" y="215088"/>
                  </a:cubicBezTo>
                  <a:lnTo>
                    <a:pt x="37183" y="7888"/>
                  </a:lnTo>
                  <a:cubicBezTo>
                    <a:pt x="26926" y="1733"/>
                    <a:pt x="13591" y="2759"/>
                    <a:pt x="3847" y="993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2667"/>
            <p:cNvSpPr/>
            <p:nvPr/>
          </p:nvSpPr>
          <p:spPr>
            <a:xfrm>
              <a:off x="4987114" y="5344027"/>
              <a:ext cx="174376" cy="200020"/>
            </a:xfrm>
            <a:custGeom>
              <a:avLst/>
              <a:gdLst>
                <a:gd name="connsiteX0" fmla="*/ 168218 w 174376"/>
                <a:gd name="connsiteY0" fmla="*/ 133569 h 200020"/>
                <a:gd name="connsiteX1" fmla="*/ 162063 w 174376"/>
                <a:gd name="connsiteY1" fmla="*/ 162803 h 200020"/>
                <a:gd name="connsiteX2" fmla="*/ 115392 w 174376"/>
                <a:gd name="connsiteY2" fmla="*/ 193575 h 200020"/>
                <a:gd name="connsiteX3" fmla="*/ 86158 w 174376"/>
                <a:gd name="connsiteY3" fmla="*/ 187421 h 200020"/>
                <a:gd name="connsiteX4" fmla="*/ 7176 w 174376"/>
                <a:gd name="connsiteY4" fmla="*/ 67408 h 200020"/>
                <a:gd name="connsiteX5" fmla="*/ 13330 w 174376"/>
                <a:gd name="connsiteY5" fmla="*/ 38175 h 200020"/>
                <a:gd name="connsiteX6" fmla="*/ 60002 w 174376"/>
                <a:gd name="connsiteY6" fmla="*/ 7402 h 200020"/>
                <a:gd name="connsiteX7" fmla="*/ 89235 w 174376"/>
                <a:gd name="connsiteY7" fmla="*/ 13557 h 200020"/>
                <a:gd name="connsiteX8" fmla="*/ 168218 w 174376"/>
                <a:gd name="connsiteY8" fmla="*/ 133569 h 20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376" h="200020">
                  <a:moveTo>
                    <a:pt x="168218" y="133569"/>
                  </a:moveTo>
                  <a:cubicBezTo>
                    <a:pt x="174372" y="143314"/>
                    <a:pt x="171808" y="156135"/>
                    <a:pt x="162063" y="162803"/>
                  </a:cubicBezTo>
                  <a:lnTo>
                    <a:pt x="115392" y="193575"/>
                  </a:lnTo>
                  <a:cubicBezTo>
                    <a:pt x="105647" y="199729"/>
                    <a:pt x="92826" y="197165"/>
                    <a:pt x="86158" y="187421"/>
                  </a:cubicBezTo>
                  <a:lnTo>
                    <a:pt x="7176" y="67408"/>
                  </a:lnTo>
                  <a:cubicBezTo>
                    <a:pt x="1021" y="57664"/>
                    <a:pt x="3586" y="44842"/>
                    <a:pt x="13330" y="38175"/>
                  </a:cubicBezTo>
                  <a:lnTo>
                    <a:pt x="60002" y="7402"/>
                  </a:lnTo>
                  <a:cubicBezTo>
                    <a:pt x="69746" y="735"/>
                    <a:pt x="82568" y="3812"/>
                    <a:pt x="89235" y="13557"/>
                  </a:cubicBezTo>
                  <a:lnTo>
                    <a:pt x="168218" y="13356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2668"/>
            <p:cNvSpPr/>
            <p:nvPr/>
          </p:nvSpPr>
          <p:spPr>
            <a:xfrm>
              <a:off x="5263976" y="5119593"/>
              <a:ext cx="82060" cy="82060"/>
            </a:xfrm>
            <a:custGeom>
              <a:avLst/>
              <a:gdLst>
                <a:gd name="connsiteX0" fmla="*/ 58039 w 82059"/>
                <a:gd name="connsiteY0" fmla="*/ 6686 h 82059"/>
                <a:gd name="connsiteX1" fmla="*/ 6752 w 82059"/>
                <a:gd name="connsiteY1" fmla="*/ 28739 h 82059"/>
                <a:gd name="connsiteX2" fmla="*/ 28806 w 82059"/>
                <a:gd name="connsiteY2" fmla="*/ 80027 h 82059"/>
                <a:gd name="connsiteX3" fmla="*/ 28806 w 82059"/>
                <a:gd name="connsiteY3" fmla="*/ 80027 h 82059"/>
                <a:gd name="connsiteX4" fmla="*/ 28806 w 82059"/>
                <a:gd name="connsiteY4" fmla="*/ 80027 h 82059"/>
                <a:gd name="connsiteX5" fmla="*/ 80093 w 82059"/>
                <a:gd name="connsiteY5" fmla="*/ 57973 h 82059"/>
                <a:gd name="connsiteX6" fmla="*/ 58039 w 82059"/>
                <a:gd name="connsiteY6" fmla="*/ 6686 h 82059"/>
                <a:gd name="connsiteX7" fmla="*/ 58039 w 82059"/>
                <a:gd name="connsiteY7" fmla="*/ 6686 h 82059"/>
                <a:gd name="connsiteX8" fmla="*/ 58039 w 82059"/>
                <a:gd name="connsiteY8" fmla="*/ 668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059" h="82059">
                  <a:moveTo>
                    <a:pt x="58039" y="6686"/>
                  </a:moveTo>
                  <a:cubicBezTo>
                    <a:pt x="37525" y="-1520"/>
                    <a:pt x="14445" y="8737"/>
                    <a:pt x="6752" y="28739"/>
                  </a:cubicBezTo>
                  <a:cubicBezTo>
                    <a:pt x="-1454" y="49254"/>
                    <a:pt x="8291" y="72334"/>
                    <a:pt x="28806" y="80027"/>
                  </a:cubicBezTo>
                  <a:lnTo>
                    <a:pt x="28806" y="80027"/>
                  </a:lnTo>
                  <a:lnTo>
                    <a:pt x="28806" y="80027"/>
                  </a:lnTo>
                  <a:cubicBezTo>
                    <a:pt x="49321" y="88233"/>
                    <a:pt x="72400" y="77975"/>
                    <a:pt x="80093" y="57973"/>
                  </a:cubicBezTo>
                  <a:cubicBezTo>
                    <a:pt x="88299" y="37971"/>
                    <a:pt x="78554" y="14892"/>
                    <a:pt x="58039" y="6686"/>
                  </a:cubicBezTo>
                  <a:lnTo>
                    <a:pt x="58039" y="6686"/>
                  </a:lnTo>
                  <a:lnTo>
                    <a:pt x="58039" y="6686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2669"/>
            <p:cNvSpPr/>
            <p:nvPr/>
          </p:nvSpPr>
          <p:spPr>
            <a:xfrm>
              <a:off x="5026345" y="4986521"/>
              <a:ext cx="271822" cy="328238"/>
            </a:xfrm>
            <a:custGeom>
              <a:avLst/>
              <a:gdLst>
                <a:gd name="connsiteX0" fmla="*/ 3847 w 271822"/>
                <a:gd name="connsiteY0" fmla="*/ 173607 h 328238"/>
                <a:gd name="connsiteX1" fmla="*/ 68981 w 271822"/>
                <a:gd name="connsiteY1" fmla="*/ 325417 h 328238"/>
                <a:gd name="connsiteX2" fmla="*/ 271053 w 271822"/>
                <a:gd name="connsiteY2" fmla="*/ 238229 h 328238"/>
                <a:gd name="connsiteX3" fmla="*/ 170530 w 271822"/>
                <a:gd name="connsiteY3" fmla="*/ 3847 h 328238"/>
                <a:gd name="connsiteX4" fmla="*/ 70007 w 271822"/>
                <a:gd name="connsiteY4" fmla="*/ 141809 h 328238"/>
                <a:gd name="connsiteX5" fmla="*/ 3847 w 271822"/>
                <a:gd name="connsiteY5" fmla="*/ 173607 h 32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822" h="328238">
                  <a:moveTo>
                    <a:pt x="3847" y="173607"/>
                  </a:moveTo>
                  <a:lnTo>
                    <a:pt x="68981" y="325417"/>
                  </a:lnTo>
                  <a:lnTo>
                    <a:pt x="271053" y="238229"/>
                  </a:lnTo>
                  <a:lnTo>
                    <a:pt x="170530" y="3847"/>
                  </a:lnTo>
                  <a:cubicBezTo>
                    <a:pt x="152579" y="59750"/>
                    <a:pt x="118730" y="108985"/>
                    <a:pt x="70007" y="141809"/>
                  </a:cubicBezTo>
                  <a:cubicBezTo>
                    <a:pt x="48979" y="156170"/>
                    <a:pt x="26413" y="166940"/>
                    <a:pt x="3847" y="17360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2670"/>
            <p:cNvSpPr/>
            <p:nvPr/>
          </p:nvSpPr>
          <p:spPr>
            <a:xfrm>
              <a:off x="4868675" y="5153717"/>
              <a:ext cx="256436" cy="266694"/>
            </a:xfrm>
            <a:custGeom>
              <a:avLst/>
              <a:gdLst>
                <a:gd name="connsiteX0" fmla="*/ 166132 w 256436"/>
                <a:gd name="connsiteY0" fmla="*/ 3847 h 266693"/>
                <a:gd name="connsiteX1" fmla="*/ 54838 w 256436"/>
                <a:gd name="connsiteY1" fmla="*/ 51544 h 266693"/>
                <a:gd name="connsiteX2" fmla="*/ 10731 w 256436"/>
                <a:gd name="connsiteY2" fmla="*/ 162324 h 266693"/>
                <a:gd name="connsiteX3" fmla="*/ 33811 w 256436"/>
                <a:gd name="connsiteY3" fmla="*/ 215663 h 266693"/>
                <a:gd name="connsiteX4" fmla="*/ 144591 w 256436"/>
                <a:gd name="connsiteY4" fmla="*/ 259770 h 266693"/>
                <a:gd name="connsiteX5" fmla="*/ 255884 w 256436"/>
                <a:gd name="connsiteY5" fmla="*/ 212073 h 266693"/>
                <a:gd name="connsiteX6" fmla="*/ 166132 w 256436"/>
                <a:gd name="connsiteY6" fmla="*/ 3847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36" h="266693">
                  <a:moveTo>
                    <a:pt x="166132" y="3847"/>
                  </a:moveTo>
                  <a:lnTo>
                    <a:pt x="54838" y="51544"/>
                  </a:lnTo>
                  <a:cubicBezTo>
                    <a:pt x="12270" y="70007"/>
                    <a:pt x="-7732" y="119243"/>
                    <a:pt x="10731" y="162324"/>
                  </a:cubicBezTo>
                  <a:lnTo>
                    <a:pt x="33811" y="215663"/>
                  </a:lnTo>
                  <a:cubicBezTo>
                    <a:pt x="52274" y="258231"/>
                    <a:pt x="101510" y="278233"/>
                    <a:pt x="144591" y="259770"/>
                  </a:cubicBezTo>
                  <a:lnTo>
                    <a:pt x="255884" y="212073"/>
                  </a:lnTo>
                  <a:lnTo>
                    <a:pt x="166132" y="384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2671"/>
            <p:cNvSpPr/>
            <p:nvPr/>
          </p:nvSpPr>
          <p:spPr>
            <a:xfrm>
              <a:off x="5187442" y="4961074"/>
              <a:ext cx="215406" cy="410298"/>
            </a:xfrm>
            <a:custGeom>
              <a:avLst/>
              <a:gdLst>
                <a:gd name="connsiteX0" fmla="*/ 184835 w 215406"/>
                <a:gd name="connsiteY0" fmla="*/ 408819 h 410297"/>
                <a:gd name="connsiteX1" fmla="*/ 158678 w 215406"/>
                <a:gd name="connsiteY1" fmla="*/ 396510 h 410297"/>
                <a:gd name="connsiteX2" fmla="*/ 5842 w 215406"/>
                <a:gd name="connsiteY2" fmla="*/ 40577 h 410297"/>
                <a:gd name="connsiteX3" fmla="*/ 14561 w 215406"/>
                <a:gd name="connsiteY3" fmla="*/ 12882 h 410297"/>
                <a:gd name="connsiteX4" fmla="*/ 31999 w 215406"/>
                <a:gd name="connsiteY4" fmla="*/ 5189 h 410297"/>
                <a:gd name="connsiteX5" fmla="*/ 58155 w 215406"/>
                <a:gd name="connsiteY5" fmla="*/ 17498 h 410297"/>
                <a:gd name="connsiteX6" fmla="*/ 210991 w 215406"/>
                <a:gd name="connsiteY6" fmla="*/ 373431 h 410297"/>
                <a:gd name="connsiteX7" fmla="*/ 202272 w 215406"/>
                <a:gd name="connsiteY7" fmla="*/ 401126 h 410297"/>
                <a:gd name="connsiteX8" fmla="*/ 184835 w 215406"/>
                <a:gd name="connsiteY8" fmla="*/ 408819 h 41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406" h="410297">
                  <a:moveTo>
                    <a:pt x="184835" y="408819"/>
                  </a:moveTo>
                  <a:cubicBezTo>
                    <a:pt x="175090" y="412922"/>
                    <a:pt x="163294" y="407281"/>
                    <a:pt x="158678" y="396510"/>
                  </a:cubicBezTo>
                  <a:lnTo>
                    <a:pt x="5842" y="40577"/>
                  </a:lnTo>
                  <a:cubicBezTo>
                    <a:pt x="1226" y="29294"/>
                    <a:pt x="4816" y="16985"/>
                    <a:pt x="14561" y="12882"/>
                  </a:cubicBezTo>
                  <a:lnTo>
                    <a:pt x="31999" y="5189"/>
                  </a:lnTo>
                  <a:cubicBezTo>
                    <a:pt x="41743" y="1086"/>
                    <a:pt x="53539" y="6728"/>
                    <a:pt x="58155" y="17498"/>
                  </a:cubicBezTo>
                  <a:lnTo>
                    <a:pt x="210991" y="373431"/>
                  </a:lnTo>
                  <a:cubicBezTo>
                    <a:pt x="215607" y="384714"/>
                    <a:pt x="212017" y="397023"/>
                    <a:pt x="202272" y="401126"/>
                  </a:cubicBezTo>
                  <a:lnTo>
                    <a:pt x="184835" y="408819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2672"/>
            <p:cNvSpPr/>
            <p:nvPr/>
          </p:nvSpPr>
          <p:spPr>
            <a:xfrm>
              <a:off x="5070452" y="5171155"/>
              <a:ext cx="287208" cy="194891"/>
            </a:xfrm>
            <a:custGeom>
              <a:avLst/>
              <a:gdLst>
                <a:gd name="connsiteX0" fmla="*/ 285926 w 287208"/>
                <a:gd name="connsiteY0" fmla="*/ 190532 h 194891"/>
                <a:gd name="connsiteX1" fmla="*/ 205918 w 287208"/>
                <a:gd name="connsiteY1" fmla="*/ 3847 h 194891"/>
                <a:gd name="connsiteX2" fmla="*/ 3847 w 287208"/>
                <a:gd name="connsiteY2" fmla="*/ 91035 h 194891"/>
                <a:gd name="connsiteX3" fmla="*/ 48466 w 287208"/>
                <a:gd name="connsiteY3" fmla="*/ 195148 h 194891"/>
                <a:gd name="connsiteX4" fmla="*/ 117191 w 287208"/>
                <a:gd name="connsiteY4" fmla="*/ 168478 h 194891"/>
                <a:gd name="connsiteX5" fmla="*/ 285926 w 287208"/>
                <a:gd name="connsiteY5" fmla="*/ 190532 h 19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208" h="194891">
                  <a:moveTo>
                    <a:pt x="285926" y="190532"/>
                  </a:moveTo>
                  <a:lnTo>
                    <a:pt x="205918" y="3847"/>
                  </a:lnTo>
                  <a:lnTo>
                    <a:pt x="3847" y="91035"/>
                  </a:lnTo>
                  <a:lnTo>
                    <a:pt x="48466" y="195148"/>
                  </a:lnTo>
                  <a:cubicBezTo>
                    <a:pt x="68981" y="182839"/>
                    <a:pt x="92060" y="174120"/>
                    <a:pt x="117191" y="168478"/>
                  </a:cubicBezTo>
                  <a:cubicBezTo>
                    <a:pt x="174120" y="156169"/>
                    <a:pt x="233100" y="165401"/>
                    <a:pt x="285926" y="190532"/>
                  </a:cubicBez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2673"/>
            <p:cNvSpPr/>
            <p:nvPr/>
          </p:nvSpPr>
          <p:spPr>
            <a:xfrm>
              <a:off x="4886843" y="5256292"/>
              <a:ext cx="241050" cy="164119"/>
            </a:xfrm>
            <a:custGeom>
              <a:avLst/>
              <a:gdLst>
                <a:gd name="connsiteX0" fmla="*/ 192071 w 241049"/>
                <a:gd name="connsiteY0" fmla="*/ 3847 h 164119"/>
                <a:gd name="connsiteX1" fmla="*/ 3847 w 241049"/>
                <a:gd name="connsiteY1" fmla="*/ 84880 h 164119"/>
                <a:gd name="connsiteX2" fmla="*/ 15643 w 241049"/>
                <a:gd name="connsiteY2" fmla="*/ 112576 h 164119"/>
                <a:gd name="connsiteX3" fmla="*/ 126423 w 241049"/>
                <a:gd name="connsiteY3" fmla="*/ 156683 h 164119"/>
                <a:gd name="connsiteX4" fmla="*/ 237716 w 241049"/>
                <a:gd name="connsiteY4" fmla="*/ 108985 h 164119"/>
                <a:gd name="connsiteX5" fmla="*/ 192071 w 241049"/>
                <a:gd name="connsiteY5" fmla="*/ 3847 h 16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1049" h="164119">
                  <a:moveTo>
                    <a:pt x="192071" y="3847"/>
                  </a:moveTo>
                  <a:lnTo>
                    <a:pt x="3847" y="84880"/>
                  </a:lnTo>
                  <a:lnTo>
                    <a:pt x="15643" y="112576"/>
                  </a:lnTo>
                  <a:cubicBezTo>
                    <a:pt x="34106" y="155144"/>
                    <a:pt x="83342" y="175146"/>
                    <a:pt x="126423" y="156683"/>
                  </a:cubicBezTo>
                  <a:lnTo>
                    <a:pt x="237716" y="108985"/>
                  </a:lnTo>
                  <a:lnTo>
                    <a:pt x="192071" y="3847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2674"/>
            <p:cNvSpPr/>
            <p:nvPr/>
          </p:nvSpPr>
          <p:spPr>
            <a:xfrm>
              <a:off x="5265343" y="5152179"/>
              <a:ext cx="138475" cy="220535"/>
            </a:xfrm>
            <a:custGeom>
              <a:avLst/>
              <a:gdLst>
                <a:gd name="connsiteX0" fmla="*/ 133090 w 138475"/>
                <a:gd name="connsiteY0" fmla="*/ 182839 h 220535"/>
                <a:gd name="connsiteX1" fmla="*/ 56159 w 138475"/>
                <a:gd name="connsiteY1" fmla="*/ 3847 h 220535"/>
                <a:gd name="connsiteX2" fmla="*/ 3847 w 138475"/>
                <a:gd name="connsiteY2" fmla="*/ 26413 h 220535"/>
                <a:gd name="connsiteX3" fmla="*/ 80777 w 138475"/>
                <a:gd name="connsiteY3" fmla="*/ 205405 h 220535"/>
                <a:gd name="connsiteX4" fmla="*/ 106934 w 138475"/>
                <a:gd name="connsiteY4" fmla="*/ 217714 h 220535"/>
                <a:gd name="connsiteX5" fmla="*/ 124371 w 138475"/>
                <a:gd name="connsiteY5" fmla="*/ 210021 h 220535"/>
                <a:gd name="connsiteX6" fmla="*/ 133090 w 138475"/>
                <a:gd name="connsiteY6" fmla="*/ 182839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475" h="220535">
                  <a:moveTo>
                    <a:pt x="133090" y="182839"/>
                  </a:moveTo>
                  <a:lnTo>
                    <a:pt x="56159" y="3847"/>
                  </a:lnTo>
                  <a:lnTo>
                    <a:pt x="3847" y="26413"/>
                  </a:lnTo>
                  <a:lnTo>
                    <a:pt x="80777" y="205405"/>
                  </a:lnTo>
                  <a:cubicBezTo>
                    <a:pt x="85393" y="216176"/>
                    <a:pt x="97189" y="222330"/>
                    <a:pt x="106934" y="217714"/>
                  </a:cubicBezTo>
                  <a:lnTo>
                    <a:pt x="124371" y="210021"/>
                  </a:lnTo>
                  <a:cubicBezTo>
                    <a:pt x="134116" y="205918"/>
                    <a:pt x="138219" y="193609"/>
                    <a:pt x="133090" y="182839"/>
                  </a:cubicBez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2675"/>
            <p:cNvSpPr/>
            <p:nvPr/>
          </p:nvSpPr>
          <p:spPr>
            <a:xfrm>
              <a:off x="5016874" y="5408376"/>
              <a:ext cx="92317" cy="123089"/>
            </a:xfrm>
            <a:custGeom>
              <a:avLst/>
              <a:gdLst>
                <a:gd name="connsiteX0" fmla="*/ 28703 w 92316"/>
                <a:gd name="connsiteY0" fmla="*/ 9727 h 123089"/>
                <a:gd name="connsiteX1" fmla="*/ 9727 w 92316"/>
                <a:gd name="connsiteY1" fmla="*/ 6136 h 123089"/>
                <a:gd name="connsiteX2" fmla="*/ 9727 w 92316"/>
                <a:gd name="connsiteY2" fmla="*/ 6136 h 123089"/>
                <a:gd name="connsiteX3" fmla="*/ 6137 w 92316"/>
                <a:gd name="connsiteY3" fmla="*/ 25113 h 123089"/>
                <a:gd name="connsiteX4" fmla="*/ 65630 w 92316"/>
                <a:gd name="connsiteY4" fmla="*/ 114353 h 123089"/>
                <a:gd name="connsiteX5" fmla="*/ 84606 w 92316"/>
                <a:gd name="connsiteY5" fmla="*/ 117943 h 123089"/>
                <a:gd name="connsiteX6" fmla="*/ 84606 w 92316"/>
                <a:gd name="connsiteY6" fmla="*/ 117943 h 123089"/>
                <a:gd name="connsiteX7" fmla="*/ 88196 w 92316"/>
                <a:gd name="connsiteY7" fmla="*/ 98966 h 123089"/>
                <a:gd name="connsiteX8" fmla="*/ 28703 w 92316"/>
                <a:gd name="connsiteY8" fmla="*/ 9727 h 123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16" h="123089">
                  <a:moveTo>
                    <a:pt x="28703" y="9727"/>
                  </a:moveTo>
                  <a:cubicBezTo>
                    <a:pt x="24600" y="3572"/>
                    <a:pt x="15881" y="2034"/>
                    <a:pt x="9727" y="6136"/>
                  </a:cubicBezTo>
                  <a:lnTo>
                    <a:pt x="9727" y="6136"/>
                  </a:lnTo>
                  <a:cubicBezTo>
                    <a:pt x="3572" y="10240"/>
                    <a:pt x="2033" y="18958"/>
                    <a:pt x="6137" y="25113"/>
                  </a:cubicBezTo>
                  <a:lnTo>
                    <a:pt x="65630" y="114353"/>
                  </a:lnTo>
                  <a:cubicBezTo>
                    <a:pt x="69733" y="120507"/>
                    <a:pt x="78452" y="122046"/>
                    <a:pt x="84606" y="117943"/>
                  </a:cubicBezTo>
                  <a:lnTo>
                    <a:pt x="84606" y="117943"/>
                  </a:lnTo>
                  <a:cubicBezTo>
                    <a:pt x="90760" y="113840"/>
                    <a:pt x="92299" y="105634"/>
                    <a:pt x="88196" y="98966"/>
                  </a:cubicBezTo>
                  <a:lnTo>
                    <a:pt x="28703" y="972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2676"/>
            <p:cNvSpPr/>
            <p:nvPr/>
          </p:nvSpPr>
          <p:spPr>
            <a:xfrm>
              <a:off x="5365986" y="5062536"/>
              <a:ext cx="164119" cy="76931"/>
            </a:xfrm>
            <a:custGeom>
              <a:avLst/>
              <a:gdLst>
                <a:gd name="connsiteX0" fmla="*/ 6804 w 164119"/>
                <a:gd name="connsiteY0" fmla="*/ 77077 h 76930"/>
                <a:gd name="connsiteX1" fmla="*/ 4240 w 164119"/>
                <a:gd name="connsiteY1" fmla="*/ 74512 h 76930"/>
                <a:gd name="connsiteX2" fmla="*/ 6804 w 164119"/>
                <a:gd name="connsiteY2" fmla="*/ 68871 h 76930"/>
                <a:gd name="connsiteX3" fmla="*/ 157076 w 164119"/>
                <a:gd name="connsiteY3" fmla="*/ 4249 h 76930"/>
                <a:gd name="connsiteX4" fmla="*/ 162717 w 164119"/>
                <a:gd name="connsiteY4" fmla="*/ 6300 h 76930"/>
                <a:gd name="connsiteX5" fmla="*/ 160153 w 164119"/>
                <a:gd name="connsiteY5" fmla="*/ 11942 h 76930"/>
                <a:gd name="connsiteX6" fmla="*/ 9881 w 164119"/>
                <a:gd name="connsiteY6" fmla="*/ 76564 h 76930"/>
                <a:gd name="connsiteX7" fmla="*/ 6804 w 164119"/>
                <a:gd name="connsiteY7" fmla="*/ 77077 h 76930"/>
                <a:gd name="connsiteX8" fmla="*/ 6804 w 164119"/>
                <a:gd name="connsiteY8" fmla="*/ 77077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119" h="76930">
                  <a:moveTo>
                    <a:pt x="6804" y="77077"/>
                  </a:moveTo>
                  <a:cubicBezTo>
                    <a:pt x="5778" y="76564"/>
                    <a:pt x="4752" y="76051"/>
                    <a:pt x="4240" y="74512"/>
                  </a:cubicBezTo>
                  <a:cubicBezTo>
                    <a:pt x="3214" y="72461"/>
                    <a:pt x="4240" y="69897"/>
                    <a:pt x="6804" y="68871"/>
                  </a:cubicBezTo>
                  <a:lnTo>
                    <a:pt x="157076" y="4249"/>
                  </a:lnTo>
                  <a:cubicBezTo>
                    <a:pt x="159127" y="3223"/>
                    <a:pt x="161691" y="4249"/>
                    <a:pt x="162717" y="6300"/>
                  </a:cubicBezTo>
                  <a:cubicBezTo>
                    <a:pt x="163743" y="8352"/>
                    <a:pt x="162717" y="10916"/>
                    <a:pt x="160153" y="11942"/>
                  </a:cubicBezTo>
                  <a:lnTo>
                    <a:pt x="9881" y="76564"/>
                  </a:lnTo>
                  <a:cubicBezTo>
                    <a:pt x="8856" y="77590"/>
                    <a:pt x="7830" y="77590"/>
                    <a:pt x="6804" y="77077"/>
                  </a:cubicBezTo>
                  <a:lnTo>
                    <a:pt x="6804" y="7707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2677"/>
            <p:cNvSpPr/>
            <p:nvPr/>
          </p:nvSpPr>
          <p:spPr>
            <a:xfrm>
              <a:off x="5349383" y="4971577"/>
              <a:ext cx="117961" cy="138475"/>
            </a:xfrm>
            <a:custGeom>
              <a:avLst/>
              <a:gdLst>
                <a:gd name="connsiteX0" fmla="*/ 6482 w 117960"/>
                <a:gd name="connsiteY0" fmla="*/ 136752 h 138475"/>
                <a:gd name="connsiteX1" fmla="*/ 5456 w 117960"/>
                <a:gd name="connsiteY1" fmla="*/ 135726 h 138475"/>
                <a:gd name="connsiteX2" fmla="*/ 4943 w 117960"/>
                <a:gd name="connsiteY2" fmla="*/ 129571 h 138475"/>
                <a:gd name="connsiteX3" fmla="*/ 111108 w 117960"/>
                <a:gd name="connsiteY3" fmla="*/ 5456 h 138475"/>
                <a:gd name="connsiteX4" fmla="*/ 117262 w 117960"/>
                <a:gd name="connsiteY4" fmla="*/ 4943 h 138475"/>
                <a:gd name="connsiteX5" fmla="*/ 117775 w 117960"/>
                <a:gd name="connsiteY5" fmla="*/ 11098 h 138475"/>
                <a:gd name="connsiteX6" fmla="*/ 11611 w 117960"/>
                <a:gd name="connsiteY6" fmla="*/ 135726 h 138475"/>
                <a:gd name="connsiteX7" fmla="*/ 6482 w 117960"/>
                <a:gd name="connsiteY7" fmla="*/ 136752 h 138475"/>
                <a:gd name="connsiteX8" fmla="*/ 6482 w 117960"/>
                <a:gd name="connsiteY8" fmla="*/ 136752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" h="138475">
                  <a:moveTo>
                    <a:pt x="6482" y="136752"/>
                  </a:moveTo>
                  <a:cubicBezTo>
                    <a:pt x="5969" y="136752"/>
                    <a:pt x="5456" y="136239"/>
                    <a:pt x="5456" y="135726"/>
                  </a:cubicBezTo>
                  <a:cubicBezTo>
                    <a:pt x="3405" y="134187"/>
                    <a:pt x="3405" y="131110"/>
                    <a:pt x="4943" y="129571"/>
                  </a:cubicBezTo>
                  <a:lnTo>
                    <a:pt x="111108" y="5456"/>
                  </a:lnTo>
                  <a:cubicBezTo>
                    <a:pt x="112647" y="3405"/>
                    <a:pt x="115211" y="3405"/>
                    <a:pt x="117262" y="4943"/>
                  </a:cubicBezTo>
                  <a:cubicBezTo>
                    <a:pt x="119314" y="6482"/>
                    <a:pt x="119314" y="9559"/>
                    <a:pt x="117775" y="11098"/>
                  </a:cubicBezTo>
                  <a:lnTo>
                    <a:pt x="11611" y="135726"/>
                  </a:lnTo>
                  <a:cubicBezTo>
                    <a:pt x="10072" y="137264"/>
                    <a:pt x="8020" y="137777"/>
                    <a:pt x="6482" y="136752"/>
                  </a:cubicBezTo>
                  <a:lnTo>
                    <a:pt x="6482" y="1367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2678"/>
            <p:cNvSpPr/>
            <p:nvPr/>
          </p:nvSpPr>
          <p:spPr>
            <a:xfrm>
              <a:off x="5377048" y="5160385"/>
              <a:ext cx="179505" cy="20515"/>
            </a:xfrm>
            <a:custGeom>
              <a:avLst/>
              <a:gdLst>
                <a:gd name="connsiteX0" fmla="*/ 6512 w 179505"/>
                <a:gd name="connsiteY0" fmla="*/ 12565 h 20514"/>
                <a:gd name="connsiteX1" fmla="*/ 3947 w 179505"/>
                <a:gd name="connsiteY1" fmla="*/ 7949 h 20514"/>
                <a:gd name="connsiteX2" fmla="*/ 8563 w 179505"/>
                <a:gd name="connsiteY2" fmla="*/ 3847 h 20514"/>
                <a:gd name="connsiteX3" fmla="*/ 171656 w 179505"/>
                <a:gd name="connsiteY3" fmla="*/ 12053 h 20514"/>
                <a:gd name="connsiteX4" fmla="*/ 175759 w 179505"/>
                <a:gd name="connsiteY4" fmla="*/ 16668 h 20514"/>
                <a:gd name="connsiteX5" fmla="*/ 171143 w 179505"/>
                <a:gd name="connsiteY5" fmla="*/ 20771 h 20514"/>
                <a:gd name="connsiteX6" fmla="*/ 8050 w 179505"/>
                <a:gd name="connsiteY6" fmla="*/ 12565 h 20514"/>
                <a:gd name="connsiteX7" fmla="*/ 6512 w 179505"/>
                <a:gd name="connsiteY7" fmla="*/ 12565 h 20514"/>
                <a:gd name="connsiteX8" fmla="*/ 6512 w 179505"/>
                <a:gd name="connsiteY8" fmla="*/ 12565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505" h="20514">
                  <a:moveTo>
                    <a:pt x="6512" y="12565"/>
                  </a:moveTo>
                  <a:cubicBezTo>
                    <a:pt x="4973" y="12053"/>
                    <a:pt x="3434" y="10001"/>
                    <a:pt x="3947" y="7949"/>
                  </a:cubicBezTo>
                  <a:cubicBezTo>
                    <a:pt x="3947" y="5385"/>
                    <a:pt x="5999" y="3847"/>
                    <a:pt x="8563" y="3847"/>
                  </a:cubicBezTo>
                  <a:lnTo>
                    <a:pt x="171656" y="12053"/>
                  </a:lnTo>
                  <a:cubicBezTo>
                    <a:pt x="174221" y="12053"/>
                    <a:pt x="175759" y="14104"/>
                    <a:pt x="175759" y="16668"/>
                  </a:cubicBezTo>
                  <a:cubicBezTo>
                    <a:pt x="175759" y="19233"/>
                    <a:pt x="173708" y="20771"/>
                    <a:pt x="171143" y="20771"/>
                  </a:cubicBezTo>
                  <a:lnTo>
                    <a:pt x="8050" y="12565"/>
                  </a:lnTo>
                  <a:cubicBezTo>
                    <a:pt x="7537" y="13078"/>
                    <a:pt x="7024" y="13078"/>
                    <a:pt x="6512" y="12565"/>
                  </a:cubicBezTo>
                  <a:lnTo>
                    <a:pt x="6512" y="1256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2679"/>
            <p:cNvSpPr/>
            <p:nvPr/>
          </p:nvSpPr>
          <p:spPr>
            <a:xfrm>
              <a:off x="6158766" y="4585455"/>
              <a:ext cx="71802" cy="71802"/>
            </a:xfrm>
            <a:custGeom>
              <a:avLst/>
              <a:gdLst>
                <a:gd name="connsiteX0" fmla="*/ 50518 w 71802"/>
                <a:gd name="connsiteY0" fmla="*/ 3847 h 71802"/>
                <a:gd name="connsiteX1" fmla="*/ 3847 w 71802"/>
                <a:gd name="connsiteY1" fmla="*/ 20771 h 71802"/>
                <a:gd name="connsiteX2" fmla="*/ 22310 w 71802"/>
                <a:gd name="connsiteY2" fmla="*/ 71033 h 71802"/>
                <a:gd name="connsiteX3" fmla="*/ 68981 w 71802"/>
                <a:gd name="connsiteY3" fmla="*/ 54108 h 7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71802">
                  <a:moveTo>
                    <a:pt x="50518" y="3847"/>
                  </a:moveTo>
                  <a:lnTo>
                    <a:pt x="3847" y="20771"/>
                  </a:lnTo>
                  <a:lnTo>
                    <a:pt x="22310" y="71033"/>
                  </a:lnTo>
                  <a:lnTo>
                    <a:pt x="68981" y="54108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2680"/>
            <p:cNvSpPr/>
            <p:nvPr/>
          </p:nvSpPr>
          <p:spPr>
            <a:xfrm>
              <a:off x="5851628" y="4240292"/>
              <a:ext cx="487228" cy="379525"/>
            </a:xfrm>
            <a:custGeom>
              <a:avLst/>
              <a:gdLst>
                <a:gd name="connsiteX0" fmla="*/ 456127 w 487228"/>
                <a:gd name="connsiteY0" fmla="*/ 197199 h 379525"/>
                <a:gd name="connsiteX1" fmla="*/ 446895 w 487228"/>
                <a:gd name="connsiteY1" fmla="*/ 220279 h 379525"/>
                <a:gd name="connsiteX2" fmla="*/ 159687 w 487228"/>
                <a:gd name="connsiteY2" fmla="*/ 325417 h 379525"/>
                <a:gd name="connsiteX3" fmla="*/ 54548 w 487228"/>
                <a:gd name="connsiteY3" fmla="*/ 38722 h 379525"/>
                <a:gd name="connsiteX4" fmla="*/ 66344 w 487228"/>
                <a:gd name="connsiteY4" fmla="*/ 16668 h 379525"/>
                <a:gd name="connsiteX5" fmla="*/ 38649 w 487228"/>
                <a:gd name="connsiteY5" fmla="*/ 3847 h 379525"/>
                <a:gd name="connsiteX6" fmla="*/ 26853 w 487228"/>
                <a:gd name="connsiteY6" fmla="*/ 25900 h 379525"/>
                <a:gd name="connsiteX7" fmla="*/ 146865 w 487228"/>
                <a:gd name="connsiteY7" fmla="*/ 353625 h 379525"/>
                <a:gd name="connsiteX8" fmla="*/ 474590 w 487228"/>
                <a:gd name="connsiteY8" fmla="*/ 233613 h 379525"/>
                <a:gd name="connsiteX9" fmla="*/ 483822 w 487228"/>
                <a:gd name="connsiteY9" fmla="*/ 210534 h 379525"/>
                <a:gd name="connsiteX10" fmla="*/ 456127 w 487228"/>
                <a:gd name="connsiteY10" fmla="*/ 197199 h 37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228" h="379525">
                  <a:moveTo>
                    <a:pt x="456127" y="197199"/>
                  </a:moveTo>
                  <a:cubicBezTo>
                    <a:pt x="453563" y="204892"/>
                    <a:pt x="450485" y="212586"/>
                    <a:pt x="446895" y="220279"/>
                  </a:cubicBezTo>
                  <a:cubicBezTo>
                    <a:pt x="396634" y="328495"/>
                    <a:pt x="267903" y="375679"/>
                    <a:pt x="159687" y="325417"/>
                  </a:cubicBezTo>
                  <a:cubicBezTo>
                    <a:pt x="51471" y="275156"/>
                    <a:pt x="4287" y="146425"/>
                    <a:pt x="54548" y="38722"/>
                  </a:cubicBezTo>
                  <a:cubicBezTo>
                    <a:pt x="58138" y="31029"/>
                    <a:pt x="62241" y="23849"/>
                    <a:pt x="66344" y="16668"/>
                  </a:cubicBezTo>
                  <a:lnTo>
                    <a:pt x="38649" y="3847"/>
                  </a:lnTo>
                  <a:cubicBezTo>
                    <a:pt x="34546" y="11027"/>
                    <a:pt x="30443" y="18207"/>
                    <a:pt x="26853" y="25900"/>
                  </a:cubicBezTo>
                  <a:cubicBezTo>
                    <a:pt x="-30589" y="149502"/>
                    <a:pt x="23263" y="296184"/>
                    <a:pt x="146865" y="353625"/>
                  </a:cubicBezTo>
                  <a:cubicBezTo>
                    <a:pt x="270467" y="411067"/>
                    <a:pt x="417149" y="357216"/>
                    <a:pt x="474590" y="233613"/>
                  </a:cubicBezTo>
                  <a:cubicBezTo>
                    <a:pt x="478181" y="225920"/>
                    <a:pt x="481258" y="218227"/>
                    <a:pt x="483822" y="210534"/>
                  </a:cubicBezTo>
                  <a:lnTo>
                    <a:pt x="456127" y="197199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2681"/>
            <p:cNvSpPr/>
            <p:nvPr/>
          </p:nvSpPr>
          <p:spPr>
            <a:xfrm>
              <a:off x="5862326" y="4231573"/>
              <a:ext cx="87188" cy="56416"/>
            </a:xfrm>
            <a:custGeom>
              <a:avLst/>
              <a:gdLst>
                <a:gd name="connsiteX0" fmla="*/ 77700 w 87188"/>
                <a:gd name="connsiteY0" fmla="*/ 57185 h 56415"/>
                <a:gd name="connsiteX1" fmla="*/ 86419 w 87188"/>
                <a:gd name="connsiteY1" fmla="*/ 38209 h 56415"/>
                <a:gd name="connsiteX2" fmla="*/ 12565 w 87188"/>
                <a:gd name="connsiteY2" fmla="*/ 3847 h 56415"/>
                <a:gd name="connsiteX3" fmla="*/ 3847 w 87188"/>
                <a:gd name="connsiteY3" fmla="*/ 22823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77700" y="57185"/>
                  </a:moveTo>
                  <a:lnTo>
                    <a:pt x="86419" y="38209"/>
                  </a:lnTo>
                  <a:lnTo>
                    <a:pt x="12565" y="3847"/>
                  </a:lnTo>
                  <a:lnTo>
                    <a:pt x="3847" y="2282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2682"/>
            <p:cNvSpPr/>
            <p:nvPr/>
          </p:nvSpPr>
          <p:spPr>
            <a:xfrm>
              <a:off x="5845792" y="4221707"/>
              <a:ext cx="41030" cy="41030"/>
            </a:xfrm>
            <a:custGeom>
              <a:avLst/>
              <a:gdLst>
                <a:gd name="connsiteX0" fmla="*/ 4994 w 41029"/>
                <a:gd name="connsiteY0" fmla="*/ 29612 h 41029"/>
                <a:gd name="connsiteX1" fmla="*/ 16277 w 41029"/>
                <a:gd name="connsiteY1" fmla="*/ 4994 h 41029"/>
                <a:gd name="connsiteX2" fmla="*/ 40895 w 41029"/>
                <a:gd name="connsiteY2" fmla="*/ 16277 h 41029"/>
                <a:gd name="connsiteX3" fmla="*/ 29612 w 41029"/>
                <a:gd name="connsiteY3" fmla="*/ 40895 h 41029"/>
                <a:gd name="connsiteX4" fmla="*/ 4994 w 41029"/>
                <a:gd name="connsiteY4" fmla="*/ 29612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994" y="29612"/>
                  </a:moveTo>
                  <a:cubicBezTo>
                    <a:pt x="1404" y="19867"/>
                    <a:pt x="6533" y="8584"/>
                    <a:pt x="16277" y="4994"/>
                  </a:cubicBezTo>
                  <a:cubicBezTo>
                    <a:pt x="26022" y="1404"/>
                    <a:pt x="37305" y="6533"/>
                    <a:pt x="40895" y="16277"/>
                  </a:cubicBezTo>
                  <a:cubicBezTo>
                    <a:pt x="44485" y="26022"/>
                    <a:pt x="39356" y="37305"/>
                    <a:pt x="29612" y="40895"/>
                  </a:cubicBezTo>
                  <a:cubicBezTo>
                    <a:pt x="19867" y="44485"/>
                    <a:pt x="8584" y="39356"/>
                    <a:pt x="4994" y="29612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2683"/>
            <p:cNvSpPr/>
            <p:nvPr/>
          </p:nvSpPr>
          <p:spPr>
            <a:xfrm>
              <a:off x="6097623" y="4612207"/>
              <a:ext cx="235921" cy="107703"/>
            </a:xfrm>
            <a:custGeom>
              <a:avLst/>
              <a:gdLst>
                <a:gd name="connsiteX0" fmla="*/ 233211 w 235921"/>
                <a:gd name="connsiteY0" fmla="*/ 25817 h 107703"/>
                <a:gd name="connsiteX1" fmla="*/ 188592 w 235921"/>
                <a:gd name="connsiteY1" fmla="*/ 5815 h 107703"/>
                <a:gd name="connsiteX2" fmla="*/ 27037 w 235921"/>
                <a:gd name="connsiteY2" fmla="*/ 64795 h 107703"/>
                <a:gd name="connsiteX3" fmla="*/ 5496 w 235921"/>
                <a:gd name="connsiteY3" fmla="*/ 108902 h 107703"/>
                <a:gd name="connsiteX4" fmla="*/ 233211 w 235921"/>
                <a:gd name="connsiteY4" fmla="*/ 25817 h 10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921" h="107703">
                  <a:moveTo>
                    <a:pt x="233211" y="25817"/>
                  </a:moveTo>
                  <a:cubicBezTo>
                    <a:pt x="226031" y="8379"/>
                    <a:pt x="206542" y="-340"/>
                    <a:pt x="188592" y="5815"/>
                  </a:cubicBezTo>
                  <a:lnTo>
                    <a:pt x="27037" y="64795"/>
                  </a:lnTo>
                  <a:cubicBezTo>
                    <a:pt x="9086" y="71462"/>
                    <a:pt x="-146" y="90952"/>
                    <a:pt x="5496" y="108902"/>
                  </a:cubicBezTo>
                  <a:lnTo>
                    <a:pt x="233211" y="25817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2684"/>
            <p:cNvSpPr/>
            <p:nvPr/>
          </p:nvSpPr>
          <p:spPr>
            <a:xfrm>
              <a:off x="6264931" y="4419284"/>
              <a:ext cx="87188" cy="56416"/>
            </a:xfrm>
            <a:custGeom>
              <a:avLst/>
              <a:gdLst>
                <a:gd name="connsiteX0" fmla="*/ 13078 w 87188"/>
                <a:gd name="connsiteY0" fmla="*/ 3847 h 56415"/>
                <a:gd name="connsiteX1" fmla="*/ 3847 w 87188"/>
                <a:gd name="connsiteY1" fmla="*/ 22823 h 56415"/>
                <a:gd name="connsiteX2" fmla="*/ 77700 w 87188"/>
                <a:gd name="connsiteY2" fmla="*/ 57185 h 56415"/>
                <a:gd name="connsiteX3" fmla="*/ 86419 w 87188"/>
                <a:gd name="connsiteY3" fmla="*/ 3820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13078" y="3847"/>
                  </a:moveTo>
                  <a:lnTo>
                    <a:pt x="3847" y="22823"/>
                  </a:lnTo>
                  <a:lnTo>
                    <a:pt x="77700" y="57185"/>
                  </a:lnTo>
                  <a:lnTo>
                    <a:pt x="86419" y="3820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2685"/>
            <p:cNvSpPr/>
            <p:nvPr/>
          </p:nvSpPr>
          <p:spPr>
            <a:xfrm>
              <a:off x="6325841" y="4444024"/>
              <a:ext cx="41030" cy="41030"/>
            </a:xfrm>
            <a:custGeom>
              <a:avLst/>
              <a:gdLst>
                <a:gd name="connsiteX0" fmla="*/ 40895 w 41029"/>
                <a:gd name="connsiteY0" fmla="*/ 16546 h 41029"/>
                <a:gd name="connsiteX1" fmla="*/ 29612 w 41029"/>
                <a:gd name="connsiteY1" fmla="*/ 41164 h 41029"/>
                <a:gd name="connsiteX2" fmla="*/ 4994 w 41029"/>
                <a:gd name="connsiteY2" fmla="*/ 29881 h 41029"/>
                <a:gd name="connsiteX3" fmla="*/ 16277 w 41029"/>
                <a:gd name="connsiteY3" fmla="*/ 5263 h 41029"/>
                <a:gd name="connsiteX4" fmla="*/ 40895 w 41029"/>
                <a:gd name="connsiteY4" fmla="*/ 16546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0895" y="16546"/>
                  </a:moveTo>
                  <a:cubicBezTo>
                    <a:pt x="44485" y="26291"/>
                    <a:pt x="39356" y="37574"/>
                    <a:pt x="29612" y="41164"/>
                  </a:cubicBezTo>
                  <a:cubicBezTo>
                    <a:pt x="19867" y="44754"/>
                    <a:pt x="8584" y="39625"/>
                    <a:pt x="4994" y="29881"/>
                  </a:cubicBezTo>
                  <a:cubicBezTo>
                    <a:pt x="1404" y="20136"/>
                    <a:pt x="6533" y="8853"/>
                    <a:pt x="16277" y="5263"/>
                  </a:cubicBezTo>
                  <a:cubicBezTo>
                    <a:pt x="26535" y="1160"/>
                    <a:pt x="37305" y="6289"/>
                    <a:pt x="40895" y="16546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2686"/>
            <p:cNvSpPr/>
            <p:nvPr/>
          </p:nvSpPr>
          <p:spPr>
            <a:xfrm>
              <a:off x="5914324" y="4179981"/>
              <a:ext cx="374397" cy="374397"/>
            </a:xfrm>
            <a:custGeom>
              <a:avLst/>
              <a:gdLst>
                <a:gd name="connsiteX0" fmla="*/ 21086 w 374396"/>
                <a:gd name="connsiteY0" fmla="*/ 111341 h 374396"/>
                <a:gd name="connsiteX1" fmla="*/ 110839 w 374396"/>
                <a:gd name="connsiteY1" fmla="*/ 357520 h 374396"/>
                <a:gd name="connsiteX2" fmla="*/ 357017 w 374396"/>
                <a:gd name="connsiteY2" fmla="*/ 267254 h 374396"/>
                <a:gd name="connsiteX3" fmla="*/ 267265 w 374396"/>
                <a:gd name="connsiteY3" fmla="*/ 21076 h 374396"/>
                <a:gd name="connsiteX4" fmla="*/ 21086 w 374396"/>
                <a:gd name="connsiteY4" fmla="*/ 111341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396" h="374396">
                  <a:moveTo>
                    <a:pt x="21086" y="111341"/>
                  </a:moveTo>
                  <a:cubicBezTo>
                    <a:pt x="-21995" y="204171"/>
                    <a:pt x="18522" y="314439"/>
                    <a:pt x="110839" y="357520"/>
                  </a:cubicBezTo>
                  <a:cubicBezTo>
                    <a:pt x="203668" y="400601"/>
                    <a:pt x="313936" y="360084"/>
                    <a:pt x="357017" y="267254"/>
                  </a:cubicBezTo>
                  <a:cubicBezTo>
                    <a:pt x="400099" y="174424"/>
                    <a:pt x="359582" y="64157"/>
                    <a:pt x="267265" y="21076"/>
                  </a:cubicBezTo>
                  <a:cubicBezTo>
                    <a:pt x="174948" y="-22006"/>
                    <a:pt x="64167" y="18511"/>
                    <a:pt x="21086" y="111341"/>
                  </a:cubicBezTo>
                  <a:close/>
                </a:path>
              </a:pathLst>
            </a:custGeom>
            <a:solidFill>
              <a:srgbClr val="1C75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2687"/>
            <p:cNvSpPr/>
            <p:nvPr/>
          </p:nvSpPr>
          <p:spPr>
            <a:xfrm>
              <a:off x="6221000" y="4231573"/>
              <a:ext cx="41030" cy="56416"/>
            </a:xfrm>
            <a:custGeom>
              <a:avLst/>
              <a:gdLst>
                <a:gd name="connsiteX0" fmla="*/ 9825 w 41029"/>
                <a:gd name="connsiteY0" fmla="*/ 3847 h 56415"/>
                <a:gd name="connsiteX1" fmla="*/ 10338 w 41029"/>
                <a:gd name="connsiteY1" fmla="*/ 4872 h 56415"/>
                <a:gd name="connsiteX2" fmla="*/ 11364 w 41029"/>
                <a:gd name="connsiteY2" fmla="*/ 5898 h 56415"/>
                <a:gd name="connsiteX3" fmla="*/ 21621 w 41029"/>
                <a:gd name="connsiteY3" fmla="*/ 16668 h 56415"/>
                <a:gd name="connsiteX4" fmla="*/ 38546 w 41029"/>
                <a:gd name="connsiteY4" fmla="*/ 40260 h 56415"/>
                <a:gd name="connsiteX5" fmla="*/ 39059 w 41029"/>
                <a:gd name="connsiteY5" fmla="*/ 45902 h 56415"/>
                <a:gd name="connsiteX6" fmla="*/ 37520 w 41029"/>
                <a:gd name="connsiteY6" fmla="*/ 52569 h 56415"/>
                <a:gd name="connsiteX7" fmla="*/ 31879 w 41029"/>
                <a:gd name="connsiteY7" fmla="*/ 52057 h 56415"/>
                <a:gd name="connsiteX8" fmla="*/ 28801 w 41029"/>
                <a:gd name="connsiteY8" fmla="*/ 51031 h 56415"/>
                <a:gd name="connsiteX9" fmla="*/ 27263 w 41029"/>
                <a:gd name="connsiteY9" fmla="*/ 50518 h 56415"/>
                <a:gd name="connsiteX10" fmla="*/ 21108 w 41029"/>
                <a:gd name="connsiteY10" fmla="*/ 49492 h 56415"/>
                <a:gd name="connsiteX11" fmla="*/ 14954 w 41029"/>
                <a:gd name="connsiteY11" fmla="*/ 45389 h 56415"/>
                <a:gd name="connsiteX12" fmla="*/ 10851 w 41029"/>
                <a:gd name="connsiteY12" fmla="*/ 38209 h 56415"/>
                <a:gd name="connsiteX13" fmla="*/ 9825 w 41029"/>
                <a:gd name="connsiteY13" fmla="*/ 36158 h 56415"/>
                <a:gd name="connsiteX14" fmla="*/ 8799 w 41029"/>
                <a:gd name="connsiteY14" fmla="*/ 34619 h 56415"/>
                <a:gd name="connsiteX15" fmla="*/ 9312 w 41029"/>
                <a:gd name="connsiteY15" fmla="*/ 33593 h 56415"/>
                <a:gd name="connsiteX16" fmla="*/ 7774 w 41029"/>
                <a:gd name="connsiteY16" fmla="*/ 29490 h 56415"/>
                <a:gd name="connsiteX17" fmla="*/ 8286 w 41029"/>
                <a:gd name="connsiteY17" fmla="*/ 25387 h 56415"/>
                <a:gd name="connsiteX18" fmla="*/ 5209 w 41029"/>
                <a:gd name="connsiteY18" fmla="*/ 19746 h 56415"/>
                <a:gd name="connsiteX19" fmla="*/ 4183 w 41029"/>
                <a:gd name="connsiteY19" fmla="*/ 14617 h 56415"/>
                <a:gd name="connsiteX20" fmla="*/ 4696 w 41029"/>
                <a:gd name="connsiteY20" fmla="*/ 8975 h 56415"/>
                <a:gd name="connsiteX21" fmla="*/ 9825 w 41029"/>
                <a:gd name="connsiteY21" fmla="*/ 3847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29" h="56415">
                  <a:moveTo>
                    <a:pt x="9825" y="3847"/>
                  </a:moveTo>
                  <a:cubicBezTo>
                    <a:pt x="10338" y="4359"/>
                    <a:pt x="10338" y="4872"/>
                    <a:pt x="10338" y="4872"/>
                  </a:cubicBezTo>
                  <a:cubicBezTo>
                    <a:pt x="10338" y="5385"/>
                    <a:pt x="11364" y="5898"/>
                    <a:pt x="11364" y="5898"/>
                  </a:cubicBezTo>
                  <a:cubicBezTo>
                    <a:pt x="11876" y="5898"/>
                    <a:pt x="16492" y="11027"/>
                    <a:pt x="21621" y="16668"/>
                  </a:cubicBezTo>
                  <a:cubicBezTo>
                    <a:pt x="26750" y="22310"/>
                    <a:pt x="38546" y="39235"/>
                    <a:pt x="38546" y="40260"/>
                  </a:cubicBezTo>
                  <a:cubicBezTo>
                    <a:pt x="38546" y="41286"/>
                    <a:pt x="39059" y="44363"/>
                    <a:pt x="39059" y="45902"/>
                  </a:cubicBezTo>
                  <a:cubicBezTo>
                    <a:pt x="38546" y="47441"/>
                    <a:pt x="38033" y="52057"/>
                    <a:pt x="37520" y="52569"/>
                  </a:cubicBezTo>
                  <a:cubicBezTo>
                    <a:pt x="37007" y="53082"/>
                    <a:pt x="33930" y="53595"/>
                    <a:pt x="31879" y="52057"/>
                  </a:cubicBezTo>
                  <a:cubicBezTo>
                    <a:pt x="31879" y="52057"/>
                    <a:pt x="31879" y="52057"/>
                    <a:pt x="28801" y="51031"/>
                  </a:cubicBezTo>
                  <a:cubicBezTo>
                    <a:pt x="27263" y="50518"/>
                    <a:pt x="27263" y="50518"/>
                    <a:pt x="27263" y="50518"/>
                  </a:cubicBezTo>
                  <a:cubicBezTo>
                    <a:pt x="25724" y="51031"/>
                    <a:pt x="23160" y="50518"/>
                    <a:pt x="21108" y="49492"/>
                  </a:cubicBezTo>
                  <a:cubicBezTo>
                    <a:pt x="19057" y="48466"/>
                    <a:pt x="14441" y="46415"/>
                    <a:pt x="14954" y="45389"/>
                  </a:cubicBezTo>
                  <a:cubicBezTo>
                    <a:pt x="14954" y="44363"/>
                    <a:pt x="12902" y="40260"/>
                    <a:pt x="10851" y="38209"/>
                  </a:cubicBezTo>
                  <a:cubicBezTo>
                    <a:pt x="10851" y="38209"/>
                    <a:pt x="10851" y="38209"/>
                    <a:pt x="9825" y="36158"/>
                  </a:cubicBezTo>
                  <a:cubicBezTo>
                    <a:pt x="8799" y="34619"/>
                    <a:pt x="8799" y="34619"/>
                    <a:pt x="8799" y="34619"/>
                  </a:cubicBezTo>
                  <a:cubicBezTo>
                    <a:pt x="10338" y="34619"/>
                    <a:pt x="10338" y="34106"/>
                    <a:pt x="9312" y="33593"/>
                  </a:cubicBezTo>
                  <a:cubicBezTo>
                    <a:pt x="8286" y="33080"/>
                    <a:pt x="7774" y="30516"/>
                    <a:pt x="7774" y="29490"/>
                  </a:cubicBezTo>
                  <a:cubicBezTo>
                    <a:pt x="7774" y="28464"/>
                    <a:pt x="9312" y="25900"/>
                    <a:pt x="8286" y="25387"/>
                  </a:cubicBezTo>
                  <a:cubicBezTo>
                    <a:pt x="7260" y="24361"/>
                    <a:pt x="5209" y="21284"/>
                    <a:pt x="5209" y="19746"/>
                  </a:cubicBezTo>
                  <a:cubicBezTo>
                    <a:pt x="5209" y="18720"/>
                    <a:pt x="5209" y="15130"/>
                    <a:pt x="4183" y="14617"/>
                  </a:cubicBezTo>
                  <a:cubicBezTo>
                    <a:pt x="3671" y="14104"/>
                    <a:pt x="3671" y="11027"/>
                    <a:pt x="4696" y="8975"/>
                  </a:cubicBezTo>
                  <a:cubicBezTo>
                    <a:pt x="5209" y="6411"/>
                    <a:pt x="9312" y="3847"/>
                    <a:pt x="982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2688"/>
            <p:cNvSpPr/>
            <p:nvPr/>
          </p:nvSpPr>
          <p:spPr>
            <a:xfrm>
              <a:off x="5925844" y="4399176"/>
              <a:ext cx="266693" cy="133347"/>
            </a:xfrm>
            <a:custGeom>
              <a:avLst/>
              <a:gdLst>
                <a:gd name="connsiteX0" fmla="*/ 27004 w 266693"/>
                <a:gd name="connsiteY0" fmla="*/ 76268 h 133346"/>
                <a:gd name="connsiteX1" fmla="*/ 10592 w 266693"/>
                <a:gd name="connsiteY1" fmla="*/ 49086 h 133346"/>
                <a:gd name="connsiteX2" fmla="*/ 10592 w 266693"/>
                <a:gd name="connsiteY2" fmla="*/ 46008 h 133346"/>
                <a:gd name="connsiteX3" fmla="*/ 12644 w 266693"/>
                <a:gd name="connsiteY3" fmla="*/ 41905 h 133346"/>
                <a:gd name="connsiteX4" fmla="*/ 12131 w 266693"/>
                <a:gd name="connsiteY4" fmla="*/ 39341 h 133346"/>
                <a:gd name="connsiteX5" fmla="*/ 7002 w 266693"/>
                <a:gd name="connsiteY5" fmla="*/ 37802 h 133346"/>
                <a:gd name="connsiteX6" fmla="*/ 5976 w 266693"/>
                <a:gd name="connsiteY6" fmla="*/ 35751 h 133346"/>
                <a:gd name="connsiteX7" fmla="*/ 10592 w 266693"/>
                <a:gd name="connsiteY7" fmla="*/ 32161 h 133346"/>
                <a:gd name="connsiteX8" fmla="*/ 16234 w 266693"/>
                <a:gd name="connsiteY8" fmla="*/ 32161 h 133346"/>
                <a:gd name="connsiteX9" fmla="*/ 18285 w 266693"/>
                <a:gd name="connsiteY9" fmla="*/ 31135 h 133346"/>
                <a:gd name="connsiteX10" fmla="*/ 15208 w 266693"/>
                <a:gd name="connsiteY10" fmla="*/ 28571 h 133346"/>
                <a:gd name="connsiteX11" fmla="*/ 8541 w 266693"/>
                <a:gd name="connsiteY11" fmla="*/ 28058 h 133346"/>
                <a:gd name="connsiteX12" fmla="*/ 3925 w 266693"/>
                <a:gd name="connsiteY12" fmla="*/ 20878 h 133346"/>
                <a:gd name="connsiteX13" fmla="*/ 7002 w 266693"/>
                <a:gd name="connsiteY13" fmla="*/ 17800 h 133346"/>
                <a:gd name="connsiteX14" fmla="*/ 10592 w 266693"/>
                <a:gd name="connsiteY14" fmla="*/ 14723 h 133346"/>
                <a:gd name="connsiteX15" fmla="*/ 13157 w 266693"/>
                <a:gd name="connsiteY15" fmla="*/ 10107 h 133346"/>
                <a:gd name="connsiteX16" fmla="*/ 16747 w 266693"/>
                <a:gd name="connsiteY16" fmla="*/ 9081 h 133346"/>
                <a:gd name="connsiteX17" fmla="*/ 20337 w 266693"/>
                <a:gd name="connsiteY17" fmla="*/ 5491 h 133346"/>
                <a:gd name="connsiteX18" fmla="*/ 24440 w 266693"/>
                <a:gd name="connsiteY18" fmla="*/ 6517 h 133346"/>
                <a:gd name="connsiteX19" fmla="*/ 27517 w 266693"/>
                <a:gd name="connsiteY19" fmla="*/ 7030 h 133346"/>
                <a:gd name="connsiteX20" fmla="*/ 31620 w 266693"/>
                <a:gd name="connsiteY20" fmla="*/ 4466 h 133346"/>
                <a:gd name="connsiteX21" fmla="*/ 33672 w 266693"/>
                <a:gd name="connsiteY21" fmla="*/ 3953 h 133346"/>
                <a:gd name="connsiteX22" fmla="*/ 36749 w 266693"/>
                <a:gd name="connsiteY22" fmla="*/ 6517 h 133346"/>
                <a:gd name="connsiteX23" fmla="*/ 36749 w 266693"/>
                <a:gd name="connsiteY23" fmla="*/ 9081 h 133346"/>
                <a:gd name="connsiteX24" fmla="*/ 35210 w 266693"/>
                <a:gd name="connsiteY24" fmla="*/ 11646 h 133346"/>
                <a:gd name="connsiteX25" fmla="*/ 39826 w 266693"/>
                <a:gd name="connsiteY25" fmla="*/ 13697 h 133346"/>
                <a:gd name="connsiteX26" fmla="*/ 41365 w 266693"/>
                <a:gd name="connsiteY26" fmla="*/ 17800 h 133346"/>
                <a:gd name="connsiteX27" fmla="*/ 33159 w 266693"/>
                <a:gd name="connsiteY27" fmla="*/ 24981 h 133346"/>
                <a:gd name="connsiteX28" fmla="*/ 30081 w 266693"/>
                <a:gd name="connsiteY28" fmla="*/ 19339 h 133346"/>
                <a:gd name="connsiteX29" fmla="*/ 25466 w 266693"/>
                <a:gd name="connsiteY29" fmla="*/ 16262 h 133346"/>
                <a:gd name="connsiteX30" fmla="*/ 22901 w 266693"/>
                <a:gd name="connsiteY30" fmla="*/ 14723 h 133346"/>
                <a:gd name="connsiteX31" fmla="*/ 18285 w 266693"/>
                <a:gd name="connsiteY31" fmla="*/ 17800 h 133346"/>
                <a:gd name="connsiteX32" fmla="*/ 16747 w 266693"/>
                <a:gd name="connsiteY32" fmla="*/ 21903 h 133346"/>
                <a:gd name="connsiteX33" fmla="*/ 15721 w 266693"/>
                <a:gd name="connsiteY33" fmla="*/ 24468 h 133346"/>
                <a:gd name="connsiteX34" fmla="*/ 19824 w 266693"/>
                <a:gd name="connsiteY34" fmla="*/ 24468 h 133346"/>
                <a:gd name="connsiteX35" fmla="*/ 23927 w 266693"/>
                <a:gd name="connsiteY35" fmla="*/ 29596 h 133346"/>
                <a:gd name="connsiteX36" fmla="*/ 23927 w 266693"/>
                <a:gd name="connsiteY36" fmla="*/ 36777 h 133346"/>
                <a:gd name="connsiteX37" fmla="*/ 26491 w 266693"/>
                <a:gd name="connsiteY37" fmla="*/ 39854 h 133346"/>
                <a:gd name="connsiteX38" fmla="*/ 30081 w 266693"/>
                <a:gd name="connsiteY38" fmla="*/ 47034 h 133346"/>
                <a:gd name="connsiteX39" fmla="*/ 32646 w 266693"/>
                <a:gd name="connsiteY39" fmla="*/ 52163 h 133346"/>
                <a:gd name="connsiteX40" fmla="*/ 34184 w 266693"/>
                <a:gd name="connsiteY40" fmla="*/ 52676 h 133346"/>
                <a:gd name="connsiteX41" fmla="*/ 40852 w 266693"/>
                <a:gd name="connsiteY41" fmla="*/ 52676 h 133346"/>
                <a:gd name="connsiteX42" fmla="*/ 45980 w 266693"/>
                <a:gd name="connsiteY42" fmla="*/ 49086 h 133346"/>
                <a:gd name="connsiteX43" fmla="*/ 47006 w 266693"/>
                <a:gd name="connsiteY43" fmla="*/ 47034 h 133346"/>
                <a:gd name="connsiteX44" fmla="*/ 51109 w 266693"/>
                <a:gd name="connsiteY44" fmla="*/ 46521 h 133346"/>
                <a:gd name="connsiteX45" fmla="*/ 53673 w 266693"/>
                <a:gd name="connsiteY45" fmla="*/ 44983 h 133346"/>
                <a:gd name="connsiteX46" fmla="*/ 50084 w 266693"/>
                <a:gd name="connsiteY46" fmla="*/ 41392 h 133346"/>
                <a:gd name="connsiteX47" fmla="*/ 48545 w 266693"/>
                <a:gd name="connsiteY47" fmla="*/ 40880 h 133346"/>
                <a:gd name="connsiteX48" fmla="*/ 45468 w 266693"/>
                <a:gd name="connsiteY48" fmla="*/ 35751 h 133346"/>
                <a:gd name="connsiteX49" fmla="*/ 34697 w 266693"/>
                <a:gd name="connsiteY49" fmla="*/ 30109 h 133346"/>
                <a:gd name="connsiteX50" fmla="*/ 37262 w 266693"/>
                <a:gd name="connsiteY50" fmla="*/ 28058 h 133346"/>
                <a:gd name="connsiteX51" fmla="*/ 39826 w 266693"/>
                <a:gd name="connsiteY51" fmla="*/ 25493 h 133346"/>
                <a:gd name="connsiteX52" fmla="*/ 43929 w 266693"/>
                <a:gd name="connsiteY52" fmla="*/ 22416 h 133346"/>
                <a:gd name="connsiteX53" fmla="*/ 49058 w 266693"/>
                <a:gd name="connsiteY53" fmla="*/ 22929 h 133346"/>
                <a:gd name="connsiteX54" fmla="*/ 49571 w 266693"/>
                <a:gd name="connsiteY54" fmla="*/ 19852 h 133346"/>
                <a:gd name="connsiteX55" fmla="*/ 50596 w 266693"/>
                <a:gd name="connsiteY55" fmla="*/ 18313 h 133346"/>
                <a:gd name="connsiteX56" fmla="*/ 57264 w 266693"/>
                <a:gd name="connsiteY56" fmla="*/ 17287 h 133346"/>
                <a:gd name="connsiteX57" fmla="*/ 60854 w 266693"/>
                <a:gd name="connsiteY57" fmla="*/ 17800 h 133346"/>
                <a:gd name="connsiteX58" fmla="*/ 65983 w 266693"/>
                <a:gd name="connsiteY58" fmla="*/ 17287 h 133346"/>
                <a:gd name="connsiteX59" fmla="*/ 69573 w 266693"/>
                <a:gd name="connsiteY59" fmla="*/ 16775 h 133346"/>
                <a:gd name="connsiteX60" fmla="*/ 77779 w 266693"/>
                <a:gd name="connsiteY60" fmla="*/ 19852 h 133346"/>
                <a:gd name="connsiteX61" fmla="*/ 82394 w 266693"/>
                <a:gd name="connsiteY61" fmla="*/ 18826 h 133346"/>
                <a:gd name="connsiteX62" fmla="*/ 83933 w 266693"/>
                <a:gd name="connsiteY62" fmla="*/ 21390 h 133346"/>
                <a:gd name="connsiteX63" fmla="*/ 82907 w 266693"/>
                <a:gd name="connsiteY63" fmla="*/ 23955 h 133346"/>
                <a:gd name="connsiteX64" fmla="*/ 80856 w 266693"/>
                <a:gd name="connsiteY64" fmla="*/ 24981 h 133346"/>
                <a:gd name="connsiteX65" fmla="*/ 77266 w 266693"/>
                <a:gd name="connsiteY65" fmla="*/ 24981 h 133346"/>
                <a:gd name="connsiteX66" fmla="*/ 73163 w 266693"/>
                <a:gd name="connsiteY66" fmla="*/ 22416 h 133346"/>
                <a:gd name="connsiteX67" fmla="*/ 71624 w 266693"/>
                <a:gd name="connsiteY67" fmla="*/ 27545 h 133346"/>
                <a:gd name="connsiteX68" fmla="*/ 73676 w 266693"/>
                <a:gd name="connsiteY68" fmla="*/ 30109 h 133346"/>
                <a:gd name="connsiteX69" fmla="*/ 76753 w 266693"/>
                <a:gd name="connsiteY69" fmla="*/ 32161 h 133346"/>
                <a:gd name="connsiteX70" fmla="*/ 80856 w 266693"/>
                <a:gd name="connsiteY70" fmla="*/ 33186 h 133346"/>
                <a:gd name="connsiteX71" fmla="*/ 81369 w 266693"/>
                <a:gd name="connsiteY71" fmla="*/ 37802 h 133346"/>
                <a:gd name="connsiteX72" fmla="*/ 78804 w 266693"/>
                <a:gd name="connsiteY72" fmla="*/ 39854 h 133346"/>
                <a:gd name="connsiteX73" fmla="*/ 80856 w 266693"/>
                <a:gd name="connsiteY73" fmla="*/ 46008 h 133346"/>
                <a:gd name="connsiteX74" fmla="*/ 83933 w 266693"/>
                <a:gd name="connsiteY74" fmla="*/ 49086 h 133346"/>
                <a:gd name="connsiteX75" fmla="*/ 84959 w 266693"/>
                <a:gd name="connsiteY75" fmla="*/ 55753 h 133346"/>
                <a:gd name="connsiteX76" fmla="*/ 90600 w 266693"/>
                <a:gd name="connsiteY76" fmla="*/ 59343 h 133346"/>
                <a:gd name="connsiteX77" fmla="*/ 91113 w 266693"/>
                <a:gd name="connsiteY77" fmla="*/ 61907 h 133346"/>
                <a:gd name="connsiteX78" fmla="*/ 94190 w 266693"/>
                <a:gd name="connsiteY78" fmla="*/ 67549 h 133346"/>
                <a:gd name="connsiteX79" fmla="*/ 99832 w 266693"/>
                <a:gd name="connsiteY79" fmla="*/ 74729 h 133346"/>
                <a:gd name="connsiteX80" fmla="*/ 103935 w 266693"/>
                <a:gd name="connsiteY80" fmla="*/ 75755 h 133346"/>
                <a:gd name="connsiteX81" fmla="*/ 107012 w 266693"/>
                <a:gd name="connsiteY81" fmla="*/ 79345 h 133346"/>
                <a:gd name="connsiteX82" fmla="*/ 99319 w 266693"/>
                <a:gd name="connsiteY82" fmla="*/ 80371 h 133346"/>
                <a:gd name="connsiteX83" fmla="*/ 96242 w 266693"/>
                <a:gd name="connsiteY83" fmla="*/ 84987 h 133346"/>
                <a:gd name="connsiteX84" fmla="*/ 95729 w 266693"/>
                <a:gd name="connsiteY84" fmla="*/ 87038 h 133346"/>
                <a:gd name="connsiteX85" fmla="*/ 93165 w 266693"/>
                <a:gd name="connsiteY85" fmla="*/ 93705 h 133346"/>
                <a:gd name="connsiteX86" fmla="*/ 100858 w 266693"/>
                <a:gd name="connsiteY86" fmla="*/ 103450 h 133346"/>
                <a:gd name="connsiteX87" fmla="*/ 110089 w 266693"/>
                <a:gd name="connsiteY87" fmla="*/ 99860 h 133346"/>
                <a:gd name="connsiteX88" fmla="*/ 108551 w 266693"/>
                <a:gd name="connsiteY88" fmla="*/ 95244 h 133346"/>
                <a:gd name="connsiteX89" fmla="*/ 112654 w 266693"/>
                <a:gd name="connsiteY89" fmla="*/ 92680 h 133346"/>
                <a:gd name="connsiteX90" fmla="*/ 119321 w 266693"/>
                <a:gd name="connsiteY90" fmla="*/ 93705 h 133346"/>
                <a:gd name="connsiteX91" fmla="*/ 127014 w 266693"/>
                <a:gd name="connsiteY91" fmla="*/ 93193 h 133346"/>
                <a:gd name="connsiteX92" fmla="*/ 133682 w 266693"/>
                <a:gd name="connsiteY92" fmla="*/ 94218 h 133346"/>
                <a:gd name="connsiteX93" fmla="*/ 134194 w 266693"/>
                <a:gd name="connsiteY93" fmla="*/ 89602 h 133346"/>
                <a:gd name="connsiteX94" fmla="*/ 136759 w 266693"/>
                <a:gd name="connsiteY94" fmla="*/ 87038 h 133346"/>
                <a:gd name="connsiteX95" fmla="*/ 133682 w 266693"/>
                <a:gd name="connsiteY95" fmla="*/ 80884 h 133346"/>
                <a:gd name="connsiteX96" fmla="*/ 134194 w 266693"/>
                <a:gd name="connsiteY96" fmla="*/ 78319 h 133346"/>
                <a:gd name="connsiteX97" fmla="*/ 135733 w 266693"/>
                <a:gd name="connsiteY97" fmla="*/ 76268 h 133346"/>
                <a:gd name="connsiteX98" fmla="*/ 138297 w 266693"/>
                <a:gd name="connsiteY98" fmla="*/ 73191 h 133346"/>
                <a:gd name="connsiteX99" fmla="*/ 142913 w 266693"/>
                <a:gd name="connsiteY99" fmla="*/ 71652 h 133346"/>
                <a:gd name="connsiteX100" fmla="*/ 145478 w 266693"/>
                <a:gd name="connsiteY100" fmla="*/ 68062 h 133346"/>
                <a:gd name="connsiteX101" fmla="*/ 153171 w 266693"/>
                <a:gd name="connsiteY101" fmla="*/ 63959 h 133346"/>
                <a:gd name="connsiteX102" fmla="*/ 162402 w 266693"/>
                <a:gd name="connsiteY102" fmla="*/ 60369 h 133346"/>
                <a:gd name="connsiteX103" fmla="*/ 170609 w 266693"/>
                <a:gd name="connsiteY103" fmla="*/ 59856 h 133346"/>
                <a:gd name="connsiteX104" fmla="*/ 174198 w 266693"/>
                <a:gd name="connsiteY104" fmla="*/ 56266 h 133346"/>
                <a:gd name="connsiteX105" fmla="*/ 178814 w 266693"/>
                <a:gd name="connsiteY105" fmla="*/ 53189 h 133346"/>
                <a:gd name="connsiteX106" fmla="*/ 181891 w 266693"/>
                <a:gd name="connsiteY106" fmla="*/ 49086 h 133346"/>
                <a:gd name="connsiteX107" fmla="*/ 185995 w 266693"/>
                <a:gd name="connsiteY107" fmla="*/ 46008 h 133346"/>
                <a:gd name="connsiteX108" fmla="*/ 191123 w 266693"/>
                <a:gd name="connsiteY108" fmla="*/ 44470 h 133346"/>
                <a:gd name="connsiteX109" fmla="*/ 193688 w 266693"/>
                <a:gd name="connsiteY109" fmla="*/ 45495 h 133346"/>
                <a:gd name="connsiteX110" fmla="*/ 195226 w 266693"/>
                <a:gd name="connsiteY110" fmla="*/ 46008 h 133346"/>
                <a:gd name="connsiteX111" fmla="*/ 198303 w 266693"/>
                <a:gd name="connsiteY111" fmla="*/ 48573 h 133346"/>
                <a:gd name="connsiteX112" fmla="*/ 201381 w 266693"/>
                <a:gd name="connsiteY112" fmla="*/ 53189 h 133346"/>
                <a:gd name="connsiteX113" fmla="*/ 204458 w 266693"/>
                <a:gd name="connsiteY113" fmla="*/ 56779 h 133346"/>
                <a:gd name="connsiteX114" fmla="*/ 205484 w 266693"/>
                <a:gd name="connsiteY114" fmla="*/ 58830 h 133346"/>
                <a:gd name="connsiteX115" fmla="*/ 210613 w 266693"/>
                <a:gd name="connsiteY115" fmla="*/ 62933 h 133346"/>
                <a:gd name="connsiteX116" fmla="*/ 218818 w 266693"/>
                <a:gd name="connsiteY116" fmla="*/ 69088 h 133346"/>
                <a:gd name="connsiteX117" fmla="*/ 219331 w 266693"/>
                <a:gd name="connsiteY117" fmla="*/ 75242 h 133346"/>
                <a:gd name="connsiteX118" fmla="*/ 222409 w 266693"/>
                <a:gd name="connsiteY118" fmla="*/ 78832 h 133346"/>
                <a:gd name="connsiteX119" fmla="*/ 225999 w 266693"/>
                <a:gd name="connsiteY119" fmla="*/ 82422 h 133346"/>
                <a:gd name="connsiteX120" fmla="*/ 230614 w 266693"/>
                <a:gd name="connsiteY120" fmla="*/ 87551 h 133346"/>
                <a:gd name="connsiteX121" fmla="*/ 232153 w 266693"/>
                <a:gd name="connsiteY121" fmla="*/ 90628 h 133346"/>
                <a:gd name="connsiteX122" fmla="*/ 231640 w 266693"/>
                <a:gd name="connsiteY122" fmla="*/ 93193 h 133346"/>
                <a:gd name="connsiteX123" fmla="*/ 232153 w 266693"/>
                <a:gd name="connsiteY123" fmla="*/ 96270 h 133346"/>
                <a:gd name="connsiteX124" fmla="*/ 237795 w 266693"/>
                <a:gd name="connsiteY124" fmla="*/ 100373 h 133346"/>
                <a:gd name="connsiteX125" fmla="*/ 239333 w 266693"/>
                <a:gd name="connsiteY125" fmla="*/ 107040 h 133346"/>
                <a:gd name="connsiteX126" fmla="*/ 242923 w 266693"/>
                <a:gd name="connsiteY126" fmla="*/ 112682 h 133346"/>
                <a:gd name="connsiteX127" fmla="*/ 249591 w 266693"/>
                <a:gd name="connsiteY127" fmla="*/ 115246 h 133346"/>
                <a:gd name="connsiteX128" fmla="*/ 254207 w 266693"/>
                <a:gd name="connsiteY128" fmla="*/ 117298 h 133346"/>
                <a:gd name="connsiteX129" fmla="*/ 255745 w 266693"/>
                <a:gd name="connsiteY129" fmla="*/ 121401 h 133346"/>
                <a:gd name="connsiteX130" fmla="*/ 260874 w 266693"/>
                <a:gd name="connsiteY130" fmla="*/ 123452 h 133346"/>
                <a:gd name="connsiteX131" fmla="*/ 265490 w 266693"/>
                <a:gd name="connsiteY131" fmla="*/ 123452 h 133346"/>
                <a:gd name="connsiteX132" fmla="*/ 267541 w 266693"/>
                <a:gd name="connsiteY132" fmla="*/ 123965 h 133346"/>
                <a:gd name="connsiteX133" fmla="*/ 265490 w 266693"/>
                <a:gd name="connsiteY133" fmla="*/ 129094 h 133346"/>
                <a:gd name="connsiteX134" fmla="*/ 263438 w 266693"/>
                <a:gd name="connsiteY134" fmla="*/ 130632 h 133346"/>
                <a:gd name="connsiteX135" fmla="*/ 262412 w 266693"/>
                <a:gd name="connsiteY135" fmla="*/ 130632 h 133346"/>
                <a:gd name="connsiteX136" fmla="*/ 257284 w 266693"/>
                <a:gd name="connsiteY136" fmla="*/ 129606 h 133346"/>
                <a:gd name="connsiteX137" fmla="*/ 249078 w 266693"/>
                <a:gd name="connsiteY137" fmla="*/ 129094 h 133346"/>
                <a:gd name="connsiteX138" fmla="*/ 239333 w 266693"/>
                <a:gd name="connsiteY138" fmla="*/ 126016 h 133346"/>
                <a:gd name="connsiteX139" fmla="*/ 235743 w 266693"/>
                <a:gd name="connsiteY139" fmla="*/ 124478 h 133346"/>
                <a:gd name="connsiteX140" fmla="*/ 233179 w 266693"/>
                <a:gd name="connsiteY140" fmla="*/ 121401 h 133346"/>
                <a:gd name="connsiteX141" fmla="*/ 230102 w 266693"/>
                <a:gd name="connsiteY141" fmla="*/ 119862 h 133346"/>
                <a:gd name="connsiteX142" fmla="*/ 222409 w 266693"/>
                <a:gd name="connsiteY142" fmla="*/ 118836 h 133346"/>
                <a:gd name="connsiteX143" fmla="*/ 211638 w 266693"/>
                <a:gd name="connsiteY143" fmla="*/ 111143 h 133346"/>
                <a:gd name="connsiteX144" fmla="*/ 203945 w 266693"/>
                <a:gd name="connsiteY144" fmla="*/ 107040 h 133346"/>
                <a:gd name="connsiteX145" fmla="*/ 200868 w 266693"/>
                <a:gd name="connsiteY145" fmla="*/ 106527 h 133346"/>
                <a:gd name="connsiteX146" fmla="*/ 195739 w 266693"/>
                <a:gd name="connsiteY146" fmla="*/ 103963 h 133346"/>
                <a:gd name="connsiteX147" fmla="*/ 185995 w 266693"/>
                <a:gd name="connsiteY147" fmla="*/ 103963 h 133346"/>
                <a:gd name="connsiteX148" fmla="*/ 179327 w 266693"/>
                <a:gd name="connsiteY148" fmla="*/ 105501 h 133346"/>
                <a:gd name="connsiteX149" fmla="*/ 174198 w 266693"/>
                <a:gd name="connsiteY149" fmla="*/ 106014 h 133346"/>
                <a:gd name="connsiteX150" fmla="*/ 166505 w 266693"/>
                <a:gd name="connsiteY150" fmla="*/ 103963 h 133346"/>
                <a:gd name="connsiteX151" fmla="*/ 164967 w 266693"/>
                <a:gd name="connsiteY151" fmla="*/ 102937 h 133346"/>
                <a:gd name="connsiteX152" fmla="*/ 159325 w 266693"/>
                <a:gd name="connsiteY152" fmla="*/ 103963 h 133346"/>
                <a:gd name="connsiteX153" fmla="*/ 151632 w 266693"/>
                <a:gd name="connsiteY153" fmla="*/ 98321 h 133346"/>
                <a:gd name="connsiteX154" fmla="*/ 147016 w 266693"/>
                <a:gd name="connsiteY154" fmla="*/ 94218 h 133346"/>
                <a:gd name="connsiteX155" fmla="*/ 143426 w 266693"/>
                <a:gd name="connsiteY155" fmla="*/ 92680 h 133346"/>
                <a:gd name="connsiteX156" fmla="*/ 139323 w 266693"/>
                <a:gd name="connsiteY156" fmla="*/ 92680 h 133346"/>
                <a:gd name="connsiteX157" fmla="*/ 137785 w 266693"/>
                <a:gd name="connsiteY157" fmla="*/ 95244 h 133346"/>
                <a:gd name="connsiteX158" fmla="*/ 132143 w 266693"/>
                <a:gd name="connsiteY158" fmla="*/ 98834 h 133346"/>
                <a:gd name="connsiteX159" fmla="*/ 129579 w 266693"/>
                <a:gd name="connsiteY159" fmla="*/ 98834 h 133346"/>
                <a:gd name="connsiteX160" fmla="*/ 125476 w 266693"/>
                <a:gd name="connsiteY160" fmla="*/ 100373 h 133346"/>
                <a:gd name="connsiteX161" fmla="*/ 121886 w 266693"/>
                <a:gd name="connsiteY161" fmla="*/ 103963 h 133346"/>
                <a:gd name="connsiteX162" fmla="*/ 115218 w 266693"/>
                <a:gd name="connsiteY162" fmla="*/ 107553 h 133346"/>
                <a:gd name="connsiteX163" fmla="*/ 105474 w 266693"/>
                <a:gd name="connsiteY163" fmla="*/ 115246 h 133346"/>
                <a:gd name="connsiteX164" fmla="*/ 95216 w 266693"/>
                <a:gd name="connsiteY164" fmla="*/ 113195 h 133346"/>
                <a:gd name="connsiteX165" fmla="*/ 89062 w 266693"/>
                <a:gd name="connsiteY165" fmla="*/ 114220 h 133346"/>
                <a:gd name="connsiteX166" fmla="*/ 89575 w 266693"/>
                <a:gd name="connsiteY166" fmla="*/ 115246 h 133346"/>
                <a:gd name="connsiteX167" fmla="*/ 93165 w 266693"/>
                <a:gd name="connsiteY167" fmla="*/ 117298 h 133346"/>
                <a:gd name="connsiteX168" fmla="*/ 88549 w 266693"/>
                <a:gd name="connsiteY168" fmla="*/ 119349 h 133346"/>
                <a:gd name="connsiteX169" fmla="*/ 82394 w 266693"/>
                <a:gd name="connsiteY169" fmla="*/ 120375 h 133346"/>
                <a:gd name="connsiteX170" fmla="*/ 77779 w 266693"/>
                <a:gd name="connsiteY170" fmla="*/ 118836 h 133346"/>
                <a:gd name="connsiteX171" fmla="*/ 70085 w 266693"/>
                <a:gd name="connsiteY171" fmla="*/ 118836 h 133346"/>
                <a:gd name="connsiteX172" fmla="*/ 27004 w 266693"/>
                <a:gd name="connsiteY172" fmla="*/ 76268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266693" h="133346">
                  <a:moveTo>
                    <a:pt x="27004" y="76268"/>
                  </a:moveTo>
                  <a:cubicBezTo>
                    <a:pt x="17772" y="61907"/>
                    <a:pt x="10592" y="49598"/>
                    <a:pt x="10592" y="49086"/>
                  </a:cubicBezTo>
                  <a:cubicBezTo>
                    <a:pt x="11105" y="48573"/>
                    <a:pt x="11105" y="47034"/>
                    <a:pt x="10592" y="46008"/>
                  </a:cubicBezTo>
                  <a:cubicBezTo>
                    <a:pt x="10079" y="44983"/>
                    <a:pt x="12131" y="41905"/>
                    <a:pt x="12644" y="41905"/>
                  </a:cubicBezTo>
                  <a:cubicBezTo>
                    <a:pt x="13670" y="42418"/>
                    <a:pt x="13670" y="40880"/>
                    <a:pt x="12131" y="39341"/>
                  </a:cubicBezTo>
                  <a:cubicBezTo>
                    <a:pt x="10592" y="37802"/>
                    <a:pt x="7002" y="38315"/>
                    <a:pt x="7002" y="37802"/>
                  </a:cubicBezTo>
                  <a:cubicBezTo>
                    <a:pt x="6489" y="37289"/>
                    <a:pt x="5464" y="36264"/>
                    <a:pt x="5976" y="35751"/>
                  </a:cubicBezTo>
                  <a:cubicBezTo>
                    <a:pt x="6489" y="35238"/>
                    <a:pt x="9054" y="32674"/>
                    <a:pt x="10592" y="32161"/>
                  </a:cubicBezTo>
                  <a:cubicBezTo>
                    <a:pt x="12131" y="32161"/>
                    <a:pt x="16234" y="31135"/>
                    <a:pt x="16234" y="32161"/>
                  </a:cubicBezTo>
                  <a:cubicBezTo>
                    <a:pt x="16747" y="33186"/>
                    <a:pt x="18798" y="32161"/>
                    <a:pt x="18285" y="31135"/>
                  </a:cubicBezTo>
                  <a:cubicBezTo>
                    <a:pt x="17772" y="30109"/>
                    <a:pt x="15721" y="28571"/>
                    <a:pt x="15208" y="28571"/>
                  </a:cubicBezTo>
                  <a:cubicBezTo>
                    <a:pt x="14695" y="29084"/>
                    <a:pt x="11618" y="29084"/>
                    <a:pt x="8541" y="28058"/>
                  </a:cubicBezTo>
                  <a:cubicBezTo>
                    <a:pt x="5464" y="26519"/>
                    <a:pt x="3412" y="21390"/>
                    <a:pt x="3925" y="20878"/>
                  </a:cubicBezTo>
                  <a:cubicBezTo>
                    <a:pt x="4438" y="20365"/>
                    <a:pt x="7515" y="19852"/>
                    <a:pt x="7002" y="17800"/>
                  </a:cubicBezTo>
                  <a:cubicBezTo>
                    <a:pt x="7002" y="15749"/>
                    <a:pt x="10592" y="15749"/>
                    <a:pt x="10592" y="14723"/>
                  </a:cubicBezTo>
                  <a:cubicBezTo>
                    <a:pt x="10592" y="13697"/>
                    <a:pt x="12644" y="10620"/>
                    <a:pt x="13157" y="10107"/>
                  </a:cubicBezTo>
                  <a:cubicBezTo>
                    <a:pt x="13670" y="9594"/>
                    <a:pt x="16747" y="10107"/>
                    <a:pt x="16747" y="9081"/>
                  </a:cubicBezTo>
                  <a:cubicBezTo>
                    <a:pt x="17260" y="8056"/>
                    <a:pt x="19311" y="5491"/>
                    <a:pt x="20337" y="5491"/>
                  </a:cubicBezTo>
                  <a:cubicBezTo>
                    <a:pt x="21363" y="5491"/>
                    <a:pt x="24440" y="6004"/>
                    <a:pt x="24440" y="6517"/>
                  </a:cubicBezTo>
                  <a:cubicBezTo>
                    <a:pt x="24440" y="7030"/>
                    <a:pt x="26491" y="8056"/>
                    <a:pt x="27517" y="7030"/>
                  </a:cubicBezTo>
                  <a:cubicBezTo>
                    <a:pt x="28543" y="6517"/>
                    <a:pt x="30594" y="4466"/>
                    <a:pt x="31620" y="4466"/>
                  </a:cubicBezTo>
                  <a:cubicBezTo>
                    <a:pt x="32133" y="4979"/>
                    <a:pt x="33672" y="3440"/>
                    <a:pt x="33672" y="3953"/>
                  </a:cubicBezTo>
                  <a:cubicBezTo>
                    <a:pt x="34184" y="4466"/>
                    <a:pt x="36749" y="6004"/>
                    <a:pt x="36749" y="6517"/>
                  </a:cubicBezTo>
                  <a:cubicBezTo>
                    <a:pt x="36749" y="7030"/>
                    <a:pt x="37775" y="8569"/>
                    <a:pt x="36749" y="9081"/>
                  </a:cubicBezTo>
                  <a:cubicBezTo>
                    <a:pt x="35723" y="9594"/>
                    <a:pt x="34184" y="11646"/>
                    <a:pt x="35210" y="11646"/>
                  </a:cubicBezTo>
                  <a:cubicBezTo>
                    <a:pt x="36236" y="11646"/>
                    <a:pt x="39313" y="12672"/>
                    <a:pt x="39826" y="13697"/>
                  </a:cubicBezTo>
                  <a:cubicBezTo>
                    <a:pt x="40852" y="14723"/>
                    <a:pt x="43416" y="16775"/>
                    <a:pt x="41365" y="17800"/>
                  </a:cubicBezTo>
                  <a:cubicBezTo>
                    <a:pt x="39313" y="18826"/>
                    <a:pt x="33672" y="23442"/>
                    <a:pt x="33159" y="24981"/>
                  </a:cubicBezTo>
                  <a:cubicBezTo>
                    <a:pt x="32646" y="26519"/>
                    <a:pt x="30081" y="23955"/>
                    <a:pt x="30081" y="19339"/>
                  </a:cubicBezTo>
                  <a:cubicBezTo>
                    <a:pt x="30081" y="19339"/>
                    <a:pt x="30081" y="19339"/>
                    <a:pt x="25466" y="16262"/>
                  </a:cubicBezTo>
                  <a:cubicBezTo>
                    <a:pt x="22901" y="14723"/>
                    <a:pt x="22901" y="14723"/>
                    <a:pt x="22901" y="14723"/>
                  </a:cubicBezTo>
                  <a:cubicBezTo>
                    <a:pt x="21363" y="15749"/>
                    <a:pt x="19311" y="17287"/>
                    <a:pt x="18285" y="17800"/>
                  </a:cubicBezTo>
                  <a:cubicBezTo>
                    <a:pt x="17260" y="18313"/>
                    <a:pt x="17260" y="21390"/>
                    <a:pt x="16747" y="21903"/>
                  </a:cubicBezTo>
                  <a:cubicBezTo>
                    <a:pt x="16234" y="22416"/>
                    <a:pt x="15208" y="24981"/>
                    <a:pt x="15721" y="24468"/>
                  </a:cubicBezTo>
                  <a:cubicBezTo>
                    <a:pt x="16234" y="23955"/>
                    <a:pt x="18798" y="23955"/>
                    <a:pt x="19824" y="24468"/>
                  </a:cubicBezTo>
                  <a:cubicBezTo>
                    <a:pt x="20850" y="24981"/>
                    <a:pt x="24440" y="28058"/>
                    <a:pt x="23927" y="29596"/>
                  </a:cubicBezTo>
                  <a:cubicBezTo>
                    <a:pt x="23927" y="31135"/>
                    <a:pt x="23414" y="36777"/>
                    <a:pt x="23927" y="36777"/>
                  </a:cubicBezTo>
                  <a:cubicBezTo>
                    <a:pt x="24440" y="36777"/>
                    <a:pt x="25979" y="38828"/>
                    <a:pt x="26491" y="39854"/>
                  </a:cubicBezTo>
                  <a:cubicBezTo>
                    <a:pt x="27004" y="41392"/>
                    <a:pt x="29569" y="45495"/>
                    <a:pt x="30081" y="47034"/>
                  </a:cubicBezTo>
                  <a:cubicBezTo>
                    <a:pt x="30594" y="48060"/>
                    <a:pt x="32133" y="51650"/>
                    <a:pt x="32646" y="52163"/>
                  </a:cubicBezTo>
                  <a:cubicBezTo>
                    <a:pt x="33159" y="52676"/>
                    <a:pt x="33672" y="53189"/>
                    <a:pt x="34184" y="52676"/>
                  </a:cubicBezTo>
                  <a:cubicBezTo>
                    <a:pt x="34697" y="52163"/>
                    <a:pt x="39313" y="53189"/>
                    <a:pt x="40852" y="52676"/>
                  </a:cubicBezTo>
                  <a:cubicBezTo>
                    <a:pt x="42391" y="51650"/>
                    <a:pt x="45980" y="49598"/>
                    <a:pt x="45980" y="49086"/>
                  </a:cubicBezTo>
                  <a:cubicBezTo>
                    <a:pt x="45980" y="48573"/>
                    <a:pt x="47519" y="48060"/>
                    <a:pt x="47006" y="47034"/>
                  </a:cubicBezTo>
                  <a:cubicBezTo>
                    <a:pt x="46493" y="46521"/>
                    <a:pt x="49571" y="46008"/>
                    <a:pt x="51109" y="46521"/>
                  </a:cubicBezTo>
                  <a:cubicBezTo>
                    <a:pt x="52648" y="47034"/>
                    <a:pt x="55212" y="46008"/>
                    <a:pt x="53673" y="44983"/>
                  </a:cubicBezTo>
                  <a:cubicBezTo>
                    <a:pt x="52135" y="43957"/>
                    <a:pt x="50084" y="40880"/>
                    <a:pt x="50084" y="41392"/>
                  </a:cubicBezTo>
                  <a:cubicBezTo>
                    <a:pt x="50084" y="41905"/>
                    <a:pt x="48032" y="41392"/>
                    <a:pt x="48545" y="40880"/>
                  </a:cubicBezTo>
                  <a:cubicBezTo>
                    <a:pt x="49058" y="40367"/>
                    <a:pt x="47519" y="37289"/>
                    <a:pt x="45468" y="35751"/>
                  </a:cubicBezTo>
                  <a:cubicBezTo>
                    <a:pt x="43416" y="34212"/>
                    <a:pt x="34697" y="30622"/>
                    <a:pt x="34697" y="30109"/>
                  </a:cubicBezTo>
                  <a:cubicBezTo>
                    <a:pt x="34697" y="29596"/>
                    <a:pt x="36236" y="28058"/>
                    <a:pt x="37262" y="28058"/>
                  </a:cubicBezTo>
                  <a:cubicBezTo>
                    <a:pt x="38287" y="28058"/>
                    <a:pt x="38800" y="25493"/>
                    <a:pt x="39826" y="25493"/>
                  </a:cubicBezTo>
                  <a:cubicBezTo>
                    <a:pt x="40852" y="25493"/>
                    <a:pt x="42903" y="21903"/>
                    <a:pt x="43929" y="22416"/>
                  </a:cubicBezTo>
                  <a:cubicBezTo>
                    <a:pt x="44955" y="22929"/>
                    <a:pt x="48545" y="23955"/>
                    <a:pt x="49058" y="22929"/>
                  </a:cubicBezTo>
                  <a:cubicBezTo>
                    <a:pt x="49571" y="22416"/>
                    <a:pt x="50084" y="20365"/>
                    <a:pt x="49571" y="19852"/>
                  </a:cubicBezTo>
                  <a:cubicBezTo>
                    <a:pt x="49058" y="19339"/>
                    <a:pt x="49058" y="18313"/>
                    <a:pt x="50596" y="18313"/>
                  </a:cubicBezTo>
                  <a:cubicBezTo>
                    <a:pt x="52135" y="18313"/>
                    <a:pt x="56751" y="17287"/>
                    <a:pt x="57264" y="17287"/>
                  </a:cubicBezTo>
                  <a:cubicBezTo>
                    <a:pt x="57777" y="17800"/>
                    <a:pt x="59828" y="18313"/>
                    <a:pt x="60854" y="17800"/>
                  </a:cubicBezTo>
                  <a:cubicBezTo>
                    <a:pt x="61880" y="17287"/>
                    <a:pt x="65983" y="17800"/>
                    <a:pt x="65983" y="17287"/>
                  </a:cubicBezTo>
                  <a:cubicBezTo>
                    <a:pt x="65983" y="16775"/>
                    <a:pt x="68547" y="16262"/>
                    <a:pt x="69573" y="16775"/>
                  </a:cubicBezTo>
                  <a:cubicBezTo>
                    <a:pt x="70599" y="17287"/>
                    <a:pt x="76753" y="19852"/>
                    <a:pt x="77779" y="19852"/>
                  </a:cubicBezTo>
                  <a:cubicBezTo>
                    <a:pt x="78804" y="19852"/>
                    <a:pt x="81881" y="18313"/>
                    <a:pt x="82394" y="18826"/>
                  </a:cubicBezTo>
                  <a:cubicBezTo>
                    <a:pt x="83420" y="19339"/>
                    <a:pt x="84959" y="20878"/>
                    <a:pt x="83933" y="21390"/>
                  </a:cubicBezTo>
                  <a:cubicBezTo>
                    <a:pt x="82907" y="21903"/>
                    <a:pt x="83420" y="23955"/>
                    <a:pt x="82907" y="23955"/>
                  </a:cubicBezTo>
                  <a:cubicBezTo>
                    <a:pt x="82394" y="23955"/>
                    <a:pt x="80856" y="23955"/>
                    <a:pt x="80856" y="24981"/>
                  </a:cubicBezTo>
                  <a:cubicBezTo>
                    <a:pt x="80856" y="26006"/>
                    <a:pt x="78292" y="27032"/>
                    <a:pt x="77266" y="24981"/>
                  </a:cubicBezTo>
                  <a:cubicBezTo>
                    <a:pt x="76240" y="23442"/>
                    <a:pt x="72650" y="20365"/>
                    <a:pt x="73163" y="22416"/>
                  </a:cubicBezTo>
                  <a:cubicBezTo>
                    <a:pt x="73676" y="24468"/>
                    <a:pt x="71111" y="27545"/>
                    <a:pt x="71624" y="27545"/>
                  </a:cubicBezTo>
                  <a:cubicBezTo>
                    <a:pt x="72137" y="27545"/>
                    <a:pt x="74188" y="29084"/>
                    <a:pt x="73676" y="30109"/>
                  </a:cubicBezTo>
                  <a:cubicBezTo>
                    <a:pt x="73676" y="31135"/>
                    <a:pt x="75727" y="32674"/>
                    <a:pt x="76753" y="32161"/>
                  </a:cubicBezTo>
                  <a:cubicBezTo>
                    <a:pt x="77779" y="31648"/>
                    <a:pt x="80343" y="31648"/>
                    <a:pt x="80856" y="33186"/>
                  </a:cubicBezTo>
                  <a:cubicBezTo>
                    <a:pt x="80856" y="34725"/>
                    <a:pt x="81369" y="38315"/>
                    <a:pt x="81369" y="37802"/>
                  </a:cubicBezTo>
                  <a:cubicBezTo>
                    <a:pt x="81369" y="37289"/>
                    <a:pt x="79317" y="37802"/>
                    <a:pt x="78804" y="39854"/>
                  </a:cubicBezTo>
                  <a:cubicBezTo>
                    <a:pt x="78804" y="41905"/>
                    <a:pt x="79830" y="46008"/>
                    <a:pt x="80856" y="46008"/>
                  </a:cubicBezTo>
                  <a:cubicBezTo>
                    <a:pt x="81369" y="46008"/>
                    <a:pt x="83933" y="48060"/>
                    <a:pt x="83933" y="49086"/>
                  </a:cubicBezTo>
                  <a:cubicBezTo>
                    <a:pt x="83933" y="50111"/>
                    <a:pt x="84446" y="54727"/>
                    <a:pt x="84959" y="55753"/>
                  </a:cubicBezTo>
                  <a:cubicBezTo>
                    <a:pt x="85472" y="56779"/>
                    <a:pt x="90600" y="58830"/>
                    <a:pt x="90600" y="59343"/>
                  </a:cubicBezTo>
                  <a:cubicBezTo>
                    <a:pt x="90600" y="59856"/>
                    <a:pt x="90600" y="61394"/>
                    <a:pt x="91113" y="61907"/>
                  </a:cubicBezTo>
                  <a:cubicBezTo>
                    <a:pt x="91626" y="61907"/>
                    <a:pt x="94190" y="65497"/>
                    <a:pt x="94190" y="67549"/>
                  </a:cubicBezTo>
                  <a:cubicBezTo>
                    <a:pt x="94190" y="69600"/>
                    <a:pt x="98806" y="74729"/>
                    <a:pt x="99832" y="74729"/>
                  </a:cubicBezTo>
                  <a:cubicBezTo>
                    <a:pt x="100858" y="74729"/>
                    <a:pt x="103422" y="74729"/>
                    <a:pt x="103935" y="75755"/>
                  </a:cubicBezTo>
                  <a:cubicBezTo>
                    <a:pt x="104961" y="76268"/>
                    <a:pt x="108038" y="78319"/>
                    <a:pt x="107012" y="79345"/>
                  </a:cubicBezTo>
                  <a:cubicBezTo>
                    <a:pt x="105986" y="80371"/>
                    <a:pt x="100345" y="79858"/>
                    <a:pt x="99319" y="80371"/>
                  </a:cubicBezTo>
                  <a:cubicBezTo>
                    <a:pt x="98293" y="81396"/>
                    <a:pt x="96242" y="84987"/>
                    <a:pt x="96242" y="84987"/>
                  </a:cubicBezTo>
                  <a:cubicBezTo>
                    <a:pt x="96242" y="85499"/>
                    <a:pt x="96755" y="86525"/>
                    <a:pt x="95729" y="87038"/>
                  </a:cubicBezTo>
                  <a:cubicBezTo>
                    <a:pt x="94703" y="87551"/>
                    <a:pt x="92652" y="92680"/>
                    <a:pt x="93165" y="93705"/>
                  </a:cubicBezTo>
                  <a:cubicBezTo>
                    <a:pt x="93165" y="94731"/>
                    <a:pt x="96755" y="100373"/>
                    <a:pt x="100858" y="103450"/>
                  </a:cubicBezTo>
                  <a:cubicBezTo>
                    <a:pt x="104961" y="106527"/>
                    <a:pt x="111115" y="100373"/>
                    <a:pt x="110089" y="99860"/>
                  </a:cubicBezTo>
                  <a:cubicBezTo>
                    <a:pt x="109064" y="98834"/>
                    <a:pt x="108038" y="96270"/>
                    <a:pt x="108551" y="95244"/>
                  </a:cubicBezTo>
                  <a:cubicBezTo>
                    <a:pt x="109064" y="94731"/>
                    <a:pt x="111628" y="91654"/>
                    <a:pt x="112654" y="92680"/>
                  </a:cubicBezTo>
                  <a:cubicBezTo>
                    <a:pt x="114193" y="93705"/>
                    <a:pt x="118296" y="95244"/>
                    <a:pt x="119321" y="93705"/>
                  </a:cubicBezTo>
                  <a:cubicBezTo>
                    <a:pt x="120347" y="92167"/>
                    <a:pt x="124963" y="92167"/>
                    <a:pt x="127014" y="93193"/>
                  </a:cubicBezTo>
                  <a:cubicBezTo>
                    <a:pt x="129066" y="94731"/>
                    <a:pt x="133682" y="94731"/>
                    <a:pt x="133682" y="94218"/>
                  </a:cubicBezTo>
                  <a:cubicBezTo>
                    <a:pt x="133682" y="93705"/>
                    <a:pt x="133682" y="90115"/>
                    <a:pt x="134194" y="89602"/>
                  </a:cubicBezTo>
                  <a:cubicBezTo>
                    <a:pt x="134708" y="89090"/>
                    <a:pt x="137272" y="88577"/>
                    <a:pt x="136759" y="87038"/>
                  </a:cubicBezTo>
                  <a:cubicBezTo>
                    <a:pt x="136246" y="85499"/>
                    <a:pt x="133682" y="81909"/>
                    <a:pt x="133682" y="80884"/>
                  </a:cubicBezTo>
                  <a:cubicBezTo>
                    <a:pt x="133682" y="80371"/>
                    <a:pt x="133682" y="78319"/>
                    <a:pt x="134194" y="78319"/>
                  </a:cubicBezTo>
                  <a:cubicBezTo>
                    <a:pt x="135220" y="78319"/>
                    <a:pt x="136246" y="76781"/>
                    <a:pt x="135733" y="76268"/>
                  </a:cubicBezTo>
                  <a:cubicBezTo>
                    <a:pt x="135220" y="75755"/>
                    <a:pt x="136759" y="73703"/>
                    <a:pt x="138297" y="73191"/>
                  </a:cubicBezTo>
                  <a:cubicBezTo>
                    <a:pt x="139323" y="72678"/>
                    <a:pt x="142913" y="72165"/>
                    <a:pt x="142913" y="71652"/>
                  </a:cubicBezTo>
                  <a:cubicBezTo>
                    <a:pt x="142913" y="71139"/>
                    <a:pt x="143939" y="69088"/>
                    <a:pt x="145478" y="68062"/>
                  </a:cubicBezTo>
                  <a:cubicBezTo>
                    <a:pt x="147016" y="67036"/>
                    <a:pt x="151632" y="63959"/>
                    <a:pt x="153171" y="63959"/>
                  </a:cubicBezTo>
                  <a:cubicBezTo>
                    <a:pt x="154709" y="63959"/>
                    <a:pt x="159838" y="61907"/>
                    <a:pt x="162402" y="60369"/>
                  </a:cubicBezTo>
                  <a:cubicBezTo>
                    <a:pt x="164967" y="58830"/>
                    <a:pt x="170095" y="60369"/>
                    <a:pt x="170609" y="59856"/>
                  </a:cubicBezTo>
                  <a:cubicBezTo>
                    <a:pt x="171121" y="59343"/>
                    <a:pt x="173173" y="56779"/>
                    <a:pt x="174198" y="56266"/>
                  </a:cubicBezTo>
                  <a:cubicBezTo>
                    <a:pt x="175224" y="55240"/>
                    <a:pt x="178302" y="53701"/>
                    <a:pt x="178814" y="53189"/>
                  </a:cubicBezTo>
                  <a:cubicBezTo>
                    <a:pt x="179327" y="52676"/>
                    <a:pt x="180866" y="49598"/>
                    <a:pt x="181891" y="49086"/>
                  </a:cubicBezTo>
                  <a:cubicBezTo>
                    <a:pt x="182917" y="48060"/>
                    <a:pt x="185995" y="47034"/>
                    <a:pt x="185995" y="46008"/>
                  </a:cubicBezTo>
                  <a:cubicBezTo>
                    <a:pt x="185482" y="45495"/>
                    <a:pt x="189072" y="44470"/>
                    <a:pt x="191123" y="44470"/>
                  </a:cubicBezTo>
                  <a:cubicBezTo>
                    <a:pt x="191123" y="44470"/>
                    <a:pt x="191123" y="44470"/>
                    <a:pt x="193688" y="45495"/>
                  </a:cubicBezTo>
                  <a:cubicBezTo>
                    <a:pt x="195226" y="46008"/>
                    <a:pt x="195226" y="46008"/>
                    <a:pt x="195226" y="46008"/>
                  </a:cubicBezTo>
                  <a:cubicBezTo>
                    <a:pt x="196252" y="47034"/>
                    <a:pt x="197791" y="48060"/>
                    <a:pt x="198303" y="48573"/>
                  </a:cubicBezTo>
                  <a:cubicBezTo>
                    <a:pt x="198817" y="49086"/>
                    <a:pt x="200868" y="52163"/>
                    <a:pt x="201381" y="53189"/>
                  </a:cubicBezTo>
                  <a:cubicBezTo>
                    <a:pt x="201894" y="54214"/>
                    <a:pt x="204458" y="56266"/>
                    <a:pt x="204458" y="56779"/>
                  </a:cubicBezTo>
                  <a:cubicBezTo>
                    <a:pt x="204458" y="57292"/>
                    <a:pt x="204971" y="58317"/>
                    <a:pt x="205484" y="58830"/>
                  </a:cubicBezTo>
                  <a:cubicBezTo>
                    <a:pt x="205997" y="59343"/>
                    <a:pt x="208561" y="61907"/>
                    <a:pt x="210613" y="62933"/>
                  </a:cubicBezTo>
                  <a:cubicBezTo>
                    <a:pt x="212664" y="63959"/>
                    <a:pt x="218818" y="68062"/>
                    <a:pt x="218818" y="69088"/>
                  </a:cubicBezTo>
                  <a:cubicBezTo>
                    <a:pt x="218818" y="70113"/>
                    <a:pt x="218818" y="74216"/>
                    <a:pt x="219331" y="75242"/>
                  </a:cubicBezTo>
                  <a:cubicBezTo>
                    <a:pt x="219844" y="76268"/>
                    <a:pt x="221383" y="78832"/>
                    <a:pt x="222409" y="78832"/>
                  </a:cubicBezTo>
                  <a:cubicBezTo>
                    <a:pt x="223434" y="79345"/>
                    <a:pt x="225999" y="81396"/>
                    <a:pt x="225999" y="82422"/>
                  </a:cubicBezTo>
                  <a:cubicBezTo>
                    <a:pt x="226511" y="83961"/>
                    <a:pt x="230614" y="87038"/>
                    <a:pt x="230614" y="87551"/>
                  </a:cubicBezTo>
                  <a:cubicBezTo>
                    <a:pt x="230614" y="88064"/>
                    <a:pt x="232153" y="90115"/>
                    <a:pt x="232153" y="90628"/>
                  </a:cubicBezTo>
                  <a:cubicBezTo>
                    <a:pt x="232153" y="91141"/>
                    <a:pt x="232153" y="92167"/>
                    <a:pt x="231640" y="93193"/>
                  </a:cubicBezTo>
                  <a:cubicBezTo>
                    <a:pt x="231127" y="94218"/>
                    <a:pt x="231127" y="96270"/>
                    <a:pt x="232153" y="96270"/>
                  </a:cubicBezTo>
                  <a:cubicBezTo>
                    <a:pt x="233179" y="96270"/>
                    <a:pt x="237282" y="99347"/>
                    <a:pt x="237795" y="100373"/>
                  </a:cubicBezTo>
                  <a:cubicBezTo>
                    <a:pt x="238307" y="101398"/>
                    <a:pt x="238307" y="106527"/>
                    <a:pt x="239333" y="107040"/>
                  </a:cubicBezTo>
                  <a:cubicBezTo>
                    <a:pt x="240872" y="108066"/>
                    <a:pt x="240872" y="112169"/>
                    <a:pt x="242923" y="112682"/>
                  </a:cubicBezTo>
                  <a:cubicBezTo>
                    <a:pt x="244975" y="113195"/>
                    <a:pt x="248565" y="115759"/>
                    <a:pt x="249591" y="115246"/>
                  </a:cubicBezTo>
                  <a:cubicBezTo>
                    <a:pt x="250104" y="114733"/>
                    <a:pt x="253694" y="116272"/>
                    <a:pt x="254207" y="117298"/>
                  </a:cubicBezTo>
                  <a:cubicBezTo>
                    <a:pt x="254719" y="117810"/>
                    <a:pt x="255232" y="120375"/>
                    <a:pt x="255745" y="121401"/>
                  </a:cubicBezTo>
                  <a:cubicBezTo>
                    <a:pt x="256258" y="122426"/>
                    <a:pt x="260361" y="123965"/>
                    <a:pt x="260874" y="123452"/>
                  </a:cubicBezTo>
                  <a:cubicBezTo>
                    <a:pt x="261387" y="122939"/>
                    <a:pt x="264464" y="123965"/>
                    <a:pt x="265490" y="123452"/>
                  </a:cubicBezTo>
                  <a:cubicBezTo>
                    <a:pt x="266515" y="123452"/>
                    <a:pt x="268054" y="122939"/>
                    <a:pt x="267541" y="123965"/>
                  </a:cubicBezTo>
                  <a:cubicBezTo>
                    <a:pt x="267028" y="124991"/>
                    <a:pt x="266003" y="128581"/>
                    <a:pt x="265490" y="129094"/>
                  </a:cubicBezTo>
                  <a:cubicBezTo>
                    <a:pt x="264977" y="129606"/>
                    <a:pt x="263438" y="130632"/>
                    <a:pt x="263438" y="130632"/>
                  </a:cubicBezTo>
                  <a:cubicBezTo>
                    <a:pt x="263438" y="130632"/>
                    <a:pt x="262926" y="130632"/>
                    <a:pt x="262412" y="130632"/>
                  </a:cubicBezTo>
                  <a:cubicBezTo>
                    <a:pt x="261900" y="130632"/>
                    <a:pt x="259335" y="130119"/>
                    <a:pt x="257284" y="129606"/>
                  </a:cubicBezTo>
                  <a:cubicBezTo>
                    <a:pt x="255745" y="129606"/>
                    <a:pt x="250616" y="129606"/>
                    <a:pt x="249078" y="129094"/>
                  </a:cubicBezTo>
                  <a:cubicBezTo>
                    <a:pt x="247539" y="128581"/>
                    <a:pt x="240359" y="126016"/>
                    <a:pt x="239333" y="126016"/>
                  </a:cubicBezTo>
                  <a:cubicBezTo>
                    <a:pt x="238307" y="125503"/>
                    <a:pt x="235743" y="123965"/>
                    <a:pt x="235743" y="124478"/>
                  </a:cubicBezTo>
                  <a:cubicBezTo>
                    <a:pt x="235230" y="124991"/>
                    <a:pt x="233179" y="122426"/>
                    <a:pt x="233179" y="121401"/>
                  </a:cubicBezTo>
                  <a:cubicBezTo>
                    <a:pt x="233179" y="120375"/>
                    <a:pt x="230102" y="118836"/>
                    <a:pt x="230102" y="119862"/>
                  </a:cubicBezTo>
                  <a:cubicBezTo>
                    <a:pt x="230102" y="120375"/>
                    <a:pt x="225486" y="119862"/>
                    <a:pt x="222409" y="118836"/>
                  </a:cubicBezTo>
                  <a:cubicBezTo>
                    <a:pt x="219331" y="117298"/>
                    <a:pt x="213690" y="111656"/>
                    <a:pt x="211638" y="111143"/>
                  </a:cubicBezTo>
                  <a:cubicBezTo>
                    <a:pt x="209587" y="110630"/>
                    <a:pt x="204971" y="107040"/>
                    <a:pt x="203945" y="107040"/>
                  </a:cubicBezTo>
                  <a:cubicBezTo>
                    <a:pt x="203432" y="107040"/>
                    <a:pt x="201381" y="107040"/>
                    <a:pt x="200868" y="106527"/>
                  </a:cubicBezTo>
                  <a:cubicBezTo>
                    <a:pt x="200355" y="106014"/>
                    <a:pt x="197791" y="104476"/>
                    <a:pt x="195739" y="103963"/>
                  </a:cubicBezTo>
                  <a:cubicBezTo>
                    <a:pt x="193688" y="103450"/>
                    <a:pt x="187533" y="103450"/>
                    <a:pt x="185995" y="103963"/>
                  </a:cubicBezTo>
                  <a:cubicBezTo>
                    <a:pt x="184456" y="104476"/>
                    <a:pt x="179840" y="106014"/>
                    <a:pt x="179327" y="105501"/>
                  </a:cubicBezTo>
                  <a:cubicBezTo>
                    <a:pt x="178814" y="104989"/>
                    <a:pt x="175737" y="104989"/>
                    <a:pt x="174198" y="106014"/>
                  </a:cubicBezTo>
                  <a:cubicBezTo>
                    <a:pt x="172660" y="107040"/>
                    <a:pt x="166505" y="104476"/>
                    <a:pt x="166505" y="103963"/>
                  </a:cubicBezTo>
                  <a:cubicBezTo>
                    <a:pt x="166505" y="103450"/>
                    <a:pt x="165480" y="102424"/>
                    <a:pt x="164967" y="102937"/>
                  </a:cubicBezTo>
                  <a:cubicBezTo>
                    <a:pt x="164454" y="103450"/>
                    <a:pt x="160864" y="104476"/>
                    <a:pt x="159325" y="103963"/>
                  </a:cubicBezTo>
                  <a:cubicBezTo>
                    <a:pt x="157787" y="103450"/>
                    <a:pt x="152145" y="99347"/>
                    <a:pt x="151632" y="98321"/>
                  </a:cubicBezTo>
                  <a:cubicBezTo>
                    <a:pt x="151119" y="97295"/>
                    <a:pt x="147016" y="94731"/>
                    <a:pt x="147016" y="94218"/>
                  </a:cubicBezTo>
                  <a:cubicBezTo>
                    <a:pt x="147016" y="93705"/>
                    <a:pt x="144452" y="92680"/>
                    <a:pt x="143426" y="92680"/>
                  </a:cubicBezTo>
                  <a:cubicBezTo>
                    <a:pt x="142401" y="92680"/>
                    <a:pt x="139323" y="92167"/>
                    <a:pt x="139323" y="92680"/>
                  </a:cubicBezTo>
                  <a:cubicBezTo>
                    <a:pt x="139836" y="93193"/>
                    <a:pt x="139323" y="94731"/>
                    <a:pt x="137785" y="95244"/>
                  </a:cubicBezTo>
                  <a:cubicBezTo>
                    <a:pt x="136246" y="95757"/>
                    <a:pt x="132656" y="98834"/>
                    <a:pt x="132143" y="98834"/>
                  </a:cubicBezTo>
                  <a:cubicBezTo>
                    <a:pt x="131630" y="98834"/>
                    <a:pt x="130092" y="98321"/>
                    <a:pt x="129579" y="98834"/>
                  </a:cubicBezTo>
                  <a:cubicBezTo>
                    <a:pt x="129066" y="99347"/>
                    <a:pt x="125989" y="99860"/>
                    <a:pt x="125476" y="100373"/>
                  </a:cubicBezTo>
                  <a:cubicBezTo>
                    <a:pt x="124963" y="100886"/>
                    <a:pt x="122911" y="103450"/>
                    <a:pt x="121886" y="103963"/>
                  </a:cubicBezTo>
                  <a:cubicBezTo>
                    <a:pt x="120860" y="103963"/>
                    <a:pt x="116757" y="105501"/>
                    <a:pt x="115218" y="107553"/>
                  </a:cubicBezTo>
                  <a:cubicBezTo>
                    <a:pt x="113680" y="109604"/>
                    <a:pt x="107525" y="115246"/>
                    <a:pt x="105474" y="115246"/>
                  </a:cubicBezTo>
                  <a:cubicBezTo>
                    <a:pt x="103935" y="115246"/>
                    <a:pt x="96755" y="113195"/>
                    <a:pt x="95216" y="113195"/>
                  </a:cubicBezTo>
                  <a:cubicBezTo>
                    <a:pt x="93678" y="113707"/>
                    <a:pt x="90088" y="114733"/>
                    <a:pt x="89062" y="114220"/>
                  </a:cubicBezTo>
                  <a:cubicBezTo>
                    <a:pt x="88549" y="113707"/>
                    <a:pt x="88549" y="115246"/>
                    <a:pt x="89575" y="115246"/>
                  </a:cubicBezTo>
                  <a:cubicBezTo>
                    <a:pt x="90600" y="115246"/>
                    <a:pt x="93678" y="116785"/>
                    <a:pt x="93165" y="117298"/>
                  </a:cubicBezTo>
                  <a:cubicBezTo>
                    <a:pt x="92652" y="117810"/>
                    <a:pt x="90600" y="119862"/>
                    <a:pt x="88549" y="119349"/>
                  </a:cubicBezTo>
                  <a:cubicBezTo>
                    <a:pt x="87010" y="118836"/>
                    <a:pt x="82907" y="120375"/>
                    <a:pt x="82394" y="120375"/>
                  </a:cubicBezTo>
                  <a:cubicBezTo>
                    <a:pt x="81881" y="120375"/>
                    <a:pt x="79830" y="118836"/>
                    <a:pt x="77779" y="118836"/>
                  </a:cubicBezTo>
                  <a:cubicBezTo>
                    <a:pt x="75727" y="118323"/>
                    <a:pt x="70599" y="118836"/>
                    <a:pt x="70085" y="118836"/>
                  </a:cubicBezTo>
                  <a:cubicBezTo>
                    <a:pt x="71111" y="120888"/>
                    <a:pt x="36236" y="91141"/>
                    <a:pt x="27004" y="7626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2689"/>
            <p:cNvSpPr/>
            <p:nvPr/>
          </p:nvSpPr>
          <p:spPr>
            <a:xfrm>
              <a:off x="5915072" y="4373538"/>
              <a:ext cx="20515" cy="51287"/>
            </a:xfrm>
            <a:custGeom>
              <a:avLst/>
              <a:gdLst>
                <a:gd name="connsiteX0" fmla="*/ 10594 w 20514"/>
                <a:gd name="connsiteY0" fmla="*/ 43438 h 51287"/>
                <a:gd name="connsiteX1" fmla="*/ 7004 w 20514"/>
                <a:gd name="connsiteY1" fmla="*/ 31642 h 51287"/>
                <a:gd name="connsiteX2" fmla="*/ 3927 w 20514"/>
                <a:gd name="connsiteY2" fmla="*/ 3947 h 51287"/>
                <a:gd name="connsiteX3" fmla="*/ 5465 w 20514"/>
                <a:gd name="connsiteY3" fmla="*/ 6511 h 51287"/>
                <a:gd name="connsiteX4" fmla="*/ 6491 w 20514"/>
                <a:gd name="connsiteY4" fmla="*/ 12153 h 51287"/>
                <a:gd name="connsiteX5" fmla="*/ 8543 w 20514"/>
                <a:gd name="connsiteY5" fmla="*/ 15743 h 51287"/>
                <a:gd name="connsiteX6" fmla="*/ 10081 w 20514"/>
                <a:gd name="connsiteY6" fmla="*/ 21385 h 51287"/>
                <a:gd name="connsiteX7" fmla="*/ 10594 w 20514"/>
                <a:gd name="connsiteY7" fmla="*/ 29078 h 51287"/>
                <a:gd name="connsiteX8" fmla="*/ 14697 w 20514"/>
                <a:gd name="connsiteY8" fmla="*/ 34207 h 51287"/>
                <a:gd name="connsiteX9" fmla="*/ 13672 w 20514"/>
                <a:gd name="connsiteY9" fmla="*/ 35232 h 51287"/>
                <a:gd name="connsiteX10" fmla="*/ 16749 w 20514"/>
                <a:gd name="connsiteY10" fmla="*/ 35745 h 51287"/>
                <a:gd name="connsiteX11" fmla="*/ 15723 w 20514"/>
                <a:gd name="connsiteY11" fmla="*/ 41900 h 51287"/>
                <a:gd name="connsiteX12" fmla="*/ 12646 w 20514"/>
                <a:gd name="connsiteY12" fmla="*/ 50106 h 51287"/>
                <a:gd name="connsiteX13" fmla="*/ 11107 w 20514"/>
                <a:gd name="connsiteY13" fmla="*/ 49593 h 51287"/>
                <a:gd name="connsiteX14" fmla="*/ 12133 w 20514"/>
                <a:gd name="connsiteY14" fmla="*/ 46003 h 51287"/>
                <a:gd name="connsiteX15" fmla="*/ 10594 w 20514"/>
                <a:gd name="connsiteY15" fmla="*/ 43438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14" h="51287">
                  <a:moveTo>
                    <a:pt x="10594" y="43438"/>
                  </a:moveTo>
                  <a:cubicBezTo>
                    <a:pt x="10081" y="43951"/>
                    <a:pt x="8543" y="38822"/>
                    <a:pt x="7004" y="31642"/>
                  </a:cubicBezTo>
                  <a:cubicBezTo>
                    <a:pt x="5465" y="24462"/>
                    <a:pt x="3414" y="4460"/>
                    <a:pt x="3927" y="3947"/>
                  </a:cubicBezTo>
                  <a:cubicBezTo>
                    <a:pt x="4440" y="3434"/>
                    <a:pt x="5465" y="4973"/>
                    <a:pt x="5465" y="6511"/>
                  </a:cubicBezTo>
                  <a:cubicBezTo>
                    <a:pt x="5465" y="8050"/>
                    <a:pt x="5978" y="12153"/>
                    <a:pt x="6491" y="12153"/>
                  </a:cubicBezTo>
                  <a:cubicBezTo>
                    <a:pt x="7004" y="12153"/>
                    <a:pt x="8543" y="14717"/>
                    <a:pt x="8543" y="15743"/>
                  </a:cubicBezTo>
                  <a:cubicBezTo>
                    <a:pt x="8543" y="16769"/>
                    <a:pt x="9569" y="20359"/>
                    <a:pt x="10081" y="21385"/>
                  </a:cubicBezTo>
                  <a:cubicBezTo>
                    <a:pt x="10081" y="22923"/>
                    <a:pt x="9569" y="28052"/>
                    <a:pt x="10594" y="29078"/>
                  </a:cubicBezTo>
                  <a:cubicBezTo>
                    <a:pt x="11107" y="30104"/>
                    <a:pt x="15210" y="33694"/>
                    <a:pt x="14697" y="34207"/>
                  </a:cubicBezTo>
                  <a:cubicBezTo>
                    <a:pt x="14184" y="34719"/>
                    <a:pt x="13672" y="36258"/>
                    <a:pt x="13672" y="35232"/>
                  </a:cubicBezTo>
                  <a:cubicBezTo>
                    <a:pt x="13672" y="34719"/>
                    <a:pt x="16236" y="35232"/>
                    <a:pt x="16749" y="35745"/>
                  </a:cubicBezTo>
                  <a:cubicBezTo>
                    <a:pt x="17262" y="36258"/>
                    <a:pt x="16236" y="39848"/>
                    <a:pt x="15723" y="41900"/>
                  </a:cubicBezTo>
                  <a:cubicBezTo>
                    <a:pt x="15210" y="43951"/>
                    <a:pt x="13158" y="50106"/>
                    <a:pt x="12646" y="50106"/>
                  </a:cubicBezTo>
                  <a:cubicBezTo>
                    <a:pt x="12133" y="50106"/>
                    <a:pt x="11620" y="50106"/>
                    <a:pt x="11107" y="49593"/>
                  </a:cubicBezTo>
                  <a:cubicBezTo>
                    <a:pt x="11107" y="49080"/>
                    <a:pt x="11107" y="47028"/>
                    <a:pt x="12133" y="46003"/>
                  </a:cubicBezTo>
                  <a:cubicBezTo>
                    <a:pt x="12133" y="45490"/>
                    <a:pt x="11107" y="42925"/>
                    <a:pt x="10594" y="4343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2690"/>
            <p:cNvSpPr/>
            <p:nvPr/>
          </p:nvSpPr>
          <p:spPr>
            <a:xfrm>
              <a:off x="5989888" y="4180799"/>
              <a:ext cx="215406" cy="235921"/>
            </a:xfrm>
            <a:custGeom>
              <a:avLst/>
              <a:gdLst>
                <a:gd name="connsiteX0" fmla="*/ 85024 w 215406"/>
                <a:gd name="connsiteY0" fmla="*/ 6411 h 235921"/>
                <a:gd name="connsiteX1" fmla="*/ 104513 w 215406"/>
                <a:gd name="connsiteY1" fmla="*/ 5385 h 235921"/>
                <a:gd name="connsiteX2" fmla="*/ 107590 w 215406"/>
                <a:gd name="connsiteY2" fmla="*/ 6924 h 235921"/>
                <a:gd name="connsiteX3" fmla="*/ 111180 w 215406"/>
                <a:gd name="connsiteY3" fmla="*/ 3847 h 235921"/>
                <a:gd name="connsiteX4" fmla="*/ 119899 w 215406"/>
                <a:gd name="connsiteY4" fmla="*/ 4872 h 235921"/>
                <a:gd name="connsiteX5" fmla="*/ 129131 w 215406"/>
                <a:gd name="connsiteY5" fmla="*/ 11027 h 235921"/>
                <a:gd name="connsiteX6" fmla="*/ 133747 w 215406"/>
                <a:gd name="connsiteY6" fmla="*/ 18720 h 235921"/>
                <a:gd name="connsiteX7" fmla="*/ 140927 w 215406"/>
                <a:gd name="connsiteY7" fmla="*/ 24361 h 235921"/>
                <a:gd name="connsiteX8" fmla="*/ 147081 w 215406"/>
                <a:gd name="connsiteY8" fmla="*/ 32567 h 235921"/>
                <a:gd name="connsiteX9" fmla="*/ 140414 w 215406"/>
                <a:gd name="connsiteY9" fmla="*/ 32567 h 235921"/>
                <a:gd name="connsiteX10" fmla="*/ 137850 w 215406"/>
                <a:gd name="connsiteY10" fmla="*/ 33593 h 235921"/>
                <a:gd name="connsiteX11" fmla="*/ 140414 w 215406"/>
                <a:gd name="connsiteY11" fmla="*/ 36670 h 235921"/>
                <a:gd name="connsiteX12" fmla="*/ 140927 w 215406"/>
                <a:gd name="connsiteY12" fmla="*/ 39235 h 235921"/>
                <a:gd name="connsiteX13" fmla="*/ 145030 w 215406"/>
                <a:gd name="connsiteY13" fmla="*/ 40260 h 235921"/>
                <a:gd name="connsiteX14" fmla="*/ 149646 w 215406"/>
                <a:gd name="connsiteY14" fmla="*/ 40260 h 235921"/>
                <a:gd name="connsiteX15" fmla="*/ 155800 w 215406"/>
                <a:gd name="connsiteY15" fmla="*/ 41799 h 235921"/>
                <a:gd name="connsiteX16" fmla="*/ 161442 w 215406"/>
                <a:gd name="connsiteY16" fmla="*/ 46415 h 235921"/>
                <a:gd name="connsiteX17" fmla="*/ 163493 w 215406"/>
                <a:gd name="connsiteY17" fmla="*/ 51031 h 235921"/>
                <a:gd name="connsiteX18" fmla="*/ 167083 w 215406"/>
                <a:gd name="connsiteY18" fmla="*/ 60262 h 235921"/>
                <a:gd name="connsiteX19" fmla="*/ 168622 w 215406"/>
                <a:gd name="connsiteY19" fmla="*/ 63853 h 235921"/>
                <a:gd name="connsiteX20" fmla="*/ 171699 w 215406"/>
                <a:gd name="connsiteY20" fmla="*/ 63853 h 235921"/>
                <a:gd name="connsiteX21" fmla="*/ 179392 w 215406"/>
                <a:gd name="connsiteY21" fmla="*/ 70520 h 235921"/>
                <a:gd name="connsiteX22" fmla="*/ 183495 w 215406"/>
                <a:gd name="connsiteY22" fmla="*/ 79239 h 235921"/>
                <a:gd name="connsiteX23" fmla="*/ 179392 w 215406"/>
                <a:gd name="connsiteY23" fmla="*/ 79752 h 235921"/>
                <a:gd name="connsiteX24" fmla="*/ 176315 w 215406"/>
                <a:gd name="connsiteY24" fmla="*/ 82316 h 235921"/>
                <a:gd name="connsiteX25" fmla="*/ 182470 w 215406"/>
                <a:gd name="connsiteY25" fmla="*/ 84367 h 235921"/>
                <a:gd name="connsiteX26" fmla="*/ 189650 w 215406"/>
                <a:gd name="connsiteY26" fmla="*/ 82829 h 235921"/>
                <a:gd name="connsiteX27" fmla="*/ 193240 w 215406"/>
                <a:gd name="connsiteY27" fmla="*/ 86419 h 235921"/>
                <a:gd name="connsiteX28" fmla="*/ 183495 w 215406"/>
                <a:gd name="connsiteY28" fmla="*/ 89496 h 235921"/>
                <a:gd name="connsiteX29" fmla="*/ 178879 w 215406"/>
                <a:gd name="connsiteY29" fmla="*/ 87445 h 235921"/>
                <a:gd name="connsiteX30" fmla="*/ 174777 w 215406"/>
                <a:gd name="connsiteY30" fmla="*/ 85393 h 235921"/>
                <a:gd name="connsiteX31" fmla="*/ 170161 w 215406"/>
                <a:gd name="connsiteY31" fmla="*/ 85906 h 235921"/>
                <a:gd name="connsiteX32" fmla="*/ 166570 w 215406"/>
                <a:gd name="connsiteY32" fmla="*/ 86419 h 235921"/>
                <a:gd name="connsiteX33" fmla="*/ 162468 w 215406"/>
                <a:gd name="connsiteY33" fmla="*/ 87958 h 235921"/>
                <a:gd name="connsiteX34" fmla="*/ 157852 w 215406"/>
                <a:gd name="connsiteY34" fmla="*/ 86932 h 235921"/>
                <a:gd name="connsiteX35" fmla="*/ 152723 w 215406"/>
                <a:gd name="connsiteY35" fmla="*/ 89496 h 235921"/>
                <a:gd name="connsiteX36" fmla="*/ 153749 w 215406"/>
                <a:gd name="connsiteY36" fmla="*/ 95651 h 235921"/>
                <a:gd name="connsiteX37" fmla="*/ 158365 w 215406"/>
                <a:gd name="connsiteY37" fmla="*/ 99754 h 235921"/>
                <a:gd name="connsiteX38" fmla="*/ 158365 w 215406"/>
                <a:gd name="connsiteY38" fmla="*/ 102831 h 235921"/>
                <a:gd name="connsiteX39" fmla="*/ 159903 w 215406"/>
                <a:gd name="connsiteY39" fmla="*/ 104369 h 235921"/>
                <a:gd name="connsiteX40" fmla="*/ 162981 w 215406"/>
                <a:gd name="connsiteY40" fmla="*/ 108472 h 235921"/>
                <a:gd name="connsiteX41" fmla="*/ 170161 w 215406"/>
                <a:gd name="connsiteY41" fmla="*/ 115653 h 235921"/>
                <a:gd name="connsiteX42" fmla="*/ 167083 w 215406"/>
                <a:gd name="connsiteY42" fmla="*/ 117191 h 235921"/>
                <a:gd name="connsiteX43" fmla="*/ 162468 w 215406"/>
                <a:gd name="connsiteY43" fmla="*/ 116166 h 235921"/>
                <a:gd name="connsiteX44" fmla="*/ 154774 w 215406"/>
                <a:gd name="connsiteY44" fmla="*/ 116166 h 235921"/>
                <a:gd name="connsiteX45" fmla="*/ 146569 w 215406"/>
                <a:gd name="connsiteY45" fmla="*/ 116166 h 235921"/>
                <a:gd name="connsiteX46" fmla="*/ 142466 w 215406"/>
                <a:gd name="connsiteY46" fmla="*/ 116166 h 235921"/>
                <a:gd name="connsiteX47" fmla="*/ 139388 w 215406"/>
                <a:gd name="connsiteY47" fmla="*/ 117191 h 235921"/>
                <a:gd name="connsiteX48" fmla="*/ 133747 w 215406"/>
                <a:gd name="connsiteY48" fmla="*/ 117191 h 235921"/>
                <a:gd name="connsiteX49" fmla="*/ 132721 w 215406"/>
                <a:gd name="connsiteY49" fmla="*/ 121294 h 235921"/>
                <a:gd name="connsiteX50" fmla="*/ 132208 w 215406"/>
                <a:gd name="connsiteY50" fmla="*/ 122320 h 235921"/>
                <a:gd name="connsiteX51" fmla="*/ 130669 w 215406"/>
                <a:gd name="connsiteY51" fmla="*/ 124372 h 235921"/>
                <a:gd name="connsiteX52" fmla="*/ 128618 w 215406"/>
                <a:gd name="connsiteY52" fmla="*/ 128987 h 235921"/>
                <a:gd name="connsiteX53" fmla="*/ 121951 w 215406"/>
                <a:gd name="connsiteY53" fmla="*/ 129500 h 235921"/>
                <a:gd name="connsiteX54" fmla="*/ 114258 w 215406"/>
                <a:gd name="connsiteY54" fmla="*/ 133603 h 235921"/>
                <a:gd name="connsiteX55" fmla="*/ 115796 w 215406"/>
                <a:gd name="connsiteY55" fmla="*/ 135655 h 235921"/>
                <a:gd name="connsiteX56" fmla="*/ 120412 w 215406"/>
                <a:gd name="connsiteY56" fmla="*/ 134116 h 235921"/>
                <a:gd name="connsiteX57" fmla="*/ 125028 w 215406"/>
                <a:gd name="connsiteY57" fmla="*/ 133090 h 235921"/>
                <a:gd name="connsiteX58" fmla="*/ 128618 w 215406"/>
                <a:gd name="connsiteY58" fmla="*/ 129500 h 235921"/>
                <a:gd name="connsiteX59" fmla="*/ 134773 w 215406"/>
                <a:gd name="connsiteY59" fmla="*/ 131039 h 235921"/>
                <a:gd name="connsiteX60" fmla="*/ 139388 w 215406"/>
                <a:gd name="connsiteY60" fmla="*/ 135655 h 235921"/>
                <a:gd name="connsiteX61" fmla="*/ 140414 w 215406"/>
                <a:gd name="connsiteY61" fmla="*/ 141296 h 235921"/>
                <a:gd name="connsiteX62" fmla="*/ 141440 w 215406"/>
                <a:gd name="connsiteY62" fmla="*/ 147451 h 235921"/>
                <a:gd name="connsiteX63" fmla="*/ 137337 w 215406"/>
                <a:gd name="connsiteY63" fmla="*/ 156170 h 235921"/>
                <a:gd name="connsiteX64" fmla="*/ 126054 w 215406"/>
                <a:gd name="connsiteY64" fmla="*/ 156682 h 235921"/>
                <a:gd name="connsiteX65" fmla="*/ 115283 w 215406"/>
                <a:gd name="connsiteY65" fmla="*/ 157195 h 235921"/>
                <a:gd name="connsiteX66" fmla="*/ 112719 w 215406"/>
                <a:gd name="connsiteY66" fmla="*/ 157708 h 235921"/>
                <a:gd name="connsiteX67" fmla="*/ 117848 w 215406"/>
                <a:gd name="connsiteY67" fmla="*/ 159247 h 235921"/>
                <a:gd name="connsiteX68" fmla="*/ 124515 w 215406"/>
                <a:gd name="connsiteY68" fmla="*/ 157708 h 235921"/>
                <a:gd name="connsiteX69" fmla="*/ 134260 w 215406"/>
                <a:gd name="connsiteY69" fmla="*/ 158221 h 235921"/>
                <a:gd name="connsiteX70" fmla="*/ 142978 w 215406"/>
                <a:gd name="connsiteY70" fmla="*/ 156682 h 235921"/>
                <a:gd name="connsiteX71" fmla="*/ 144004 w 215406"/>
                <a:gd name="connsiteY71" fmla="*/ 151554 h 235921"/>
                <a:gd name="connsiteX72" fmla="*/ 147594 w 215406"/>
                <a:gd name="connsiteY72" fmla="*/ 148477 h 235921"/>
                <a:gd name="connsiteX73" fmla="*/ 155800 w 215406"/>
                <a:gd name="connsiteY73" fmla="*/ 155657 h 235921"/>
                <a:gd name="connsiteX74" fmla="*/ 162981 w 215406"/>
                <a:gd name="connsiteY74" fmla="*/ 166940 h 235921"/>
                <a:gd name="connsiteX75" fmla="*/ 166570 w 215406"/>
                <a:gd name="connsiteY75" fmla="*/ 172581 h 235921"/>
                <a:gd name="connsiteX76" fmla="*/ 177854 w 215406"/>
                <a:gd name="connsiteY76" fmla="*/ 179762 h 235921"/>
                <a:gd name="connsiteX77" fmla="*/ 191701 w 215406"/>
                <a:gd name="connsiteY77" fmla="*/ 190532 h 235921"/>
                <a:gd name="connsiteX78" fmla="*/ 201446 w 215406"/>
                <a:gd name="connsiteY78" fmla="*/ 200277 h 235921"/>
                <a:gd name="connsiteX79" fmla="*/ 202985 w 215406"/>
                <a:gd name="connsiteY79" fmla="*/ 204380 h 235921"/>
                <a:gd name="connsiteX80" fmla="*/ 208113 w 215406"/>
                <a:gd name="connsiteY80" fmla="*/ 209508 h 235921"/>
                <a:gd name="connsiteX81" fmla="*/ 213242 w 215406"/>
                <a:gd name="connsiteY81" fmla="*/ 219766 h 235921"/>
                <a:gd name="connsiteX82" fmla="*/ 206575 w 215406"/>
                <a:gd name="connsiteY82" fmla="*/ 229510 h 235921"/>
                <a:gd name="connsiteX83" fmla="*/ 194778 w 215406"/>
                <a:gd name="connsiteY83" fmla="*/ 228485 h 235921"/>
                <a:gd name="connsiteX84" fmla="*/ 186060 w 215406"/>
                <a:gd name="connsiteY84" fmla="*/ 225920 h 235921"/>
                <a:gd name="connsiteX85" fmla="*/ 173751 w 215406"/>
                <a:gd name="connsiteY85" fmla="*/ 224382 h 235921"/>
                <a:gd name="connsiteX86" fmla="*/ 164006 w 215406"/>
                <a:gd name="connsiteY86" fmla="*/ 218227 h 235921"/>
                <a:gd name="connsiteX87" fmla="*/ 153749 w 215406"/>
                <a:gd name="connsiteY87" fmla="*/ 216688 h 235921"/>
                <a:gd name="connsiteX88" fmla="*/ 142466 w 215406"/>
                <a:gd name="connsiteY88" fmla="*/ 213611 h 235921"/>
                <a:gd name="connsiteX89" fmla="*/ 133747 w 215406"/>
                <a:gd name="connsiteY89" fmla="*/ 210534 h 235921"/>
                <a:gd name="connsiteX90" fmla="*/ 132208 w 215406"/>
                <a:gd name="connsiteY90" fmla="*/ 214124 h 235921"/>
                <a:gd name="connsiteX91" fmla="*/ 127080 w 215406"/>
                <a:gd name="connsiteY91" fmla="*/ 217201 h 235921"/>
                <a:gd name="connsiteX92" fmla="*/ 126566 w 215406"/>
                <a:gd name="connsiteY92" fmla="*/ 218227 h 235921"/>
                <a:gd name="connsiteX93" fmla="*/ 125028 w 215406"/>
                <a:gd name="connsiteY93" fmla="*/ 220279 h 235921"/>
                <a:gd name="connsiteX94" fmla="*/ 126566 w 215406"/>
                <a:gd name="connsiteY94" fmla="*/ 225920 h 235921"/>
                <a:gd name="connsiteX95" fmla="*/ 121951 w 215406"/>
                <a:gd name="connsiteY95" fmla="*/ 233100 h 235921"/>
                <a:gd name="connsiteX96" fmla="*/ 112206 w 215406"/>
                <a:gd name="connsiteY96" fmla="*/ 236178 h 235921"/>
                <a:gd name="connsiteX97" fmla="*/ 99384 w 215406"/>
                <a:gd name="connsiteY97" fmla="*/ 234126 h 235921"/>
                <a:gd name="connsiteX98" fmla="*/ 86050 w 215406"/>
                <a:gd name="connsiteY98" fmla="*/ 226433 h 235921"/>
                <a:gd name="connsiteX99" fmla="*/ 78869 w 215406"/>
                <a:gd name="connsiteY99" fmla="*/ 216176 h 235921"/>
                <a:gd name="connsiteX100" fmla="*/ 77331 w 215406"/>
                <a:gd name="connsiteY100" fmla="*/ 214637 h 235921"/>
                <a:gd name="connsiteX101" fmla="*/ 75279 w 215406"/>
                <a:gd name="connsiteY101" fmla="*/ 212073 h 235921"/>
                <a:gd name="connsiteX102" fmla="*/ 68612 w 215406"/>
                <a:gd name="connsiteY102" fmla="*/ 205918 h 235921"/>
                <a:gd name="connsiteX103" fmla="*/ 67586 w 215406"/>
                <a:gd name="connsiteY103" fmla="*/ 200789 h 235921"/>
                <a:gd name="connsiteX104" fmla="*/ 70151 w 215406"/>
                <a:gd name="connsiteY104" fmla="*/ 196174 h 235921"/>
                <a:gd name="connsiteX105" fmla="*/ 72715 w 215406"/>
                <a:gd name="connsiteY105" fmla="*/ 184890 h 235921"/>
                <a:gd name="connsiteX106" fmla="*/ 75792 w 215406"/>
                <a:gd name="connsiteY106" fmla="*/ 178736 h 235921"/>
                <a:gd name="connsiteX107" fmla="*/ 77844 w 215406"/>
                <a:gd name="connsiteY107" fmla="*/ 179762 h 235921"/>
                <a:gd name="connsiteX108" fmla="*/ 84511 w 215406"/>
                <a:gd name="connsiteY108" fmla="*/ 177710 h 235921"/>
                <a:gd name="connsiteX109" fmla="*/ 90665 w 215406"/>
                <a:gd name="connsiteY109" fmla="*/ 172069 h 235921"/>
                <a:gd name="connsiteX110" fmla="*/ 92204 w 215406"/>
                <a:gd name="connsiteY110" fmla="*/ 163863 h 235921"/>
                <a:gd name="connsiteX111" fmla="*/ 96820 w 215406"/>
                <a:gd name="connsiteY111" fmla="*/ 153605 h 235921"/>
                <a:gd name="connsiteX112" fmla="*/ 93230 w 215406"/>
                <a:gd name="connsiteY112" fmla="*/ 148989 h 235921"/>
                <a:gd name="connsiteX113" fmla="*/ 92204 w 215406"/>
                <a:gd name="connsiteY113" fmla="*/ 148989 h 235921"/>
                <a:gd name="connsiteX114" fmla="*/ 91178 w 215406"/>
                <a:gd name="connsiteY114" fmla="*/ 151554 h 235921"/>
                <a:gd name="connsiteX115" fmla="*/ 87588 w 215406"/>
                <a:gd name="connsiteY115" fmla="*/ 158221 h 235921"/>
                <a:gd name="connsiteX116" fmla="*/ 85024 w 215406"/>
                <a:gd name="connsiteY116" fmla="*/ 159247 h 235921"/>
                <a:gd name="connsiteX117" fmla="*/ 83998 w 215406"/>
                <a:gd name="connsiteY117" fmla="*/ 159760 h 235921"/>
                <a:gd name="connsiteX118" fmla="*/ 80408 w 215406"/>
                <a:gd name="connsiteY118" fmla="*/ 159247 h 235921"/>
                <a:gd name="connsiteX119" fmla="*/ 76305 w 215406"/>
                <a:gd name="connsiteY119" fmla="*/ 157195 h 235921"/>
                <a:gd name="connsiteX120" fmla="*/ 78869 w 215406"/>
                <a:gd name="connsiteY120" fmla="*/ 159247 h 235921"/>
                <a:gd name="connsiteX121" fmla="*/ 84511 w 215406"/>
                <a:gd name="connsiteY121" fmla="*/ 160785 h 235921"/>
                <a:gd name="connsiteX122" fmla="*/ 86563 w 215406"/>
                <a:gd name="connsiteY122" fmla="*/ 162324 h 235921"/>
                <a:gd name="connsiteX123" fmla="*/ 83998 w 215406"/>
                <a:gd name="connsiteY123" fmla="*/ 162837 h 235921"/>
                <a:gd name="connsiteX124" fmla="*/ 82972 w 215406"/>
                <a:gd name="connsiteY124" fmla="*/ 163863 h 235921"/>
                <a:gd name="connsiteX125" fmla="*/ 79895 w 215406"/>
                <a:gd name="connsiteY125" fmla="*/ 165401 h 235921"/>
                <a:gd name="connsiteX126" fmla="*/ 75279 w 215406"/>
                <a:gd name="connsiteY126" fmla="*/ 163863 h 235921"/>
                <a:gd name="connsiteX127" fmla="*/ 74253 w 215406"/>
                <a:gd name="connsiteY127" fmla="*/ 163863 h 235921"/>
                <a:gd name="connsiteX128" fmla="*/ 71176 w 215406"/>
                <a:gd name="connsiteY128" fmla="*/ 163863 h 235921"/>
                <a:gd name="connsiteX129" fmla="*/ 67586 w 215406"/>
                <a:gd name="connsiteY129" fmla="*/ 164376 h 235921"/>
                <a:gd name="connsiteX130" fmla="*/ 65022 w 215406"/>
                <a:gd name="connsiteY130" fmla="*/ 165914 h 235921"/>
                <a:gd name="connsiteX131" fmla="*/ 71689 w 215406"/>
                <a:gd name="connsiteY131" fmla="*/ 165401 h 235921"/>
                <a:gd name="connsiteX132" fmla="*/ 72202 w 215406"/>
                <a:gd name="connsiteY132" fmla="*/ 166940 h 235921"/>
                <a:gd name="connsiteX133" fmla="*/ 74253 w 215406"/>
                <a:gd name="connsiteY133" fmla="*/ 168991 h 235921"/>
                <a:gd name="connsiteX134" fmla="*/ 76305 w 215406"/>
                <a:gd name="connsiteY134" fmla="*/ 173094 h 235921"/>
                <a:gd name="connsiteX135" fmla="*/ 73741 w 215406"/>
                <a:gd name="connsiteY135" fmla="*/ 172069 h 235921"/>
                <a:gd name="connsiteX136" fmla="*/ 70664 w 215406"/>
                <a:gd name="connsiteY136" fmla="*/ 170017 h 235921"/>
                <a:gd name="connsiteX137" fmla="*/ 65535 w 215406"/>
                <a:gd name="connsiteY137" fmla="*/ 172581 h 235921"/>
                <a:gd name="connsiteX138" fmla="*/ 67586 w 215406"/>
                <a:gd name="connsiteY138" fmla="*/ 174120 h 235921"/>
                <a:gd name="connsiteX139" fmla="*/ 66048 w 215406"/>
                <a:gd name="connsiteY139" fmla="*/ 177710 h 235921"/>
                <a:gd name="connsiteX140" fmla="*/ 60406 w 215406"/>
                <a:gd name="connsiteY140" fmla="*/ 176172 h 235921"/>
                <a:gd name="connsiteX141" fmla="*/ 59893 w 215406"/>
                <a:gd name="connsiteY141" fmla="*/ 182326 h 235921"/>
                <a:gd name="connsiteX142" fmla="*/ 63996 w 215406"/>
                <a:gd name="connsiteY142" fmla="*/ 189506 h 235921"/>
                <a:gd name="connsiteX143" fmla="*/ 67586 w 215406"/>
                <a:gd name="connsiteY143" fmla="*/ 195148 h 235921"/>
                <a:gd name="connsiteX144" fmla="*/ 65022 w 215406"/>
                <a:gd name="connsiteY144" fmla="*/ 199251 h 235921"/>
                <a:gd name="connsiteX145" fmla="*/ 60919 w 215406"/>
                <a:gd name="connsiteY145" fmla="*/ 202328 h 235921"/>
                <a:gd name="connsiteX146" fmla="*/ 54252 w 215406"/>
                <a:gd name="connsiteY146" fmla="*/ 199764 h 235921"/>
                <a:gd name="connsiteX147" fmla="*/ 50661 w 215406"/>
                <a:gd name="connsiteY147" fmla="*/ 193609 h 235921"/>
                <a:gd name="connsiteX148" fmla="*/ 53226 w 215406"/>
                <a:gd name="connsiteY148" fmla="*/ 187455 h 235921"/>
                <a:gd name="connsiteX149" fmla="*/ 50149 w 215406"/>
                <a:gd name="connsiteY149" fmla="*/ 186429 h 235921"/>
                <a:gd name="connsiteX150" fmla="*/ 45020 w 215406"/>
                <a:gd name="connsiteY150" fmla="*/ 186942 h 235921"/>
                <a:gd name="connsiteX151" fmla="*/ 42456 w 215406"/>
                <a:gd name="connsiteY151" fmla="*/ 187455 h 235921"/>
                <a:gd name="connsiteX152" fmla="*/ 40917 w 215406"/>
                <a:gd name="connsiteY152" fmla="*/ 182839 h 235921"/>
                <a:gd name="connsiteX153" fmla="*/ 41430 w 215406"/>
                <a:gd name="connsiteY153" fmla="*/ 178223 h 235921"/>
                <a:gd name="connsiteX154" fmla="*/ 39378 w 215406"/>
                <a:gd name="connsiteY154" fmla="*/ 180787 h 235921"/>
                <a:gd name="connsiteX155" fmla="*/ 36814 w 215406"/>
                <a:gd name="connsiteY155" fmla="*/ 185916 h 235921"/>
                <a:gd name="connsiteX156" fmla="*/ 34763 w 215406"/>
                <a:gd name="connsiteY156" fmla="*/ 183352 h 235921"/>
                <a:gd name="connsiteX157" fmla="*/ 30659 w 215406"/>
                <a:gd name="connsiteY157" fmla="*/ 180275 h 235921"/>
                <a:gd name="connsiteX158" fmla="*/ 28095 w 215406"/>
                <a:gd name="connsiteY158" fmla="*/ 178736 h 235921"/>
                <a:gd name="connsiteX159" fmla="*/ 23992 w 215406"/>
                <a:gd name="connsiteY159" fmla="*/ 178736 h 235921"/>
                <a:gd name="connsiteX160" fmla="*/ 17838 w 215406"/>
                <a:gd name="connsiteY160" fmla="*/ 174120 h 235921"/>
                <a:gd name="connsiteX161" fmla="*/ 19376 w 215406"/>
                <a:gd name="connsiteY161" fmla="*/ 171556 h 235921"/>
                <a:gd name="connsiteX162" fmla="*/ 21428 w 215406"/>
                <a:gd name="connsiteY162" fmla="*/ 173094 h 235921"/>
                <a:gd name="connsiteX163" fmla="*/ 26044 w 215406"/>
                <a:gd name="connsiteY163" fmla="*/ 172069 h 235921"/>
                <a:gd name="connsiteX164" fmla="*/ 33224 w 215406"/>
                <a:gd name="connsiteY164" fmla="*/ 174120 h 235921"/>
                <a:gd name="connsiteX165" fmla="*/ 36814 w 215406"/>
                <a:gd name="connsiteY165" fmla="*/ 175146 h 235921"/>
                <a:gd name="connsiteX166" fmla="*/ 38865 w 215406"/>
                <a:gd name="connsiteY166" fmla="*/ 177197 h 235921"/>
                <a:gd name="connsiteX167" fmla="*/ 38352 w 215406"/>
                <a:gd name="connsiteY167" fmla="*/ 172069 h 235921"/>
                <a:gd name="connsiteX168" fmla="*/ 36301 w 215406"/>
                <a:gd name="connsiteY168" fmla="*/ 168479 h 235921"/>
                <a:gd name="connsiteX169" fmla="*/ 36301 w 215406"/>
                <a:gd name="connsiteY169" fmla="*/ 163863 h 235921"/>
                <a:gd name="connsiteX170" fmla="*/ 33737 w 215406"/>
                <a:gd name="connsiteY170" fmla="*/ 163350 h 235921"/>
                <a:gd name="connsiteX171" fmla="*/ 30147 w 215406"/>
                <a:gd name="connsiteY171" fmla="*/ 162324 h 235921"/>
                <a:gd name="connsiteX172" fmla="*/ 24505 w 215406"/>
                <a:gd name="connsiteY172" fmla="*/ 162837 h 235921"/>
                <a:gd name="connsiteX173" fmla="*/ 16299 w 215406"/>
                <a:gd name="connsiteY173" fmla="*/ 159760 h 235921"/>
                <a:gd name="connsiteX174" fmla="*/ 13735 w 215406"/>
                <a:gd name="connsiteY174" fmla="*/ 153092 h 235921"/>
                <a:gd name="connsiteX175" fmla="*/ 12196 w 215406"/>
                <a:gd name="connsiteY175" fmla="*/ 151554 h 235921"/>
                <a:gd name="connsiteX176" fmla="*/ 11683 w 215406"/>
                <a:gd name="connsiteY176" fmla="*/ 148477 h 235921"/>
                <a:gd name="connsiteX177" fmla="*/ 6555 w 215406"/>
                <a:gd name="connsiteY177" fmla="*/ 140783 h 235921"/>
                <a:gd name="connsiteX178" fmla="*/ 3990 w 215406"/>
                <a:gd name="connsiteY178" fmla="*/ 133603 h 235921"/>
                <a:gd name="connsiteX179" fmla="*/ 4503 w 215406"/>
                <a:gd name="connsiteY179" fmla="*/ 130526 h 235921"/>
                <a:gd name="connsiteX180" fmla="*/ 3990 w 215406"/>
                <a:gd name="connsiteY180" fmla="*/ 124372 h 235921"/>
                <a:gd name="connsiteX181" fmla="*/ 7067 w 215406"/>
                <a:gd name="connsiteY181" fmla="*/ 120781 h 235921"/>
                <a:gd name="connsiteX182" fmla="*/ 12196 w 215406"/>
                <a:gd name="connsiteY182" fmla="*/ 118730 h 235921"/>
                <a:gd name="connsiteX183" fmla="*/ 18863 w 215406"/>
                <a:gd name="connsiteY183" fmla="*/ 113601 h 235921"/>
                <a:gd name="connsiteX184" fmla="*/ 25018 w 215406"/>
                <a:gd name="connsiteY184" fmla="*/ 111037 h 235921"/>
                <a:gd name="connsiteX185" fmla="*/ 21428 w 215406"/>
                <a:gd name="connsiteY185" fmla="*/ 106421 h 235921"/>
                <a:gd name="connsiteX186" fmla="*/ 23992 w 215406"/>
                <a:gd name="connsiteY186" fmla="*/ 104882 h 235921"/>
                <a:gd name="connsiteX187" fmla="*/ 26044 w 215406"/>
                <a:gd name="connsiteY187" fmla="*/ 103344 h 235921"/>
                <a:gd name="connsiteX188" fmla="*/ 26556 w 215406"/>
                <a:gd name="connsiteY188" fmla="*/ 94112 h 235921"/>
                <a:gd name="connsiteX189" fmla="*/ 28608 w 215406"/>
                <a:gd name="connsiteY189" fmla="*/ 90522 h 235921"/>
                <a:gd name="connsiteX190" fmla="*/ 26556 w 215406"/>
                <a:gd name="connsiteY190" fmla="*/ 87958 h 235921"/>
                <a:gd name="connsiteX191" fmla="*/ 28095 w 215406"/>
                <a:gd name="connsiteY191" fmla="*/ 79752 h 235921"/>
                <a:gd name="connsiteX192" fmla="*/ 26044 w 215406"/>
                <a:gd name="connsiteY192" fmla="*/ 73084 h 235921"/>
                <a:gd name="connsiteX193" fmla="*/ 28095 w 215406"/>
                <a:gd name="connsiteY193" fmla="*/ 70520 h 235921"/>
                <a:gd name="connsiteX194" fmla="*/ 30147 w 215406"/>
                <a:gd name="connsiteY194" fmla="*/ 67956 h 235921"/>
                <a:gd name="connsiteX195" fmla="*/ 31685 w 215406"/>
                <a:gd name="connsiteY195" fmla="*/ 67443 h 235921"/>
                <a:gd name="connsiteX196" fmla="*/ 30659 w 215406"/>
                <a:gd name="connsiteY196" fmla="*/ 64365 h 235921"/>
                <a:gd name="connsiteX197" fmla="*/ 32711 w 215406"/>
                <a:gd name="connsiteY197" fmla="*/ 62314 h 235921"/>
                <a:gd name="connsiteX198" fmla="*/ 29121 w 215406"/>
                <a:gd name="connsiteY198" fmla="*/ 60775 h 235921"/>
                <a:gd name="connsiteX199" fmla="*/ 28095 w 215406"/>
                <a:gd name="connsiteY199" fmla="*/ 57185 h 235921"/>
                <a:gd name="connsiteX200" fmla="*/ 26556 w 215406"/>
                <a:gd name="connsiteY200" fmla="*/ 53595 h 235921"/>
                <a:gd name="connsiteX201" fmla="*/ 27069 w 215406"/>
                <a:gd name="connsiteY201" fmla="*/ 47954 h 235921"/>
                <a:gd name="connsiteX202" fmla="*/ 28095 w 215406"/>
                <a:gd name="connsiteY202" fmla="*/ 42825 h 235921"/>
                <a:gd name="connsiteX203" fmla="*/ 28608 w 215406"/>
                <a:gd name="connsiteY203" fmla="*/ 40260 h 235921"/>
                <a:gd name="connsiteX204" fmla="*/ 27582 w 215406"/>
                <a:gd name="connsiteY204" fmla="*/ 35645 h 235921"/>
                <a:gd name="connsiteX205" fmla="*/ 27069 w 215406"/>
                <a:gd name="connsiteY205" fmla="*/ 32567 h 235921"/>
                <a:gd name="connsiteX206" fmla="*/ 31172 w 215406"/>
                <a:gd name="connsiteY206" fmla="*/ 28464 h 235921"/>
                <a:gd name="connsiteX207" fmla="*/ 34249 w 215406"/>
                <a:gd name="connsiteY207" fmla="*/ 23336 h 235921"/>
                <a:gd name="connsiteX208" fmla="*/ 39378 w 215406"/>
                <a:gd name="connsiteY208" fmla="*/ 23849 h 235921"/>
                <a:gd name="connsiteX209" fmla="*/ 44507 w 215406"/>
                <a:gd name="connsiteY209" fmla="*/ 22310 h 235921"/>
                <a:gd name="connsiteX210" fmla="*/ 45533 w 215406"/>
                <a:gd name="connsiteY210" fmla="*/ 21284 h 235921"/>
                <a:gd name="connsiteX211" fmla="*/ 46559 w 215406"/>
                <a:gd name="connsiteY211" fmla="*/ 19233 h 235921"/>
                <a:gd name="connsiteX212" fmla="*/ 47584 w 215406"/>
                <a:gd name="connsiteY212" fmla="*/ 18207 h 235921"/>
                <a:gd name="connsiteX213" fmla="*/ 85024 w 215406"/>
                <a:gd name="connsiteY213" fmla="*/ 6411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215406" h="235921">
                  <a:moveTo>
                    <a:pt x="85024" y="6411"/>
                  </a:moveTo>
                  <a:cubicBezTo>
                    <a:pt x="95794" y="4872"/>
                    <a:pt x="104513" y="4359"/>
                    <a:pt x="104513" y="5385"/>
                  </a:cubicBezTo>
                  <a:cubicBezTo>
                    <a:pt x="105026" y="5898"/>
                    <a:pt x="106565" y="7437"/>
                    <a:pt x="107590" y="6924"/>
                  </a:cubicBezTo>
                  <a:cubicBezTo>
                    <a:pt x="108103" y="6411"/>
                    <a:pt x="110154" y="3847"/>
                    <a:pt x="111180" y="3847"/>
                  </a:cubicBezTo>
                  <a:cubicBezTo>
                    <a:pt x="112719" y="3847"/>
                    <a:pt x="117848" y="4359"/>
                    <a:pt x="119899" y="4872"/>
                  </a:cubicBezTo>
                  <a:cubicBezTo>
                    <a:pt x="121951" y="5385"/>
                    <a:pt x="127592" y="9488"/>
                    <a:pt x="129131" y="11027"/>
                  </a:cubicBezTo>
                  <a:cubicBezTo>
                    <a:pt x="130157" y="12565"/>
                    <a:pt x="133747" y="17694"/>
                    <a:pt x="133747" y="18720"/>
                  </a:cubicBezTo>
                  <a:cubicBezTo>
                    <a:pt x="133747" y="19746"/>
                    <a:pt x="137337" y="23336"/>
                    <a:pt x="140927" y="24361"/>
                  </a:cubicBezTo>
                  <a:cubicBezTo>
                    <a:pt x="144517" y="25387"/>
                    <a:pt x="148107" y="31542"/>
                    <a:pt x="147081" y="32567"/>
                  </a:cubicBezTo>
                  <a:cubicBezTo>
                    <a:pt x="146056" y="33080"/>
                    <a:pt x="141440" y="32055"/>
                    <a:pt x="140414" y="32567"/>
                  </a:cubicBezTo>
                  <a:cubicBezTo>
                    <a:pt x="139388" y="33080"/>
                    <a:pt x="136824" y="33080"/>
                    <a:pt x="137850" y="33593"/>
                  </a:cubicBezTo>
                  <a:cubicBezTo>
                    <a:pt x="138876" y="34106"/>
                    <a:pt x="139901" y="36158"/>
                    <a:pt x="140414" y="36670"/>
                  </a:cubicBezTo>
                  <a:cubicBezTo>
                    <a:pt x="140927" y="37183"/>
                    <a:pt x="140414" y="38722"/>
                    <a:pt x="140927" y="39235"/>
                  </a:cubicBezTo>
                  <a:cubicBezTo>
                    <a:pt x="141440" y="39748"/>
                    <a:pt x="144004" y="40773"/>
                    <a:pt x="145030" y="40260"/>
                  </a:cubicBezTo>
                  <a:cubicBezTo>
                    <a:pt x="146056" y="40260"/>
                    <a:pt x="148620" y="39748"/>
                    <a:pt x="149646" y="40260"/>
                  </a:cubicBezTo>
                  <a:cubicBezTo>
                    <a:pt x="150672" y="40773"/>
                    <a:pt x="154262" y="40773"/>
                    <a:pt x="155800" y="41799"/>
                  </a:cubicBezTo>
                  <a:cubicBezTo>
                    <a:pt x="157339" y="42825"/>
                    <a:pt x="161442" y="46415"/>
                    <a:pt x="161442" y="46415"/>
                  </a:cubicBezTo>
                  <a:cubicBezTo>
                    <a:pt x="161442" y="46928"/>
                    <a:pt x="162468" y="48979"/>
                    <a:pt x="163493" y="51031"/>
                  </a:cubicBezTo>
                  <a:cubicBezTo>
                    <a:pt x="165032" y="52569"/>
                    <a:pt x="167596" y="58724"/>
                    <a:pt x="167083" y="60262"/>
                  </a:cubicBezTo>
                  <a:cubicBezTo>
                    <a:pt x="166058" y="61801"/>
                    <a:pt x="168622" y="64365"/>
                    <a:pt x="168622" y="63853"/>
                  </a:cubicBezTo>
                  <a:cubicBezTo>
                    <a:pt x="169135" y="63340"/>
                    <a:pt x="170674" y="63340"/>
                    <a:pt x="171699" y="63853"/>
                  </a:cubicBezTo>
                  <a:cubicBezTo>
                    <a:pt x="172725" y="64365"/>
                    <a:pt x="175802" y="68468"/>
                    <a:pt x="179392" y="70520"/>
                  </a:cubicBezTo>
                  <a:cubicBezTo>
                    <a:pt x="182982" y="72571"/>
                    <a:pt x="184008" y="79752"/>
                    <a:pt x="183495" y="79239"/>
                  </a:cubicBezTo>
                  <a:cubicBezTo>
                    <a:pt x="182982" y="79239"/>
                    <a:pt x="180931" y="79239"/>
                    <a:pt x="179392" y="79752"/>
                  </a:cubicBezTo>
                  <a:cubicBezTo>
                    <a:pt x="178367" y="80265"/>
                    <a:pt x="175802" y="81803"/>
                    <a:pt x="176315" y="82316"/>
                  </a:cubicBezTo>
                  <a:cubicBezTo>
                    <a:pt x="177341" y="82829"/>
                    <a:pt x="180931" y="84880"/>
                    <a:pt x="182470" y="84367"/>
                  </a:cubicBezTo>
                  <a:cubicBezTo>
                    <a:pt x="183495" y="84367"/>
                    <a:pt x="188111" y="82829"/>
                    <a:pt x="189650" y="82829"/>
                  </a:cubicBezTo>
                  <a:cubicBezTo>
                    <a:pt x="191189" y="82829"/>
                    <a:pt x="195291" y="85393"/>
                    <a:pt x="193240" y="86419"/>
                  </a:cubicBezTo>
                  <a:cubicBezTo>
                    <a:pt x="191189" y="87445"/>
                    <a:pt x="184521" y="89496"/>
                    <a:pt x="183495" y="89496"/>
                  </a:cubicBezTo>
                  <a:cubicBezTo>
                    <a:pt x="182470" y="89496"/>
                    <a:pt x="179392" y="87958"/>
                    <a:pt x="178879" y="87445"/>
                  </a:cubicBezTo>
                  <a:cubicBezTo>
                    <a:pt x="178367" y="86932"/>
                    <a:pt x="175802" y="85906"/>
                    <a:pt x="174777" y="85393"/>
                  </a:cubicBezTo>
                  <a:cubicBezTo>
                    <a:pt x="173751" y="85393"/>
                    <a:pt x="170674" y="86419"/>
                    <a:pt x="170161" y="85906"/>
                  </a:cubicBezTo>
                  <a:cubicBezTo>
                    <a:pt x="169648" y="85393"/>
                    <a:pt x="167083" y="85393"/>
                    <a:pt x="166570" y="86419"/>
                  </a:cubicBezTo>
                  <a:cubicBezTo>
                    <a:pt x="166058" y="87958"/>
                    <a:pt x="162981" y="88470"/>
                    <a:pt x="162468" y="87958"/>
                  </a:cubicBezTo>
                  <a:cubicBezTo>
                    <a:pt x="161955" y="87445"/>
                    <a:pt x="158877" y="86932"/>
                    <a:pt x="157852" y="86932"/>
                  </a:cubicBezTo>
                  <a:cubicBezTo>
                    <a:pt x="156313" y="86932"/>
                    <a:pt x="152723" y="88470"/>
                    <a:pt x="152723" y="89496"/>
                  </a:cubicBezTo>
                  <a:cubicBezTo>
                    <a:pt x="152723" y="90522"/>
                    <a:pt x="153236" y="94625"/>
                    <a:pt x="153749" y="95651"/>
                  </a:cubicBezTo>
                  <a:cubicBezTo>
                    <a:pt x="154262" y="96676"/>
                    <a:pt x="157852" y="99241"/>
                    <a:pt x="158365" y="99754"/>
                  </a:cubicBezTo>
                  <a:cubicBezTo>
                    <a:pt x="158877" y="100267"/>
                    <a:pt x="157852" y="102318"/>
                    <a:pt x="158365" y="102831"/>
                  </a:cubicBezTo>
                  <a:cubicBezTo>
                    <a:pt x="158877" y="102831"/>
                    <a:pt x="159903" y="103857"/>
                    <a:pt x="159903" y="104369"/>
                  </a:cubicBezTo>
                  <a:cubicBezTo>
                    <a:pt x="159903" y="104882"/>
                    <a:pt x="160929" y="106934"/>
                    <a:pt x="162981" y="108472"/>
                  </a:cubicBezTo>
                  <a:cubicBezTo>
                    <a:pt x="165032" y="110011"/>
                    <a:pt x="170161" y="114627"/>
                    <a:pt x="170161" y="115653"/>
                  </a:cubicBezTo>
                  <a:cubicBezTo>
                    <a:pt x="169648" y="116678"/>
                    <a:pt x="167596" y="117191"/>
                    <a:pt x="167083" y="117191"/>
                  </a:cubicBezTo>
                  <a:cubicBezTo>
                    <a:pt x="166570" y="116678"/>
                    <a:pt x="163493" y="116166"/>
                    <a:pt x="162468" y="116166"/>
                  </a:cubicBezTo>
                  <a:cubicBezTo>
                    <a:pt x="161442" y="116166"/>
                    <a:pt x="156826" y="116678"/>
                    <a:pt x="154774" y="116166"/>
                  </a:cubicBezTo>
                  <a:cubicBezTo>
                    <a:pt x="152723" y="115653"/>
                    <a:pt x="147594" y="116166"/>
                    <a:pt x="146569" y="116166"/>
                  </a:cubicBezTo>
                  <a:cubicBezTo>
                    <a:pt x="146056" y="116166"/>
                    <a:pt x="142978" y="115140"/>
                    <a:pt x="142466" y="116166"/>
                  </a:cubicBezTo>
                  <a:cubicBezTo>
                    <a:pt x="141953" y="116678"/>
                    <a:pt x="139388" y="117191"/>
                    <a:pt x="139388" y="117191"/>
                  </a:cubicBezTo>
                  <a:cubicBezTo>
                    <a:pt x="138876" y="116678"/>
                    <a:pt x="136824" y="116678"/>
                    <a:pt x="133747" y="117191"/>
                  </a:cubicBezTo>
                  <a:cubicBezTo>
                    <a:pt x="133747" y="117191"/>
                    <a:pt x="133747" y="117191"/>
                    <a:pt x="132721" y="121294"/>
                  </a:cubicBezTo>
                  <a:cubicBezTo>
                    <a:pt x="132208" y="122320"/>
                    <a:pt x="132208" y="122320"/>
                    <a:pt x="132208" y="122320"/>
                  </a:cubicBezTo>
                  <a:cubicBezTo>
                    <a:pt x="131182" y="122320"/>
                    <a:pt x="130669" y="123346"/>
                    <a:pt x="130669" y="124372"/>
                  </a:cubicBezTo>
                  <a:cubicBezTo>
                    <a:pt x="131182" y="125397"/>
                    <a:pt x="129131" y="128987"/>
                    <a:pt x="128618" y="128987"/>
                  </a:cubicBezTo>
                  <a:cubicBezTo>
                    <a:pt x="128105" y="128987"/>
                    <a:pt x="124002" y="128987"/>
                    <a:pt x="121951" y="129500"/>
                  </a:cubicBezTo>
                  <a:cubicBezTo>
                    <a:pt x="119386" y="130013"/>
                    <a:pt x="114258" y="133090"/>
                    <a:pt x="114258" y="133603"/>
                  </a:cubicBezTo>
                  <a:cubicBezTo>
                    <a:pt x="114258" y="134116"/>
                    <a:pt x="115283" y="135655"/>
                    <a:pt x="115796" y="135655"/>
                  </a:cubicBezTo>
                  <a:cubicBezTo>
                    <a:pt x="116822" y="135655"/>
                    <a:pt x="119386" y="134116"/>
                    <a:pt x="120412" y="134116"/>
                  </a:cubicBezTo>
                  <a:cubicBezTo>
                    <a:pt x="121951" y="134116"/>
                    <a:pt x="125541" y="134116"/>
                    <a:pt x="125028" y="133090"/>
                  </a:cubicBezTo>
                  <a:cubicBezTo>
                    <a:pt x="125028" y="132065"/>
                    <a:pt x="127080" y="129500"/>
                    <a:pt x="128618" y="129500"/>
                  </a:cubicBezTo>
                  <a:cubicBezTo>
                    <a:pt x="130157" y="129500"/>
                    <a:pt x="134260" y="130013"/>
                    <a:pt x="134773" y="131039"/>
                  </a:cubicBezTo>
                  <a:cubicBezTo>
                    <a:pt x="135285" y="132065"/>
                    <a:pt x="138876" y="134629"/>
                    <a:pt x="139388" y="135655"/>
                  </a:cubicBezTo>
                  <a:cubicBezTo>
                    <a:pt x="139901" y="136680"/>
                    <a:pt x="139901" y="140783"/>
                    <a:pt x="140414" y="141296"/>
                  </a:cubicBezTo>
                  <a:cubicBezTo>
                    <a:pt x="140927" y="141809"/>
                    <a:pt x="141440" y="144886"/>
                    <a:pt x="141440" y="147451"/>
                  </a:cubicBezTo>
                  <a:cubicBezTo>
                    <a:pt x="141440" y="150015"/>
                    <a:pt x="139388" y="156682"/>
                    <a:pt x="137337" y="156170"/>
                  </a:cubicBezTo>
                  <a:cubicBezTo>
                    <a:pt x="135285" y="156170"/>
                    <a:pt x="128105" y="156170"/>
                    <a:pt x="126054" y="156682"/>
                  </a:cubicBezTo>
                  <a:cubicBezTo>
                    <a:pt x="124002" y="156682"/>
                    <a:pt x="116822" y="157708"/>
                    <a:pt x="115283" y="157195"/>
                  </a:cubicBezTo>
                  <a:cubicBezTo>
                    <a:pt x="113745" y="156682"/>
                    <a:pt x="111693" y="157708"/>
                    <a:pt x="112719" y="157708"/>
                  </a:cubicBezTo>
                  <a:cubicBezTo>
                    <a:pt x="113745" y="158221"/>
                    <a:pt x="116822" y="159247"/>
                    <a:pt x="117848" y="159247"/>
                  </a:cubicBezTo>
                  <a:cubicBezTo>
                    <a:pt x="118873" y="158734"/>
                    <a:pt x="122976" y="158221"/>
                    <a:pt x="124515" y="157708"/>
                  </a:cubicBezTo>
                  <a:cubicBezTo>
                    <a:pt x="126054" y="157708"/>
                    <a:pt x="132721" y="159247"/>
                    <a:pt x="134260" y="158221"/>
                  </a:cubicBezTo>
                  <a:cubicBezTo>
                    <a:pt x="135798" y="157195"/>
                    <a:pt x="142466" y="157708"/>
                    <a:pt x="142978" y="156682"/>
                  </a:cubicBezTo>
                  <a:cubicBezTo>
                    <a:pt x="143491" y="155657"/>
                    <a:pt x="144004" y="152579"/>
                    <a:pt x="144004" y="151554"/>
                  </a:cubicBezTo>
                  <a:cubicBezTo>
                    <a:pt x="143491" y="150528"/>
                    <a:pt x="146056" y="147964"/>
                    <a:pt x="147594" y="148477"/>
                  </a:cubicBezTo>
                  <a:cubicBezTo>
                    <a:pt x="149133" y="148989"/>
                    <a:pt x="154262" y="152579"/>
                    <a:pt x="155800" y="155657"/>
                  </a:cubicBezTo>
                  <a:cubicBezTo>
                    <a:pt x="157852" y="158221"/>
                    <a:pt x="162468" y="165914"/>
                    <a:pt x="162981" y="166940"/>
                  </a:cubicBezTo>
                  <a:cubicBezTo>
                    <a:pt x="163493" y="167966"/>
                    <a:pt x="165032" y="171556"/>
                    <a:pt x="166570" y="172581"/>
                  </a:cubicBezTo>
                  <a:cubicBezTo>
                    <a:pt x="168109" y="173607"/>
                    <a:pt x="174264" y="178223"/>
                    <a:pt x="177854" y="179762"/>
                  </a:cubicBezTo>
                  <a:cubicBezTo>
                    <a:pt x="181444" y="181300"/>
                    <a:pt x="190675" y="187968"/>
                    <a:pt x="191701" y="190532"/>
                  </a:cubicBezTo>
                  <a:cubicBezTo>
                    <a:pt x="192727" y="193096"/>
                    <a:pt x="201446" y="199764"/>
                    <a:pt x="201446" y="200277"/>
                  </a:cubicBezTo>
                  <a:cubicBezTo>
                    <a:pt x="201446" y="201302"/>
                    <a:pt x="201959" y="203354"/>
                    <a:pt x="202985" y="204380"/>
                  </a:cubicBezTo>
                  <a:cubicBezTo>
                    <a:pt x="204010" y="204892"/>
                    <a:pt x="207600" y="207970"/>
                    <a:pt x="208113" y="209508"/>
                  </a:cubicBezTo>
                  <a:cubicBezTo>
                    <a:pt x="208626" y="211047"/>
                    <a:pt x="212729" y="217201"/>
                    <a:pt x="213242" y="219766"/>
                  </a:cubicBezTo>
                  <a:cubicBezTo>
                    <a:pt x="213755" y="222330"/>
                    <a:pt x="209139" y="230023"/>
                    <a:pt x="206575" y="229510"/>
                  </a:cubicBezTo>
                  <a:cubicBezTo>
                    <a:pt x="203497" y="228997"/>
                    <a:pt x="195804" y="228997"/>
                    <a:pt x="194778" y="228485"/>
                  </a:cubicBezTo>
                  <a:cubicBezTo>
                    <a:pt x="193753" y="227972"/>
                    <a:pt x="188624" y="226433"/>
                    <a:pt x="186060" y="225920"/>
                  </a:cubicBezTo>
                  <a:cubicBezTo>
                    <a:pt x="183495" y="225407"/>
                    <a:pt x="175802" y="225407"/>
                    <a:pt x="173751" y="224382"/>
                  </a:cubicBezTo>
                  <a:cubicBezTo>
                    <a:pt x="171699" y="223356"/>
                    <a:pt x="166058" y="218740"/>
                    <a:pt x="164006" y="218227"/>
                  </a:cubicBezTo>
                  <a:cubicBezTo>
                    <a:pt x="161955" y="217714"/>
                    <a:pt x="155800" y="217201"/>
                    <a:pt x="153749" y="216688"/>
                  </a:cubicBezTo>
                  <a:cubicBezTo>
                    <a:pt x="151697" y="216176"/>
                    <a:pt x="144517" y="214637"/>
                    <a:pt x="142466" y="213611"/>
                  </a:cubicBezTo>
                  <a:cubicBezTo>
                    <a:pt x="140927" y="212073"/>
                    <a:pt x="134260" y="210021"/>
                    <a:pt x="133747" y="210534"/>
                  </a:cubicBezTo>
                  <a:cubicBezTo>
                    <a:pt x="133747" y="211047"/>
                    <a:pt x="133234" y="213611"/>
                    <a:pt x="132208" y="214124"/>
                  </a:cubicBezTo>
                  <a:cubicBezTo>
                    <a:pt x="131182" y="214637"/>
                    <a:pt x="128618" y="217714"/>
                    <a:pt x="127080" y="217201"/>
                  </a:cubicBezTo>
                  <a:cubicBezTo>
                    <a:pt x="127080" y="217201"/>
                    <a:pt x="127080" y="217201"/>
                    <a:pt x="126566" y="218227"/>
                  </a:cubicBezTo>
                  <a:cubicBezTo>
                    <a:pt x="125028" y="220279"/>
                    <a:pt x="125028" y="220279"/>
                    <a:pt x="125028" y="220279"/>
                  </a:cubicBezTo>
                  <a:cubicBezTo>
                    <a:pt x="126566" y="221817"/>
                    <a:pt x="127592" y="224382"/>
                    <a:pt x="126566" y="225920"/>
                  </a:cubicBezTo>
                  <a:cubicBezTo>
                    <a:pt x="126054" y="227459"/>
                    <a:pt x="123489" y="232075"/>
                    <a:pt x="121951" y="233100"/>
                  </a:cubicBezTo>
                  <a:cubicBezTo>
                    <a:pt x="120412" y="234126"/>
                    <a:pt x="114258" y="236691"/>
                    <a:pt x="112206" y="236178"/>
                  </a:cubicBezTo>
                  <a:cubicBezTo>
                    <a:pt x="110154" y="236178"/>
                    <a:pt x="102461" y="235665"/>
                    <a:pt x="99384" y="234126"/>
                  </a:cubicBezTo>
                  <a:cubicBezTo>
                    <a:pt x="96307" y="232588"/>
                    <a:pt x="87075" y="227972"/>
                    <a:pt x="86050" y="226433"/>
                  </a:cubicBezTo>
                  <a:cubicBezTo>
                    <a:pt x="85024" y="224894"/>
                    <a:pt x="79895" y="219253"/>
                    <a:pt x="78869" y="216176"/>
                  </a:cubicBezTo>
                  <a:cubicBezTo>
                    <a:pt x="78869" y="216176"/>
                    <a:pt x="78869" y="216176"/>
                    <a:pt x="77331" y="214637"/>
                  </a:cubicBezTo>
                  <a:cubicBezTo>
                    <a:pt x="75279" y="212073"/>
                    <a:pt x="75279" y="212073"/>
                    <a:pt x="75279" y="212073"/>
                  </a:cubicBezTo>
                  <a:cubicBezTo>
                    <a:pt x="71689" y="210021"/>
                    <a:pt x="68612" y="206944"/>
                    <a:pt x="68612" y="205918"/>
                  </a:cubicBezTo>
                  <a:cubicBezTo>
                    <a:pt x="68612" y="204892"/>
                    <a:pt x="67073" y="201815"/>
                    <a:pt x="67586" y="200789"/>
                  </a:cubicBezTo>
                  <a:cubicBezTo>
                    <a:pt x="68099" y="200277"/>
                    <a:pt x="70151" y="197712"/>
                    <a:pt x="70151" y="196174"/>
                  </a:cubicBezTo>
                  <a:cubicBezTo>
                    <a:pt x="70151" y="194122"/>
                    <a:pt x="72715" y="186429"/>
                    <a:pt x="72715" y="184890"/>
                  </a:cubicBezTo>
                  <a:cubicBezTo>
                    <a:pt x="72715" y="183352"/>
                    <a:pt x="75279" y="178736"/>
                    <a:pt x="75792" y="178736"/>
                  </a:cubicBezTo>
                  <a:cubicBezTo>
                    <a:pt x="76818" y="178736"/>
                    <a:pt x="77331" y="180275"/>
                    <a:pt x="77844" y="179762"/>
                  </a:cubicBezTo>
                  <a:cubicBezTo>
                    <a:pt x="78357" y="179762"/>
                    <a:pt x="82460" y="179762"/>
                    <a:pt x="84511" y="177710"/>
                  </a:cubicBezTo>
                  <a:cubicBezTo>
                    <a:pt x="86563" y="176172"/>
                    <a:pt x="91691" y="173094"/>
                    <a:pt x="90665" y="172069"/>
                  </a:cubicBezTo>
                  <a:cubicBezTo>
                    <a:pt x="90153" y="171043"/>
                    <a:pt x="90665" y="166427"/>
                    <a:pt x="92204" y="163863"/>
                  </a:cubicBezTo>
                  <a:cubicBezTo>
                    <a:pt x="93743" y="161298"/>
                    <a:pt x="97846" y="154631"/>
                    <a:pt x="96820" y="153605"/>
                  </a:cubicBezTo>
                  <a:cubicBezTo>
                    <a:pt x="95794" y="152579"/>
                    <a:pt x="93743" y="149502"/>
                    <a:pt x="93230" y="148989"/>
                  </a:cubicBezTo>
                  <a:cubicBezTo>
                    <a:pt x="92717" y="148477"/>
                    <a:pt x="91178" y="148477"/>
                    <a:pt x="92204" y="148989"/>
                  </a:cubicBezTo>
                  <a:cubicBezTo>
                    <a:pt x="93230" y="149502"/>
                    <a:pt x="92204" y="152067"/>
                    <a:pt x="91178" y="151554"/>
                  </a:cubicBezTo>
                  <a:cubicBezTo>
                    <a:pt x="90665" y="151041"/>
                    <a:pt x="88101" y="154631"/>
                    <a:pt x="87588" y="158221"/>
                  </a:cubicBezTo>
                  <a:cubicBezTo>
                    <a:pt x="87588" y="158221"/>
                    <a:pt x="87588" y="158221"/>
                    <a:pt x="85024" y="159247"/>
                  </a:cubicBezTo>
                  <a:cubicBezTo>
                    <a:pt x="83998" y="159760"/>
                    <a:pt x="83998" y="159760"/>
                    <a:pt x="83998" y="159760"/>
                  </a:cubicBezTo>
                  <a:cubicBezTo>
                    <a:pt x="82972" y="159760"/>
                    <a:pt x="81434" y="159247"/>
                    <a:pt x="80408" y="159247"/>
                  </a:cubicBezTo>
                  <a:cubicBezTo>
                    <a:pt x="79895" y="158734"/>
                    <a:pt x="76818" y="157195"/>
                    <a:pt x="76305" y="157195"/>
                  </a:cubicBezTo>
                  <a:cubicBezTo>
                    <a:pt x="76305" y="157708"/>
                    <a:pt x="76818" y="158734"/>
                    <a:pt x="78869" y="159247"/>
                  </a:cubicBezTo>
                  <a:cubicBezTo>
                    <a:pt x="80408" y="159760"/>
                    <a:pt x="83998" y="161811"/>
                    <a:pt x="84511" y="160785"/>
                  </a:cubicBezTo>
                  <a:cubicBezTo>
                    <a:pt x="85024" y="159760"/>
                    <a:pt x="87075" y="161298"/>
                    <a:pt x="86563" y="162324"/>
                  </a:cubicBezTo>
                  <a:cubicBezTo>
                    <a:pt x="86050" y="163350"/>
                    <a:pt x="83998" y="162837"/>
                    <a:pt x="83998" y="162837"/>
                  </a:cubicBezTo>
                  <a:cubicBezTo>
                    <a:pt x="83998" y="162837"/>
                    <a:pt x="82972" y="162837"/>
                    <a:pt x="82972" y="163863"/>
                  </a:cubicBezTo>
                  <a:cubicBezTo>
                    <a:pt x="82460" y="164888"/>
                    <a:pt x="80408" y="165401"/>
                    <a:pt x="79895" y="165401"/>
                  </a:cubicBezTo>
                  <a:cubicBezTo>
                    <a:pt x="79382" y="164888"/>
                    <a:pt x="76305" y="164376"/>
                    <a:pt x="75279" y="163863"/>
                  </a:cubicBezTo>
                  <a:cubicBezTo>
                    <a:pt x="75279" y="163863"/>
                    <a:pt x="75279" y="163863"/>
                    <a:pt x="74253" y="163863"/>
                  </a:cubicBezTo>
                  <a:cubicBezTo>
                    <a:pt x="73741" y="163863"/>
                    <a:pt x="71689" y="163863"/>
                    <a:pt x="71176" y="163863"/>
                  </a:cubicBezTo>
                  <a:cubicBezTo>
                    <a:pt x="67586" y="164376"/>
                    <a:pt x="67586" y="164376"/>
                    <a:pt x="67586" y="164376"/>
                  </a:cubicBezTo>
                  <a:cubicBezTo>
                    <a:pt x="63996" y="165914"/>
                    <a:pt x="62971" y="166427"/>
                    <a:pt x="65022" y="165914"/>
                  </a:cubicBezTo>
                  <a:cubicBezTo>
                    <a:pt x="67073" y="165401"/>
                    <a:pt x="72715" y="164888"/>
                    <a:pt x="71689" y="165401"/>
                  </a:cubicBezTo>
                  <a:cubicBezTo>
                    <a:pt x="71176" y="165401"/>
                    <a:pt x="72202" y="167453"/>
                    <a:pt x="72202" y="166940"/>
                  </a:cubicBezTo>
                  <a:cubicBezTo>
                    <a:pt x="72715" y="166427"/>
                    <a:pt x="74253" y="168479"/>
                    <a:pt x="74253" y="168991"/>
                  </a:cubicBezTo>
                  <a:cubicBezTo>
                    <a:pt x="74253" y="170017"/>
                    <a:pt x="76818" y="172581"/>
                    <a:pt x="76305" y="173094"/>
                  </a:cubicBezTo>
                  <a:cubicBezTo>
                    <a:pt x="75792" y="173607"/>
                    <a:pt x="73228" y="172581"/>
                    <a:pt x="73741" y="172069"/>
                  </a:cubicBezTo>
                  <a:cubicBezTo>
                    <a:pt x="74253" y="171556"/>
                    <a:pt x="71689" y="170017"/>
                    <a:pt x="70664" y="170017"/>
                  </a:cubicBezTo>
                  <a:cubicBezTo>
                    <a:pt x="69125" y="170017"/>
                    <a:pt x="66048" y="173094"/>
                    <a:pt x="65535" y="172581"/>
                  </a:cubicBezTo>
                  <a:cubicBezTo>
                    <a:pt x="65022" y="172581"/>
                    <a:pt x="65022" y="173607"/>
                    <a:pt x="67586" y="174120"/>
                  </a:cubicBezTo>
                  <a:cubicBezTo>
                    <a:pt x="69638" y="174633"/>
                    <a:pt x="68099" y="178223"/>
                    <a:pt x="66048" y="177710"/>
                  </a:cubicBezTo>
                  <a:cubicBezTo>
                    <a:pt x="63996" y="177197"/>
                    <a:pt x="60406" y="175146"/>
                    <a:pt x="60406" y="176172"/>
                  </a:cubicBezTo>
                  <a:cubicBezTo>
                    <a:pt x="60919" y="177197"/>
                    <a:pt x="58867" y="180787"/>
                    <a:pt x="59893" y="182326"/>
                  </a:cubicBezTo>
                  <a:cubicBezTo>
                    <a:pt x="60919" y="183352"/>
                    <a:pt x="62457" y="188481"/>
                    <a:pt x="63996" y="189506"/>
                  </a:cubicBezTo>
                  <a:cubicBezTo>
                    <a:pt x="65535" y="190532"/>
                    <a:pt x="68612" y="194635"/>
                    <a:pt x="67586" y="195148"/>
                  </a:cubicBezTo>
                  <a:cubicBezTo>
                    <a:pt x="67073" y="195661"/>
                    <a:pt x="66048" y="199251"/>
                    <a:pt x="65022" y="199251"/>
                  </a:cubicBezTo>
                  <a:cubicBezTo>
                    <a:pt x="63996" y="199764"/>
                    <a:pt x="61945" y="202841"/>
                    <a:pt x="60919" y="202328"/>
                  </a:cubicBezTo>
                  <a:cubicBezTo>
                    <a:pt x="59893" y="201815"/>
                    <a:pt x="55790" y="200789"/>
                    <a:pt x="54252" y="199764"/>
                  </a:cubicBezTo>
                  <a:cubicBezTo>
                    <a:pt x="52713" y="198738"/>
                    <a:pt x="50149" y="195148"/>
                    <a:pt x="50661" y="193609"/>
                  </a:cubicBezTo>
                  <a:cubicBezTo>
                    <a:pt x="51174" y="191558"/>
                    <a:pt x="53739" y="187968"/>
                    <a:pt x="53226" y="187455"/>
                  </a:cubicBezTo>
                  <a:cubicBezTo>
                    <a:pt x="52713" y="186942"/>
                    <a:pt x="51174" y="185916"/>
                    <a:pt x="50149" y="186429"/>
                  </a:cubicBezTo>
                  <a:cubicBezTo>
                    <a:pt x="49123" y="186942"/>
                    <a:pt x="45533" y="186429"/>
                    <a:pt x="45020" y="186942"/>
                  </a:cubicBezTo>
                  <a:cubicBezTo>
                    <a:pt x="44507" y="187968"/>
                    <a:pt x="42968" y="188481"/>
                    <a:pt x="42456" y="187455"/>
                  </a:cubicBezTo>
                  <a:cubicBezTo>
                    <a:pt x="41943" y="186942"/>
                    <a:pt x="41430" y="183865"/>
                    <a:pt x="40917" y="182839"/>
                  </a:cubicBezTo>
                  <a:cubicBezTo>
                    <a:pt x="40404" y="181813"/>
                    <a:pt x="41430" y="178736"/>
                    <a:pt x="41430" y="178223"/>
                  </a:cubicBezTo>
                  <a:cubicBezTo>
                    <a:pt x="41430" y="177710"/>
                    <a:pt x="39891" y="178736"/>
                    <a:pt x="39378" y="180787"/>
                  </a:cubicBezTo>
                  <a:cubicBezTo>
                    <a:pt x="38865" y="182326"/>
                    <a:pt x="37327" y="186429"/>
                    <a:pt x="36814" y="185916"/>
                  </a:cubicBezTo>
                  <a:cubicBezTo>
                    <a:pt x="36814" y="185403"/>
                    <a:pt x="35788" y="183352"/>
                    <a:pt x="34763" y="183352"/>
                  </a:cubicBezTo>
                  <a:cubicBezTo>
                    <a:pt x="33737" y="183352"/>
                    <a:pt x="30659" y="180787"/>
                    <a:pt x="30659" y="180275"/>
                  </a:cubicBezTo>
                  <a:cubicBezTo>
                    <a:pt x="31172" y="179249"/>
                    <a:pt x="28608" y="178223"/>
                    <a:pt x="28095" y="178736"/>
                  </a:cubicBezTo>
                  <a:cubicBezTo>
                    <a:pt x="27582" y="179249"/>
                    <a:pt x="25018" y="179762"/>
                    <a:pt x="23992" y="178736"/>
                  </a:cubicBezTo>
                  <a:cubicBezTo>
                    <a:pt x="22966" y="177710"/>
                    <a:pt x="17838" y="175146"/>
                    <a:pt x="17838" y="174120"/>
                  </a:cubicBezTo>
                  <a:cubicBezTo>
                    <a:pt x="17838" y="173094"/>
                    <a:pt x="19376" y="171043"/>
                    <a:pt x="19376" y="171556"/>
                  </a:cubicBezTo>
                  <a:cubicBezTo>
                    <a:pt x="19889" y="172069"/>
                    <a:pt x="20915" y="173607"/>
                    <a:pt x="21428" y="173094"/>
                  </a:cubicBezTo>
                  <a:cubicBezTo>
                    <a:pt x="21941" y="173094"/>
                    <a:pt x="24505" y="172069"/>
                    <a:pt x="26044" y="172069"/>
                  </a:cubicBezTo>
                  <a:cubicBezTo>
                    <a:pt x="27582" y="172069"/>
                    <a:pt x="32711" y="174120"/>
                    <a:pt x="33224" y="174120"/>
                  </a:cubicBezTo>
                  <a:cubicBezTo>
                    <a:pt x="33737" y="173607"/>
                    <a:pt x="35788" y="174120"/>
                    <a:pt x="36814" y="175146"/>
                  </a:cubicBezTo>
                  <a:cubicBezTo>
                    <a:pt x="37840" y="176172"/>
                    <a:pt x="39891" y="178223"/>
                    <a:pt x="38865" y="177197"/>
                  </a:cubicBezTo>
                  <a:cubicBezTo>
                    <a:pt x="37840" y="176172"/>
                    <a:pt x="38865" y="172581"/>
                    <a:pt x="38352" y="172069"/>
                  </a:cubicBezTo>
                  <a:cubicBezTo>
                    <a:pt x="37840" y="171556"/>
                    <a:pt x="36301" y="168991"/>
                    <a:pt x="36301" y="168479"/>
                  </a:cubicBezTo>
                  <a:cubicBezTo>
                    <a:pt x="36301" y="167453"/>
                    <a:pt x="36814" y="164376"/>
                    <a:pt x="36301" y="163863"/>
                  </a:cubicBezTo>
                  <a:cubicBezTo>
                    <a:pt x="35788" y="163350"/>
                    <a:pt x="34249" y="164376"/>
                    <a:pt x="33737" y="163350"/>
                  </a:cubicBezTo>
                  <a:cubicBezTo>
                    <a:pt x="33224" y="162837"/>
                    <a:pt x="30659" y="160785"/>
                    <a:pt x="30147" y="162324"/>
                  </a:cubicBezTo>
                  <a:cubicBezTo>
                    <a:pt x="29634" y="163350"/>
                    <a:pt x="26044" y="163350"/>
                    <a:pt x="24505" y="162837"/>
                  </a:cubicBezTo>
                  <a:cubicBezTo>
                    <a:pt x="22966" y="162324"/>
                    <a:pt x="18351" y="160785"/>
                    <a:pt x="16299" y="159760"/>
                  </a:cubicBezTo>
                  <a:cubicBezTo>
                    <a:pt x="14760" y="158221"/>
                    <a:pt x="14248" y="153605"/>
                    <a:pt x="13735" y="153092"/>
                  </a:cubicBezTo>
                  <a:cubicBezTo>
                    <a:pt x="13222" y="153092"/>
                    <a:pt x="12196" y="152067"/>
                    <a:pt x="12196" y="151554"/>
                  </a:cubicBezTo>
                  <a:cubicBezTo>
                    <a:pt x="12196" y="151041"/>
                    <a:pt x="12709" y="150015"/>
                    <a:pt x="11683" y="148477"/>
                  </a:cubicBezTo>
                  <a:cubicBezTo>
                    <a:pt x="10658" y="147451"/>
                    <a:pt x="7067" y="142835"/>
                    <a:pt x="6555" y="140783"/>
                  </a:cubicBezTo>
                  <a:cubicBezTo>
                    <a:pt x="6042" y="138732"/>
                    <a:pt x="3990" y="134116"/>
                    <a:pt x="3990" y="133603"/>
                  </a:cubicBezTo>
                  <a:cubicBezTo>
                    <a:pt x="3990" y="133090"/>
                    <a:pt x="4503" y="132065"/>
                    <a:pt x="4503" y="130526"/>
                  </a:cubicBezTo>
                  <a:cubicBezTo>
                    <a:pt x="4503" y="128987"/>
                    <a:pt x="3477" y="125397"/>
                    <a:pt x="3990" y="124372"/>
                  </a:cubicBezTo>
                  <a:cubicBezTo>
                    <a:pt x="4503" y="123346"/>
                    <a:pt x="6042" y="120781"/>
                    <a:pt x="7067" y="120781"/>
                  </a:cubicBezTo>
                  <a:cubicBezTo>
                    <a:pt x="8093" y="120269"/>
                    <a:pt x="11170" y="119756"/>
                    <a:pt x="12196" y="118730"/>
                  </a:cubicBezTo>
                  <a:cubicBezTo>
                    <a:pt x="12709" y="117704"/>
                    <a:pt x="16812" y="115653"/>
                    <a:pt x="18863" y="113601"/>
                  </a:cubicBezTo>
                  <a:cubicBezTo>
                    <a:pt x="20402" y="111550"/>
                    <a:pt x="25018" y="112575"/>
                    <a:pt x="25018" y="111037"/>
                  </a:cubicBezTo>
                  <a:cubicBezTo>
                    <a:pt x="24505" y="109498"/>
                    <a:pt x="20915" y="106934"/>
                    <a:pt x="21428" y="106421"/>
                  </a:cubicBezTo>
                  <a:cubicBezTo>
                    <a:pt x="21941" y="105908"/>
                    <a:pt x="23479" y="104369"/>
                    <a:pt x="23992" y="104882"/>
                  </a:cubicBezTo>
                  <a:cubicBezTo>
                    <a:pt x="24505" y="105395"/>
                    <a:pt x="26556" y="104882"/>
                    <a:pt x="26044" y="103344"/>
                  </a:cubicBezTo>
                  <a:cubicBezTo>
                    <a:pt x="25531" y="101805"/>
                    <a:pt x="25531" y="96164"/>
                    <a:pt x="26556" y="94112"/>
                  </a:cubicBezTo>
                  <a:cubicBezTo>
                    <a:pt x="27069" y="92573"/>
                    <a:pt x="29121" y="89496"/>
                    <a:pt x="28608" y="90522"/>
                  </a:cubicBezTo>
                  <a:cubicBezTo>
                    <a:pt x="28095" y="91035"/>
                    <a:pt x="25531" y="88983"/>
                    <a:pt x="26556" y="87958"/>
                  </a:cubicBezTo>
                  <a:cubicBezTo>
                    <a:pt x="27582" y="86932"/>
                    <a:pt x="29121" y="81290"/>
                    <a:pt x="28095" y="79752"/>
                  </a:cubicBezTo>
                  <a:cubicBezTo>
                    <a:pt x="27582" y="78213"/>
                    <a:pt x="25531" y="73597"/>
                    <a:pt x="26044" y="73084"/>
                  </a:cubicBezTo>
                  <a:cubicBezTo>
                    <a:pt x="26556" y="72571"/>
                    <a:pt x="28608" y="71546"/>
                    <a:pt x="28095" y="70520"/>
                  </a:cubicBezTo>
                  <a:cubicBezTo>
                    <a:pt x="27582" y="70007"/>
                    <a:pt x="29121" y="67956"/>
                    <a:pt x="30147" y="67956"/>
                  </a:cubicBezTo>
                  <a:cubicBezTo>
                    <a:pt x="31172" y="68468"/>
                    <a:pt x="32198" y="67956"/>
                    <a:pt x="31685" y="67443"/>
                  </a:cubicBezTo>
                  <a:cubicBezTo>
                    <a:pt x="31172" y="66930"/>
                    <a:pt x="30147" y="64878"/>
                    <a:pt x="30659" y="64365"/>
                  </a:cubicBezTo>
                  <a:cubicBezTo>
                    <a:pt x="31685" y="63853"/>
                    <a:pt x="33737" y="61801"/>
                    <a:pt x="32711" y="62314"/>
                  </a:cubicBezTo>
                  <a:cubicBezTo>
                    <a:pt x="32198" y="62827"/>
                    <a:pt x="29121" y="61801"/>
                    <a:pt x="29121" y="60775"/>
                  </a:cubicBezTo>
                  <a:cubicBezTo>
                    <a:pt x="29121" y="60262"/>
                    <a:pt x="28608" y="57698"/>
                    <a:pt x="28095" y="57185"/>
                  </a:cubicBezTo>
                  <a:cubicBezTo>
                    <a:pt x="27582" y="56672"/>
                    <a:pt x="26556" y="54108"/>
                    <a:pt x="26556" y="53595"/>
                  </a:cubicBezTo>
                  <a:cubicBezTo>
                    <a:pt x="26556" y="52569"/>
                    <a:pt x="26556" y="49492"/>
                    <a:pt x="27069" y="47954"/>
                  </a:cubicBezTo>
                  <a:cubicBezTo>
                    <a:pt x="27582" y="46415"/>
                    <a:pt x="27582" y="42825"/>
                    <a:pt x="28095" y="42825"/>
                  </a:cubicBezTo>
                  <a:cubicBezTo>
                    <a:pt x="28608" y="42825"/>
                    <a:pt x="29121" y="41286"/>
                    <a:pt x="28608" y="40260"/>
                  </a:cubicBezTo>
                  <a:cubicBezTo>
                    <a:pt x="28095" y="39748"/>
                    <a:pt x="29121" y="36158"/>
                    <a:pt x="27582" y="35645"/>
                  </a:cubicBezTo>
                  <a:cubicBezTo>
                    <a:pt x="26556" y="35132"/>
                    <a:pt x="26556" y="32567"/>
                    <a:pt x="27069" y="32567"/>
                  </a:cubicBezTo>
                  <a:cubicBezTo>
                    <a:pt x="28095" y="32055"/>
                    <a:pt x="30147" y="30003"/>
                    <a:pt x="31172" y="28464"/>
                  </a:cubicBezTo>
                  <a:cubicBezTo>
                    <a:pt x="31685" y="26926"/>
                    <a:pt x="33224" y="23336"/>
                    <a:pt x="34249" y="23336"/>
                  </a:cubicBezTo>
                  <a:cubicBezTo>
                    <a:pt x="35275" y="22823"/>
                    <a:pt x="38865" y="23336"/>
                    <a:pt x="39378" y="23849"/>
                  </a:cubicBezTo>
                  <a:cubicBezTo>
                    <a:pt x="39891" y="24361"/>
                    <a:pt x="42968" y="24361"/>
                    <a:pt x="44507" y="22310"/>
                  </a:cubicBezTo>
                  <a:cubicBezTo>
                    <a:pt x="44507" y="22310"/>
                    <a:pt x="44507" y="22310"/>
                    <a:pt x="45533" y="21284"/>
                  </a:cubicBezTo>
                  <a:cubicBezTo>
                    <a:pt x="46045" y="20771"/>
                    <a:pt x="46045" y="19746"/>
                    <a:pt x="46559" y="19233"/>
                  </a:cubicBezTo>
                  <a:cubicBezTo>
                    <a:pt x="47584" y="18207"/>
                    <a:pt x="47584" y="18207"/>
                    <a:pt x="47584" y="18207"/>
                  </a:cubicBezTo>
                  <a:cubicBezTo>
                    <a:pt x="47071" y="16668"/>
                    <a:pt x="74767" y="7437"/>
                    <a:pt x="85024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2691"/>
            <p:cNvSpPr/>
            <p:nvPr/>
          </p:nvSpPr>
          <p:spPr>
            <a:xfrm>
              <a:off x="6117224" y="4182198"/>
              <a:ext cx="15386" cy="10257"/>
            </a:xfrm>
            <a:custGeom>
              <a:avLst/>
              <a:gdLst>
                <a:gd name="connsiteX0" fmla="*/ 10001 w 15386"/>
                <a:gd name="connsiteY0" fmla="*/ 3986 h 10257"/>
                <a:gd name="connsiteX1" fmla="*/ 12565 w 15386"/>
                <a:gd name="connsiteY1" fmla="*/ 4499 h 10257"/>
                <a:gd name="connsiteX2" fmla="*/ 12052 w 15386"/>
                <a:gd name="connsiteY2" fmla="*/ 5012 h 10257"/>
                <a:gd name="connsiteX3" fmla="*/ 11540 w 15386"/>
                <a:gd name="connsiteY3" fmla="*/ 7576 h 10257"/>
                <a:gd name="connsiteX4" fmla="*/ 8462 w 15386"/>
                <a:gd name="connsiteY4" fmla="*/ 8602 h 10257"/>
                <a:gd name="connsiteX5" fmla="*/ 3847 w 15386"/>
                <a:gd name="connsiteY5" fmla="*/ 5012 h 10257"/>
                <a:gd name="connsiteX6" fmla="*/ 10001 w 15386"/>
                <a:gd name="connsiteY6" fmla="*/ 398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0257">
                  <a:moveTo>
                    <a:pt x="10001" y="3986"/>
                  </a:moveTo>
                  <a:cubicBezTo>
                    <a:pt x="11540" y="3986"/>
                    <a:pt x="12565" y="4499"/>
                    <a:pt x="12565" y="4499"/>
                  </a:cubicBezTo>
                  <a:cubicBezTo>
                    <a:pt x="12565" y="4499"/>
                    <a:pt x="12565" y="5012"/>
                    <a:pt x="12052" y="5012"/>
                  </a:cubicBezTo>
                  <a:cubicBezTo>
                    <a:pt x="11540" y="5012"/>
                    <a:pt x="11027" y="6551"/>
                    <a:pt x="11540" y="7576"/>
                  </a:cubicBezTo>
                  <a:cubicBezTo>
                    <a:pt x="12052" y="8602"/>
                    <a:pt x="9488" y="9115"/>
                    <a:pt x="8462" y="8602"/>
                  </a:cubicBezTo>
                  <a:cubicBezTo>
                    <a:pt x="7437" y="7576"/>
                    <a:pt x="3847" y="5525"/>
                    <a:pt x="3847" y="5012"/>
                  </a:cubicBezTo>
                  <a:cubicBezTo>
                    <a:pt x="4359" y="4499"/>
                    <a:pt x="8975" y="3473"/>
                    <a:pt x="10001" y="39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2692"/>
            <p:cNvSpPr/>
            <p:nvPr/>
          </p:nvSpPr>
          <p:spPr>
            <a:xfrm>
              <a:off x="6172189" y="4220565"/>
              <a:ext cx="15386" cy="15386"/>
            </a:xfrm>
            <a:custGeom>
              <a:avLst/>
              <a:gdLst>
                <a:gd name="connsiteX0" fmla="*/ 7862 w 15386"/>
                <a:gd name="connsiteY0" fmla="*/ 12290 h 15386"/>
                <a:gd name="connsiteX1" fmla="*/ 6323 w 15386"/>
                <a:gd name="connsiteY1" fmla="*/ 11777 h 15386"/>
                <a:gd name="connsiteX2" fmla="*/ 5297 w 15386"/>
                <a:gd name="connsiteY2" fmla="*/ 8187 h 15386"/>
                <a:gd name="connsiteX3" fmla="*/ 4271 w 15386"/>
                <a:gd name="connsiteY3" fmla="*/ 5110 h 15386"/>
                <a:gd name="connsiteX4" fmla="*/ 8887 w 15386"/>
                <a:gd name="connsiteY4" fmla="*/ 4084 h 15386"/>
                <a:gd name="connsiteX5" fmla="*/ 11965 w 15386"/>
                <a:gd name="connsiteY5" fmla="*/ 6649 h 15386"/>
                <a:gd name="connsiteX6" fmla="*/ 11965 w 15386"/>
                <a:gd name="connsiteY6" fmla="*/ 10752 h 15386"/>
                <a:gd name="connsiteX7" fmla="*/ 7862 w 15386"/>
                <a:gd name="connsiteY7" fmla="*/ 12290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86" h="15386">
                  <a:moveTo>
                    <a:pt x="7862" y="12290"/>
                  </a:moveTo>
                  <a:cubicBezTo>
                    <a:pt x="7862" y="12803"/>
                    <a:pt x="7349" y="12803"/>
                    <a:pt x="6323" y="11777"/>
                  </a:cubicBezTo>
                  <a:cubicBezTo>
                    <a:pt x="5810" y="10752"/>
                    <a:pt x="6323" y="8700"/>
                    <a:pt x="5297" y="8187"/>
                  </a:cubicBezTo>
                  <a:cubicBezTo>
                    <a:pt x="4271" y="7674"/>
                    <a:pt x="3246" y="5623"/>
                    <a:pt x="4271" y="5110"/>
                  </a:cubicBezTo>
                  <a:cubicBezTo>
                    <a:pt x="4784" y="4597"/>
                    <a:pt x="7862" y="4597"/>
                    <a:pt x="8887" y="4084"/>
                  </a:cubicBezTo>
                  <a:cubicBezTo>
                    <a:pt x="9400" y="3058"/>
                    <a:pt x="12477" y="5623"/>
                    <a:pt x="11965" y="6649"/>
                  </a:cubicBezTo>
                  <a:cubicBezTo>
                    <a:pt x="11452" y="7674"/>
                    <a:pt x="12477" y="10752"/>
                    <a:pt x="11965" y="10752"/>
                  </a:cubicBezTo>
                  <a:cubicBezTo>
                    <a:pt x="10939" y="10752"/>
                    <a:pt x="7862" y="11777"/>
                    <a:pt x="7862" y="1229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2693"/>
            <p:cNvSpPr/>
            <p:nvPr/>
          </p:nvSpPr>
          <p:spPr>
            <a:xfrm>
              <a:off x="6192927" y="4236776"/>
              <a:ext cx="15386" cy="15386"/>
            </a:xfrm>
            <a:custGeom>
              <a:avLst/>
              <a:gdLst>
                <a:gd name="connsiteX0" fmla="*/ 12254 w 15386"/>
                <a:gd name="connsiteY0" fmla="*/ 7876 h 15386"/>
                <a:gd name="connsiteX1" fmla="*/ 13792 w 15386"/>
                <a:gd name="connsiteY1" fmla="*/ 8388 h 15386"/>
                <a:gd name="connsiteX2" fmla="*/ 11741 w 15386"/>
                <a:gd name="connsiteY2" fmla="*/ 10953 h 15386"/>
                <a:gd name="connsiteX3" fmla="*/ 9176 w 15386"/>
                <a:gd name="connsiteY3" fmla="*/ 11466 h 15386"/>
                <a:gd name="connsiteX4" fmla="*/ 4048 w 15386"/>
                <a:gd name="connsiteY4" fmla="*/ 4285 h 15386"/>
                <a:gd name="connsiteX5" fmla="*/ 8664 w 15386"/>
                <a:gd name="connsiteY5" fmla="*/ 4798 h 15386"/>
                <a:gd name="connsiteX6" fmla="*/ 12254 w 15386"/>
                <a:gd name="connsiteY6" fmla="*/ 787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5386">
                  <a:moveTo>
                    <a:pt x="12254" y="7876"/>
                  </a:moveTo>
                  <a:cubicBezTo>
                    <a:pt x="13279" y="7876"/>
                    <a:pt x="14305" y="7876"/>
                    <a:pt x="13792" y="8388"/>
                  </a:cubicBezTo>
                  <a:cubicBezTo>
                    <a:pt x="13279" y="8901"/>
                    <a:pt x="11228" y="10440"/>
                    <a:pt x="11741" y="10953"/>
                  </a:cubicBezTo>
                  <a:cubicBezTo>
                    <a:pt x="12254" y="11466"/>
                    <a:pt x="12254" y="12491"/>
                    <a:pt x="9176" y="11466"/>
                  </a:cubicBezTo>
                  <a:cubicBezTo>
                    <a:pt x="6099" y="10953"/>
                    <a:pt x="3022" y="5311"/>
                    <a:pt x="4048" y="4285"/>
                  </a:cubicBezTo>
                  <a:cubicBezTo>
                    <a:pt x="5074" y="3260"/>
                    <a:pt x="8664" y="4285"/>
                    <a:pt x="8664" y="4798"/>
                  </a:cubicBezTo>
                  <a:cubicBezTo>
                    <a:pt x="8151" y="6337"/>
                    <a:pt x="10715" y="8388"/>
                    <a:pt x="12254" y="787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2694"/>
            <p:cNvSpPr/>
            <p:nvPr/>
          </p:nvSpPr>
          <p:spPr>
            <a:xfrm>
              <a:off x="6179761" y="4240155"/>
              <a:ext cx="25644" cy="25644"/>
            </a:xfrm>
            <a:custGeom>
              <a:avLst/>
              <a:gdLst>
                <a:gd name="connsiteX0" fmla="*/ 15162 w 25643"/>
                <a:gd name="connsiteY0" fmla="*/ 7060 h 25643"/>
                <a:gd name="connsiteX1" fmla="*/ 19266 w 25643"/>
                <a:gd name="connsiteY1" fmla="*/ 10137 h 25643"/>
                <a:gd name="connsiteX2" fmla="*/ 21830 w 25643"/>
                <a:gd name="connsiteY2" fmla="*/ 13728 h 25643"/>
                <a:gd name="connsiteX3" fmla="*/ 22343 w 25643"/>
                <a:gd name="connsiteY3" fmla="*/ 14240 h 25643"/>
                <a:gd name="connsiteX4" fmla="*/ 21317 w 25643"/>
                <a:gd name="connsiteY4" fmla="*/ 16805 h 25643"/>
                <a:gd name="connsiteX5" fmla="*/ 15675 w 25643"/>
                <a:gd name="connsiteY5" fmla="*/ 21933 h 25643"/>
                <a:gd name="connsiteX6" fmla="*/ 9521 w 25643"/>
                <a:gd name="connsiteY6" fmla="*/ 16292 h 25643"/>
                <a:gd name="connsiteX7" fmla="*/ 3879 w 25643"/>
                <a:gd name="connsiteY7" fmla="*/ 5522 h 25643"/>
                <a:gd name="connsiteX8" fmla="*/ 8495 w 25643"/>
                <a:gd name="connsiteY8" fmla="*/ 3983 h 25643"/>
                <a:gd name="connsiteX9" fmla="*/ 15162 w 25643"/>
                <a:gd name="connsiteY9" fmla="*/ 706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643" h="25643">
                  <a:moveTo>
                    <a:pt x="15162" y="7060"/>
                  </a:moveTo>
                  <a:cubicBezTo>
                    <a:pt x="16188" y="7573"/>
                    <a:pt x="18240" y="9112"/>
                    <a:pt x="19266" y="10137"/>
                  </a:cubicBezTo>
                  <a:cubicBezTo>
                    <a:pt x="20804" y="11163"/>
                    <a:pt x="21830" y="13728"/>
                    <a:pt x="21830" y="13728"/>
                  </a:cubicBezTo>
                  <a:cubicBezTo>
                    <a:pt x="21830" y="13728"/>
                    <a:pt x="22343" y="13728"/>
                    <a:pt x="22343" y="14240"/>
                  </a:cubicBezTo>
                  <a:cubicBezTo>
                    <a:pt x="22343" y="14753"/>
                    <a:pt x="22856" y="16292"/>
                    <a:pt x="21317" y="16805"/>
                  </a:cubicBezTo>
                  <a:cubicBezTo>
                    <a:pt x="20291" y="17318"/>
                    <a:pt x="17214" y="21933"/>
                    <a:pt x="15675" y="21933"/>
                  </a:cubicBezTo>
                  <a:cubicBezTo>
                    <a:pt x="14137" y="21933"/>
                    <a:pt x="10034" y="18856"/>
                    <a:pt x="9521" y="16292"/>
                  </a:cubicBezTo>
                  <a:cubicBezTo>
                    <a:pt x="9008" y="13215"/>
                    <a:pt x="3366" y="6547"/>
                    <a:pt x="3879" y="5522"/>
                  </a:cubicBezTo>
                  <a:cubicBezTo>
                    <a:pt x="4905" y="4496"/>
                    <a:pt x="7982" y="3470"/>
                    <a:pt x="8495" y="3983"/>
                  </a:cubicBezTo>
                  <a:cubicBezTo>
                    <a:pt x="10034" y="4496"/>
                    <a:pt x="13624" y="6547"/>
                    <a:pt x="15162" y="706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2695"/>
            <p:cNvSpPr/>
            <p:nvPr/>
          </p:nvSpPr>
          <p:spPr>
            <a:xfrm>
              <a:off x="6196206" y="4256092"/>
              <a:ext cx="15386" cy="15386"/>
            </a:xfrm>
            <a:custGeom>
              <a:avLst/>
              <a:gdLst>
                <a:gd name="connsiteX0" fmla="*/ 13591 w 15386"/>
                <a:gd name="connsiteY0" fmla="*/ 3946 h 15386"/>
                <a:gd name="connsiteX1" fmla="*/ 11540 w 15386"/>
                <a:gd name="connsiteY1" fmla="*/ 7023 h 15386"/>
                <a:gd name="connsiteX2" fmla="*/ 4360 w 15386"/>
                <a:gd name="connsiteY2" fmla="*/ 15229 h 15386"/>
                <a:gd name="connsiteX3" fmla="*/ 4872 w 15386"/>
                <a:gd name="connsiteY3" fmla="*/ 10613 h 15386"/>
                <a:gd name="connsiteX4" fmla="*/ 13591 w 15386"/>
                <a:gd name="connsiteY4" fmla="*/ 394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15386">
                  <a:moveTo>
                    <a:pt x="13591" y="3946"/>
                  </a:moveTo>
                  <a:cubicBezTo>
                    <a:pt x="14104" y="3433"/>
                    <a:pt x="13591" y="4972"/>
                    <a:pt x="11540" y="7023"/>
                  </a:cubicBezTo>
                  <a:cubicBezTo>
                    <a:pt x="9488" y="9075"/>
                    <a:pt x="5385" y="15742"/>
                    <a:pt x="4360" y="15229"/>
                  </a:cubicBezTo>
                  <a:cubicBezTo>
                    <a:pt x="3846" y="14716"/>
                    <a:pt x="3334" y="12152"/>
                    <a:pt x="4872" y="10613"/>
                  </a:cubicBezTo>
                  <a:cubicBezTo>
                    <a:pt x="6924" y="8562"/>
                    <a:pt x="12565" y="3946"/>
                    <a:pt x="13591" y="394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2696"/>
            <p:cNvSpPr/>
            <p:nvPr/>
          </p:nvSpPr>
          <p:spPr>
            <a:xfrm>
              <a:off x="6148874" y="4223321"/>
              <a:ext cx="10257" cy="10257"/>
            </a:xfrm>
            <a:custGeom>
              <a:avLst/>
              <a:gdLst>
                <a:gd name="connsiteX0" fmla="*/ 8610 w 10257"/>
                <a:gd name="connsiteY0" fmla="*/ 4919 h 10257"/>
                <a:gd name="connsiteX1" fmla="*/ 8097 w 10257"/>
                <a:gd name="connsiteY1" fmla="*/ 6457 h 10257"/>
                <a:gd name="connsiteX2" fmla="*/ 3994 w 10257"/>
                <a:gd name="connsiteY2" fmla="*/ 4406 h 10257"/>
                <a:gd name="connsiteX3" fmla="*/ 8610 w 10257"/>
                <a:gd name="connsiteY3" fmla="*/ 49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8610" y="4919"/>
                  </a:moveTo>
                  <a:cubicBezTo>
                    <a:pt x="9123" y="5944"/>
                    <a:pt x="9123" y="6457"/>
                    <a:pt x="8097" y="6457"/>
                  </a:cubicBezTo>
                  <a:cubicBezTo>
                    <a:pt x="7071" y="6457"/>
                    <a:pt x="4507" y="5431"/>
                    <a:pt x="3994" y="4406"/>
                  </a:cubicBezTo>
                  <a:cubicBezTo>
                    <a:pt x="2968" y="3380"/>
                    <a:pt x="7584" y="3893"/>
                    <a:pt x="8610" y="49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2697"/>
            <p:cNvSpPr/>
            <p:nvPr/>
          </p:nvSpPr>
          <p:spPr>
            <a:xfrm>
              <a:off x="6160683" y="4223346"/>
              <a:ext cx="10257" cy="10257"/>
            </a:xfrm>
            <a:custGeom>
              <a:avLst/>
              <a:gdLst>
                <a:gd name="connsiteX0" fmla="*/ 3981 w 10257"/>
                <a:gd name="connsiteY0" fmla="*/ 5406 h 10257"/>
                <a:gd name="connsiteX1" fmla="*/ 7572 w 10257"/>
                <a:gd name="connsiteY1" fmla="*/ 4380 h 10257"/>
                <a:gd name="connsiteX2" fmla="*/ 9110 w 10257"/>
                <a:gd name="connsiteY2" fmla="*/ 8483 h 10257"/>
                <a:gd name="connsiteX3" fmla="*/ 3981 w 10257"/>
                <a:gd name="connsiteY3" fmla="*/ 540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3981" y="5406"/>
                  </a:moveTo>
                  <a:cubicBezTo>
                    <a:pt x="5007" y="3867"/>
                    <a:pt x="6546" y="3354"/>
                    <a:pt x="7572" y="4380"/>
                  </a:cubicBezTo>
                  <a:cubicBezTo>
                    <a:pt x="8597" y="5406"/>
                    <a:pt x="10136" y="7970"/>
                    <a:pt x="9110" y="8483"/>
                  </a:cubicBezTo>
                  <a:cubicBezTo>
                    <a:pt x="8084" y="8996"/>
                    <a:pt x="2956" y="6945"/>
                    <a:pt x="3981" y="540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2698"/>
            <p:cNvSpPr/>
            <p:nvPr/>
          </p:nvSpPr>
          <p:spPr>
            <a:xfrm>
              <a:off x="6197714" y="4223367"/>
              <a:ext cx="10257" cy="10257"/>
            </a:xfrm>
            <a:custGeom>
              <a:avLst/>
              <a:gdLst>
                <a:gd name="connsiteX0" fmla="*/ 6442 w 10257"/>
                <a:gd name="connsiteY0" fmla="*/ 3847 h 10257"/>
                <a:gd name="connsiteX1" fmla="*/ 5416 w 10257"/>
                <a:gd name="connsiteY1" fmla="*/ 11027 h 10257"/>
                <a:gd name="connsiteX2" fmla="*/ 6442 w 10257"/>
                <a:gd name="connsiteY2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442" y="3847"/>
                  </a:moveTo>
                  <a:cubicBezTo>
                    <a:pt x="9006" y="5385"/>
                    <a:pt x="7980" y="9488"/>
                    <a:pt x="5416" y="11027"/>
                  </a:cubicBezTo>
                  <a:cubicBezTo>
                    <a:pt x="2338" y="10001"/>
                    <a:pt x="4390" y="5385"/>
                    <a:pt x="6442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2699"/>
            <p:cNvSpPr/>
            <p:nvPr/>
          </p:nvSpPr>
          <p:spPr>
            <a:xfrm>
              <a:off x="6124917" y="4184822"/>
              <a:ext cx="20515" cy="25644"/>
            </a:xfrm>
            <a:custGeom>
              <a:avLst/>
              <a:gdLst>
                <a:gd name="connsiteX0" fmla="*/ 20259 w 20514"/>
                <a:gd name="connsiteY0" fmla="*/ 14696 h 25643"/>
                <a:gd name="connsiteX1" fmla="*/ 19745 w 20514"/>
                <a:gd name="connsiteY1" fmla="*/ 18286 h 25643"/>
                <a:gd name="connsiteX2" fmla="*/ 19233 w 20514"/>
                <a:gd name="connsiteY2" fmla="*/ 21364 h 25643"/>
                <a:gd name="connsiteX3" fmla="*/ 20771 w 20514"/>
                <a:gd name="connsiteY3" fmla="*/ 25466 h 25643"/>
                <a:gd name="connsiteX4" fmla="*/ 17694 w 20514"/>
                <a:gd name="connsiteY4" fmla="*/ 23928 h 25643"/>
                <a:gd name="connsiteX5" fmla="*/ 18207 w 20514"/>
                <a:gd name="connsiteY5" fmla="*/ 23415 h 25643"/>
                <a:gd name="connsiteX6" fmla="*/ 15643 w 20514"/>
                <a:gd name="connsiteY6" fmla="*/ 21364 h 25643"/>
                <a:gd name="connsiteX7" fmla="*/ 14104 w 20514"/>
                <a:gd name="connsiteY7" fmla="*/ 14183 h 25643"/>
                <a:gd name="connsiteX8" fmla="*/ 12565 w 20514"/>
                <a:gd name="connsiteY8" fmla="*/ 9055 h 25643"/>
                <a:gd name="connsiteX9" fmla="*/ 9488 w 20514"/>
                <a:gd name="connsiteY9" fmla="*/ 7003 h 25643"/>
                <a:gd name="connsiteX10" fmla="*/ 3847 w 20514"/>
                <a:gd name="connsiteY10" fmla="*/ 4439 h 25643"/>
                <a:gd name="connsiteX11" fmla="*/ 8975 w 20514"/>
                <a:gd name="connsiteY11" fmla="*/ 4439 h 25643"/>
                <a:gd name="connsiteX12" fmla="*/ 20259 w 20514"/>
                <a:gd name="connsiteY12" fmla="*/ 14696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14" h="25643">
                  <a:moveTo>
                    <a:pt x="20259" y="14696"/>
                  </a:moveTo>
                  <a:cubicBezTo>
                    <a:pt x="20259" y="16748"/>
                    <a:pt x="20259" y="18286"/>
                    <a:pt x="19745" y="18286"/>
                  </a:cubicBezTo>
                  <a:cubicBezTo>
                    <a:pt x="19233" y="18286"/>
                    <a:pt x="19233" y="20338"/>
                    <a:pt x="19233" y="21364"/>
                  </a:cubicBezTo>
                  <a:cubicBezTo>
                    <a:pt x="19233" y="22389"/>
                    <a:pt x="21284" y="24954"/>
                    <a:pt x="20771" y="25466"/>
                  </a:cubicBezTo>
                  <a:cubicBezTo>
                    <a:pt x="19745" y="25979"/>
                    <a:pt x="17181" y="24441"/>
                    <a:pt x="17694" y="23928"/>
                  </a:cubicBezTo>
                  <a:cubicBezTo>
                    <a:pt x="18207" y="23415"/>
                    <a:pt x="18720" y="22389"/>
                    <a:pt x="18207" y="23415"/>
                  </a:cubicBezTo>
                  <a:cubicBezTo>
                    <a:pt x="18207" y="24441"/>
                    <a:pt x="15643" y="22902"/>
                    <a:pt x="15643" y="21364"/>
                  </a:cubicBezTo>
                  <a:cubicBezTo>
                    <a:pt x="15130" y="19825"/>
                    <a:pt x="14617" y="15209"/>
                    <a:pt x="14104" y="14183"/>
                  </a:cubicBezTo>
                  <a:cubicBezTo>
                    <a:pt x="13591" y="13158"/>
                    <a:pt x="13078" y="9567"/>
                    <a:pt x="12565" y="9055"/>
                  </a:cubicBezTo>
                  <a:cubicBezTo>
                    <a:pt x="12052" y="9055"/>
                    <a:pt x="11027" y="7516"/>
                    <a:pt x="9488" y="7003"/>
                  </a:cubicBezTo>
                  <a:cubicBezTo>
                    <a:pt x="7949" y="6490"/>
                    <a:pt x="3847" y="4952"/>
                    <a:pt x="3847" y="4439"/>
                  </a:cubicBezTo>
                  <a:cubicBezTo>
                    <a:pt x="4359" y="3926"/>
                    <a:pt x="6411" y="3413"/>
                    <a:pt x="8975" y="4439"/>
                  </a:cubicBezTo>
                  <a:cubicBezTo>
                    <a:pt x="12052" y="5464"/>
                    <a:pt x="20259" y="12645"/>
                    <a:pt x="20259" y="1469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2700"/>
            <p:cNvSpPr/>
            <p:nvPr/>
          </p:nvSpPr>
          <p:spPr>
            <a:xfrm>
              <a:off x="6108505" y="4180799"/>
              <a:ext cx="15386" cy="5129"/>
            </a:xfrm>
            <a:custGeom>
              <a:avLst/>
              <a:gdLst>
                <a:gd name="connsiteX0" fmla="*/ 3847 w 15386"/>
                <a:gd name="connsiteY0" fmla="*/ 3847 h 5128"/>
                <a:gd name="connsiteX1" fmla="*/ 11540 w 15386"/>
                <a:gd name="connsiteY1" fmla="*/ 4359 h 5128"/>
                <a:gd name="connsiteX2" fmla="*/ 3847 w 15386"/>
                <a:gd name="connsiteY2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86" h="5128">
                  <a:moveTo>
                    <a:pt x="3847" y="3847"/>
                  </a:moveTo>
                  <a:cubicBezTo>
                    <a:pt x="6411" y="3847"/>
                    <a:pt x="8975" y="4359"/>
                    <a:pt x="11540" y="4359"/>
                  </a:cubicBezTo>
                  <a:cubicBezTo>
                    <a:pt x="9488" y="5385"/>
                    <a:pt x="6924" y="4872"/>
                    <a:pt x="3847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2701"/>
            <p:cNvSpPr/>
            <p:nvPr/>
          </p:nvSpPr>
          <p:spPr>
            <a:xfrm>
              <a:off x="6170241" y="4264397"/>
              <a:ext cx="25644" cy="10257"/>
            </a:xfrm>
            <a:custGeom>
              <a:avLst/>
              <a:gdLst>
                <a:gd name="connsiteX0" fmla="*/ 7245 w 25643"/>
                <a:gd name="connsiteY0" fmla="*/ 7949 h 10257"/>
                <a:gd name="connsiteX1" fmla="*/ 4168 w 25643"/>
                <a:gd name="connsiteY1" fmla="*/ 9488 h 10257"/>
                <a:gd name="connsiteX2" fmla="*/ 4168 w 25643"/>
                <a:gd name="connsiteY2" fmla="*/ 7437 h 10257"/>
                <a:gd name="connsiteX3" fmla="*/ 9296 w 25643"/>
                <a:gd name="connsiteY3" fmla="*/ 5898 h 10257"/>
                <a:gd name="connsiteX4" fmla="*/ 11348 w 25643"/>
                <a:gd name="connsiteY4" fmla="*/ 5898 h 10257"/>
                <a:gd name="connsiteX5" fmla="*/ 12887 w 25643"/>
                <a:gd name="connsiteY5" fmla="*/ 5898 h 10257"/>
                <a:gd name="connsiteX6" fmla="*/ 21605 w 25643"/>
                <a:gd name="connsiteY6" fmla="*/ 3847 h 10257"/>
                <a:gd name="connsiteX7" fmla="*/ 24683 w 25643"/>
                <a:gd name="connsiteY7" fmla="*/ 7437 h 10257"/>
                <a:gd name="connsiteX8" fmla="*/ 7245 w 25643"/>
                <a:gd name="connsiteY8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43" h="10257">
                  <a:moveTo>
                    <a:pt x="7245" y="7949"/>
                  </a:moveTo>
                  <a:cubicBezTo>
                    <a:pt x="4681" y="9488"/>
                    <a:pt x="3142" y="10001"/>
                    <a:pt x="4168" y="9488"/>
                  </a:cubicBezTo>
                  <a:cubicBezTo>
                    <a:pt x="5194" y="8975"/>
                    <a:pt x="3655" y="7437"/>
                    <a:pt x="4168" y="7437"/>
                  </a:cubicBezTo>
                  <a:cubicBezTo>
                    <a:pt x="4681" y="7437"/>
                    <a:pt x="7245" y="5898"/>
                    <a:pt x="9296" y="5898"/>
                  </a:cubicBezTo>
                  <a:cubicBezTo>
                    <a:pt x="9296" y="5898"/>
                    <a:pt x="9296" y="5898"/>
                    <a:pt x="11348" y="5898"/>
                  </a:cubicBezTo>
                  <a:cubicBezTo>
                    <a:pt x="12887" y="5898"/>
                    <a:pt x="12887" y="5898"/>
                    <a:pt x="12887" y="5898"/>
                  </a:cubicBezTo>
                  <a:cubicBezTo>
                    <a:pt x="15451" y="4872"/>
                    <a:pt x="19554" y="3847"/>
                    <a:pt x="21605" y="3847"/>
                  </a:cubicBezTo>
                  <a:cubicBezTo>
                    <a:pt x="23657" y="3847"/>
                    <a:pt x="26221" y="6924"/>
                    <a:pt x="24683" y="7437"/>
                  </a:cubicBezTo>
                  <a:cubicBezTo>
                    <a:pt x="23144" y="7437"/>
                    <a:pt x="9809" y="6411"/>
                    <a:pt x="7245" y="79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2702"/>
            <p:cNvSpPr/>
            <p:nvPr/>
          </p:nvSpPr>
          <p:spPr>
            <a:xfrm>
              <a:off x="6152868" y="4285798"/>
              <a:ext cx="10257" cy="10257"/>
            </a:xfrm>
            <a:custGeom>
              <a:avLst/>
              <a:gdLst>
                <a:gd name="connsiteX0" fmla="*/ 4616 w 10257"/>
                <a:gd name="connsiteY0" fmla="*/ 6551 h 10257"/>
                <a:gd name="connsiteX1" fmla="*/ 4616 w 10257"/>
                <a:gd name="connsiteY1" fmla="*/ 3986 h 10257"/>
                <a:gd name="connsiteX2" fmla="*/ 9745 w 10257"/>
                <a:gd name="connsiteY2" fmla="*/ 5012 h 10257"/>
                <a:gd name="connsiteX3" fmla="*/ 4616 w 10257"/>
                <a:gd name="connsiteY3" fmla="*/ 655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616" y="6551"/>
                  </a:moveTo>
                  <a:cubicBezTo>
                    <a:pt x="3590" y="5525"/>
                    <a:pt x="3590" y="3986"/>
                    <a:pt x="4616" y="3986"/>
                  </a:cubicBezTo>
                  <a:cubicBezTo>
                    <a:pt x="5642" y="3473"/>
                    <a:pt x="9232" y="4499"/>
                    <a:pt x="9745" y="5012"/>
                  </a:cubicBezTo>
                  <a:cubicBezTo>
                    <a:pt x="10258" y="5525"/>
                    <a:pt x="5642" y="7576"/>
                    <a:pt x="4616" y="655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2703"/>
            <p:cNvSpPr/>
            <p:nvPr/>
          </p:nvSpPr>
          <p:spPr>
            <a:xfrm>
              <a:off x="6172476" y="4347914"/>
              <a:ext cx="30772" cy="20515"/>
            </a:xfrm>
            <a:custGeom>
              <a:avLst/>
              <a:gdLst>
                <a:gd name="connsiteX0" fmla="*/ 14755 w 30772"/>
                <a:gd name="connsiteY0" fmla="*/ 6492 h 20514"/>
                <a:gd name="connsiteX1" fmla="*/ 17319 w 30772"/>
                <a:gd name="connsiteY1" fmla="*/ 9056 h 20514"/>
                <a:gd name="connsiteX2" fmla="*/ 19371 w 30772"/>
                <a:gd name="connsiteY2" fmla="*/ 10595 h 20514"/>
                <a:gd name="connsiteX3" fmla="*/ 23474 w 30772"/>
                <a:gd name="connsiteY3" fmla="*/ 13159 h 20514"/>
                <a:gd name="connsiteX4" fmla="*/ 27577 w 30772"/>
                <a:gd name="connsiteY4" fmla="*/ 18801 h 20514"/>
                <a:gd name="connsiteX5" fmla="*/ 23987 w 30772"/>
                <a:gd name="connsiteY5" fmla="*/ 21365 h 20514"/>
                <a:gd name="connsiteX6" fmla="*/ 16806 w 30772"/>
                <a:gd name="connsiteY6" fmla="*/ 19314 h 20514"/>
                <a:gd name="connsiteX7" fmla="*/ 13216 w 30772"/>
                <a:gd name="connsiteY7" fmla="*/ 16749 h 20514"/>
                <a:gd name="connsiteX8" fmla="*/ 8601 w 30772"/>
                <a:gd name="connsiteY8" fmla="*/ 13159 h 20514"/>
                <a:gd name="connsiteX9" fmla="*/ 5523 w 30772"/>
                <a:gd name="connsiteY9" fmla="*/ 6492 h 20514"/>
                <a:gd name="connsiteX10" fmla="*/ 4497 w 30772"/>
                <a:gd name="connsiteY10" fmla="*/ 3928 h 20514"/>
                <a:gd name="connsiteX11" fmla="*/ 14755 w 30772"/>
                <a:gd name="connsiteY11" fmla="*/ 6492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772" h="20514">
                  <a:moveTo>
                    <a:pt x="14755" y="6492"/>
                  </a:moveTo>
                  <a:cubicBezTo>
                    <a:pt x="16294" y="7518"/>
                    <a:pt x="17319" y="8543"/>
                    <a:pt x="17319" y="9056"/>
                  </a:cubicBezTo>
                  <a:cubicBezTo>
                    <a:pt x="17319" y="9569"/>
                    <a:pt x="18345" y="10595"/>
                    <a:pt x="19371" y="10595"/>
                  </a:cubicBezTo>
                  <a:cubicBezTo>
                    <a:pt x="19884" y="11108"/>
                    <a:pt x="22448" y="12133"/>
                    <a:pt x="23474" y="13159"/>
                  </a:cubicBezTo>
                  <a:cubicBezTo>
                    <a:pt x="24500" y="14185"/>
                    <a:pt x="27577" y="17775"/>
                    <a:pt x="27577" y="18801"/>
                  </a:cubicBezTo>
                  <a:cubicBezTo>
                    <a:pt x="27577" y="19827"/>
                    <a:pt x="25012" y="21878"/>
                    <a:pt x="23987" y="21365"/>
                  </a:cubicBezTo>
                  <a:cubicBezTo>
                    <a:pt x="22448" y="20852"/>
                    <a:pt x="17319" y="19827"/>
                    <a:pt x="16806" y="19314"/>
                  </a:cubicBezTo>
                  <a:cubicBezTo>
                    <a:pt x="16294" y="18801"/>
                    <a:pt x="13729" y="16749"/>
                    <a:pt x="13216" y="16749"/>
                  </a:cubicBezTo>
                  <a:cubicBezTo>
                    <a:pt x="12704" y="16749"/>
                    <a:pt x="9113" y="14185"/>
                    <a:pt x="8601" y="13159"/>
                  </a:cubicBezTo>
                  <a:cubicBezTo>
                    <a:pt x="8088" y="12133"/>
                    <a:pt x="6549" y="7518"/>
                    <a:pt x="5523" y="6492"/>
                  </a:cubicBezTo>
                  <a:cubicBezTo>
                    <a:pt x="4497" y="5466"/>
                    <a:pt x="2959" y="3415"/>
                    <a:pt x="4497" y="3928"/>
                  </a:cubicBezTo>
                  <a:cubicBezTo>
                    <a:pt x="5010" y="3928"/>
                    <a:pt x="13216" y="5466"/>
                    <a:pt x="14755" y="649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2704"/>
            <p:cNvSpPr/>
            <p:nvPr/>
          </p:nvSpPr>
          <p:spPr>
            <a:xfrm>
              <a:off x="6185708" y="4503941"/>
              <a:ext cx="5129" cy="5129"/>
            </a:xfrm>
            <a:custGeom>
              <a:avLst/>
              <a:gdLst>
                <a:gd name="connsiteX0" fmla="*/ 5112 w 5128"/>
                <a:gd name="connsiteY0" fmla="*/ 6378 h 5128"/>
                <a:gd name="connsiteX1" fmla="*/ 6138 w 5128"/>
                <a:gd name="connsiteY1" fmla="*/ 4326 h 5128"/>
                <a:gd name="connsiteX2" fmla="*/ 5112 w 5128"/>
                <a:gd name="connsiteY2" fmla="*/ 6378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5112" y="6378"/>
                  </a:moveTo>
                  <a:cubicBezTo>
                    <a:pt x="3061" y="5352"/>
                    <a:pt x="3574" y="2788"/>
                    <a:pt x="6138" y="4326"/>
                  </a:cubicBezTo>
                  <a:cubicBezTo>
                    <a:pt x="5625" y="4839"/>
                    <a:pt x="5112" y="5865"/>
                    <a:pt x="5112" y="637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2705"/>
            <p:cNvSpPr/>
            <p:nvPr/>
          </p:nvSpPr>
          <p:spPr>
            <a:xfrm>
              <a:off x="5918148" y="4323039"/>
              <a:ext cx="71802" cy="76931"/>
            </a:xfrm>
            <a:custGeom>
              <a:avLst/>
              <a:gdLst>
                <a:gd name="connsiteX0" fmla="*/ 67011 w 71802"/>
                <a:gd name="connsiteY0" fmla="*/ 64191 h 76930"/>
                <a:gd name="connsiteX1" fmla="*/ 69575 w 71802"/>
                <a:gd name="connsiteY1" fmla="*/ 68294 h 76930"/>
                <a:gd name="connsiteX2" fmla="*/ 69575 w 71802"/>
                <a:gd name="connsiteY2" fmla="*/ 70858 h 76930"/>
                <a:gd name="connsiteX3" fmla="*/ 66498 w 71802"/>
                <a:gd name="connsiteY3" fmla="*/ 73935 h 76930"/>
                <a:gd name="connsiteX4" fmla="*/ 59318 w 71802"/>
                <a:gd name="connsiteY4" fmla="*/ 73935 h 76930"/>
                <a:gd name="connsiteX5" fmla="*/ 47522 w 71802"/>
                <a:gd name="connsiteY5" fmla="*/ 71884 h 76930"/>
                <a:gd name="connsiteX6" fmla="*/ 44957 w 71802"/>
                <a:gd name="connsiteY6" fmla="*/ 69320 h 76930"/>
                <a:gd name="connsiteX7" fmla="*/ 41880 w 71802"/>
                <a:gd name="connsiteY7" fmla="*/ 67781 h 76930"/>
                <a:gd name="connsiteX8" fmla="*/ 37777 w 71802"/>
                <a:gd name="connsiteY8" fmla="*/ 67268 h 76930"/>
                <a:gd name="connsiteX9" fmla="*/ 36751 w 71802"/>
                <a:gd name="connsiteY9" fmla="*/ 66242 h 76930"/>
                <a:gd name="connsiteX10" fmla="*/ 33674 w 71802"/>
                <a:gd name="connsiteY10" fmla="*/ 68294 h 76930"/>
                <a:gd name="connsiteX11" fmla="*/ 29058 w 71802"/>
                <a:gd name="connsiteY11" fmla="*/ 66755 h 76930"/>
                <a:gd name="connsiteX12" fmla="*/ 22904 w 71802"/>
                <a:gd name="connsiteY12" fmla="*/ 67268 h 76930"/>
                <a:gd name="connsiteX13" fmla="*/ 19826 w 71802"/>
                <a:gd name="connsiteY13" fmla="*/ 71884 h 76930"/>
                <a:gd name="connsiteX14" fmla="*/ 17262 w 71802"/>
                <a:gd name="connsiteY14" fmla="*/ 75987 h 76930"/>
                <a:gd name="connsiteX15" fmla="*/ 13672 w 71802"/>
                <a:gd name="connsiteY15" fmla="*/ 74448 h 76930"/>
                <a:gd name="connsiteX16" fmla="*/ 14185 w 71802"/>
                <a:gd name="connsiteY16" fmla="*/ 70345 h 76930"/>
                <a:gd name="connsiteX17" fmla="*/ 11108 w 71802"/>
                <a:gd name="connsiteY17" fmla="*/ 73935 h 76930"/>
                <a:gd name="connsiteX18" fmla="*/ 10082 w 71802"/>
                <a:gd name="connsiteY18" fmla="*/ 75987 h 76930"/>
                <a:gd name="connsiteX19" fmla="*/ 8030 w 71802"/>
                <a:gd name="connsiteY19" fmla="*/ 75987 h 76930"/>
                <a:gd name="connsiteX20" fmla="*/ 9056 w 71802"/>
                <a:gd name="connsiteY20" fmla="*/ 70345 h 76930"/>
                <a:gd name="connsiteX21" fmla="*/ 7517 w 71802"/>
                <a:gd name="connsiteY21" fmla="*/ 66755 h 76930"/>
                <a:gd name="connsiteX22" fmla="*/ 3928 w 71802"/>
                <a:gd name="connsiteY22" fmla="*/ 61114 h 76930"/>
                <a:gd name="connsiteX23" fmla="*/ 6492 w 71802"/>
                <a:gd name="connsiteY23" fmla="*/ 46753 h 76930"/>
                <a:gd name="connsiteX24" fmla="*/ 8543 w 71802"/>
                <a:gd name="connsiteY24" fmla="*/ 39573 h 76930"/>
                <a:gd name="connsiteX25" fmla="*/ 5979 w 71802"/>
                <a:gd name="connsiteY25" fmla="*/ 35983 h 76930"/>
                <a:gd name="connsiteX26" fmla="*/ 9569 w 71802"/>
                <a:gd name="connsiteY26" fmla="*/ 27264 h 76930"/>
                <a:gd name="connsiteX27" fmla="*/ 11621 w 71802"/>
                <a:gd name="connsiteY27" fmla="*/ 19058 h 76930"/>
                <a:gd name="connsiteX28" fmla="*/ 14185 w 71802"/>
                <a:gd name="connsiteY28" fmla="*/ 15981 h 76930"/>
                <a:gd name="connsiteX29" fmla="*/ 17262 w 71802"/>
                <a:gd name="connsiteY29" fmla="*/ 9826 h 76930"/>
                <a:gd name="connsiteX30" fmla="*/ 20339 w 71802"/>
                <a:gd name="connsiteY30" fmla="*/ 9826 h 76930"/>
                <a:gd name="connsiteX31" fmla="*/ 22904 w 71802"/>
                <a:gd name="connsiteY31" fmla="*/ 12391 h 76930"/>
                <a:gd name="connsiteX32" fmla="*/ 25468 w 71802"/>
                <a:gd name="connsiteY32" fmla="*/ 7262 h 76930"/>
                <a:gd name="connsiteX33" fmla="*/ 28032 w 71802"/>
                <a:gd name="connsiteY33" fmla="*/ 4185 h 76930"/>
                <a:gd name="connsiteX34" fmla="*/ 30597 w 71802"/>
                <a:gd name="connsiteY34" fmla="*/ 5723 h 76930"/>
                <a:gd name="connsiteX35" fmla="*/ 31110 w 71802"/>
                <a:gd name="connsiteY35" fmla="*/ 10339 h 76930"/>
                <a:gd name="connsiteX36" fmla="*/ 31622 w 71802"/>
                <a:gd name="connsiteY36" fmla="*/ 13417 h 76930"/>
                <a:gd name="connsiteX37" fmla="*/ 35213 w 71802"/>
                <a:gd name="connsiteY37" fmla="*/ 15981 h 76930"/>
                <a:gd name="connsiteX38" fmla="*/ 36238 w 71802"/>
                <a:gd name="connsiteY38" fmla="*/ 17007 h 76930"/>
                <a:gd name="connsiteX39" fmla="*/ 39829 w 71802"/>
                <a:gd name="connsiteY39" fmla="*/ 18032 h 76930"/>
                <a:gd name="connsiteX40" fmla="*/ 44444 w 71802"/>
                <a:gd name="connsiteY40" fmla="*/ 22648 h 76930"/>
                <a:gd name="connsiteX41" fmla="*/ 49573 w 71802"/>
                <a:gd name="connsiteY41" fmla="*/ 28290 h 76930"/>
                <a:gd name="connsiteX42" fmla="*/ 52137 w 71802"/>
                <a:gd name="connsiteY42" fmla="*/ 29828 h 76930"/>
                <a:gd name="connsiteX43" fmla="*/ 52650 w 71802"/>
                <a:gd name="connsiteY43" fmla="*/ 29828 h 76930"/>
                <a:gd name="connsiteX44" fmla="*/ 53163 w 71802"/>
                <a:gd name="connsiteY44" fmla="*/ 32906 h 76930"/>
                <a:gd name="connsiteX45" fmla="*/ 50086 w 71802"/>
                <a:gd name="connsiteY45" fmla="*/ 37009 h 76930"/>
                <a:gd name="connsiteX46" fmla="*/ 52137 w 71802"/>
                <a:gd name="connsiteY46" fmla="*/ 37522 h 76930"/>
                <a:gd name="connsiteX47" fmla="*/ 54189 w 71802"/>
                <a:gd name="connsiteY47" fmla="*/ 36496 h 76930"/>
                <a:gd name="connsiteX48" fmla="*/ 57779 w 71802"/>
                <a:gd name="connsiteY48" fmla="*/ 42650 h 76930"/>
                <a:gd name="connsiteX49" fmla="*/ 58292 w 71802"/>
                <a:gd name="connsiteY49" fmla="*/ 49830 h 76930"/>
                <a:gd name="connsiteX50" fmla="*/ 59318 w 71802"/>
                <a:gd name="connsiteY50" fmla="*/ 53933 h 76930"/>
                <a:gd name="connsiteX51" fmla="*/ 58292 w 71802"/>
                <a:gd name="connsiteY51" fmla="*/ 58036 h 76930"/>
                <a:gd name="connsiteX52" fmla="*/ 67011 w 71802"/>
                <a:gd name="connsiteY52" fmla="*/ 64191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71802" h="76930">
                  <a:moveTo>
                    <a:pt x="67011" y="64191"/>
                  </a:moveTo>
                  <a:cubicBezTo>
                    <a:pt x="68037" y="65729"/>
                    <a:pt x="69062" y="67268"/>
                    <a:pt x="69575" y="68294"/>
                  </a:cubicBezTo>
                  <a:cubicBezTo>
                    <a:pt x="70088" y="68807"/>
                    <a:pt x="70601" y="70858"/>
                    <a:pt x="69575" y="70858"/>
                  </a:cubicBezTo>
                  <a:cubicBezTo>
                    <a:pt x="68549" y="70858"/>
                    <a:pt x="67011" y="72910"/>
                    <a:pt x="66498" y="73935"/>
                  </a:cubicBezTo>
                  <a:cubicBezTo>
                    <a:pt x="65985" y="74448"/>
                    <a:pt x="62395" y="75474"/>
                    <a:pt x="59318" y="73935"/>
                  </a:cubicBezTo>
                  <a:cubicBezTo>
                    <a:pt x="56240" y="72397"/>
                    <a:pt x="48034" y="72910"/>
                    <a:pt x="47522" y="71884"/>
                  </a:cubicBezTo>
                  <a:cubicBezTo>
                    <a:pt x="47009" y="70858"/>
                    <a:pt x="44957" y="70345"/>
                    <a:pt x="44957" y="69320"/>
                  </a:cubicBezTo>
                  <a:cubicBezTo>
                    <a:pt x="44444" y="68294"/>
                    <a:pt x="42906" y="66755"/>
                    <a:pt x="41880" y="67781"/>
                  </a:cubicBezTo>
                  <a:cubicBezTo>
                    <a:pt x="40854" y="68807"/>
                    <a:pt x="37264" y="67781"/>
                    <a:pt x="37777" y="67268"/>
                  </a:cubicBezTo>
                  <a:cubicBezTo>
                    <a:pt x="38290" y="66242"/>
                    <a:pt x="36751" y="65217"/>
                    <a:pt x="36751" y="66242"/>
                  </a:cubicBezTo>
                  <a:cubicBezTo>
                    <a:pt x="37264" y="66755"/>
                    <a:pt x="34187" y="68807"/>
                    <a:pt x="33674" y="68294"/>
                  </a:cubicBezTo>
                  <a:cubicBezTo>
                    <a:pt x="32648" y="67781"/>
                    <a:pt x="30084" y="66755"/>
                    <a:pt x="29058" y="66755"/>
                  </a:cubicBezTo>
                  <a:cubicBezTo>
                    <a:pt x="28032" y="66755"/>
                    <a:pt x="23929" y="66242"/>
                    <a:pt x="22904" y="67268"/>
                  </a:cubicBezTo>
                  <a:cubicBezTo>
                    <a:pt x="21878" y="68807"/>
                    <a:pt x="19826" y="71371"/>
                    <a:pt x="19826" y="71884"/>
                  </a:cubicBezTo>
                  <a:cubicBezTo>
                    <a:pt x="20339" y="72397"/>
                    <a:pt x="18288" y="74961"/>
                    <a:pt x="17262" y="75987"/>
                  </a:cubicBezTo>
                  <a:cubicBezTo>
                    <a:pt x="16236" y="77013"/>
                    <a:pt x="13159" y="75987"/>
                    <a:pt x="13672" y="74448"/>
                  </a:cubicBezTo>
                  <a:cubicBezTo>
                    <a:pt x="14185" y="72910"/>
                    <a:pt x="14698" y="69832"/>
                    <a:pt x="14185" y="70345"/>
                  </a:cubicBezTo>
                  <a:cubicBezTo>
                    <a:pt x="13672" y="70858"/>
                    <a:pt x="12133" y="73423"/>
                    <a:pt x="11108" y="73935"/>
                  </a:cubicBezTo>
                  <a:cubicBezTo>
                    <a:pt x="10082" y="74448"/>
                    <a:pt x="10595" y="75987"/>
                    <a:pt x="10082" y="75987"/>
                  </a:cubicBezTo>
                  <a:cubicBezTo>
                    <a:pt x="9569" y="75987"/>
                    <a:pt x="8030" y="77013"/>
                    <a:pt x="8030" y="75987"/>
                  </a:cubicBezTo>
                  <a:cubicBezTo>
                    <a:pt x="7517" y="74961"/>
                    <a:pt x="8543" y="71884"/>
                    <a:pt x="9056" y="70345"/>
                  </a:cubicBezTo>
                  <a:cubicBezTo>
                    <a:pt x="9056" y="68807"/>
                    <a:pt x="8030" y="65729"/>
                    <a:pt x="7517" y="66755"/>
                  </a:cubicBezTo>
                  <a:cubicBezTo>
                    <a:pt x="7005" y="67268"/>
                    <a:pt x="4440" y="64191"/>
                    <a:pt x="3928" y="61114"/>
                  </a:cubicBezTo>
                  <a:cubicBezTo>
                    <a:pt x="3414" y="58036"/>
                    <a:pt x="5466" y="48292"/>
                    <a:pt x="6492" y="46753"/>
                  </a:cubicBezTo>
                  <a:cubicBezTo>
                    <a:pt x="7005" y="45215"/>
                    <a:pt x="9569" y="40086"/>
                    <a:pt x="8543" y="39573"/>
                  </a:cubicBezTo>
                  <a:cubicBezTo>
                    <a:pt x="7517" y="39060"/>
                    <a:pt x="5466" y="37522"/>
                    <a:pt x="5979" y="35983"/>
                  </a:cubicBezTo>
                  <a:cubicBezTo>
                    <a:pt x="5979" y="34957"/>
                    <a:pt x="8543" y="29316"/>
                    <a:pt x="9569" y="27264"/>
                  </a:cubicBezTo>
                  <a:cubicBezTo>
                    <a:pt x="10595" y="25213"/>
                    <a:pt x="11108" y="20084"/>
                    <a:pt x="11621" y="19058"/>
                  </a:cubicBezTo>
                  <a:cubicBezTo>
                    <a:pt x="12133" y="18545"/>
                    <a:pt x="13672" y="17007"/>
                    <a:pt x="14185" y="15981"/>
                  </a:cubicBezTo>
                  <a:cubicBezTo>
                    <a:pt x="14185" y="14955"/>
                    <a:pt x="16749" y="11365"/>
                    <a:pt x="17262" y="9826"/>
                  </a:cubicBezTo>
                  <a:cubicBezTo>
                    <a:pt x="17775" y="8288"/>
                    <a:pt x="20852" y="8288"/>
                    <a:pt x="20339" y="9826"/>
                  </a:cubicBezTo>
                  <a:cubicBezTo>
                    <a:pt x="19826" y="11365"/>
                    <a:pt x="22904" y="13417"/>
                    <a:pt x="22904" y="12391"/>
                  </a:cubicBezTo>
                  <a:cubicBezTo>
                    <a:pt x="22904" y="10852"/>
                    <a:pt x="24955" y="7775"/>
                    <a:pt x="25468" y="7262"/>
                  </a:cubicBezTo>
                  <a:cubicBezTo>
                    <a:pt x="25981" y="7262"/>
                    <a:pt x="28032" y="4698"/>
                    <a:pt x="28032" y="4185"/>
                  </a:cubicBezTo>
                  <a:cubicBezTo>
                    <a:pt x="28545" y="3159"/>
                    <a:pt x="30597" y="4698"/>
                    <a:pt x="30597" y="5723"/>
                  </a:cubicBezTo>
                  <a:cubicBezTo>
                    <a:pt x="30597" y="6749"/>
                    <a:pt x="30597" y="9826"/>
                    <a:pt x="31110" y="10339"/>
                  </a:cubicBezTo>
                  <a:cubicBezTo>
                    <a:pt x="31622" y="10852"/>
                    <a:pt x="31110" y="13417"/>
                    <a:pt x="31622" y="13417"/>
                  </a:cubicBezTo>
                  <a:cubicBezTo>
                    <a:pt x="32136" y="13417"/>
                    <a:pt x="34700" y="15468"/>
                    <a:pt x="35213" y="15981"/>
                  </a:cubicBezTo>
                  <a:cubicBezTo>
                    <a:pt x="35213" y="16494"/>
                    <a:pt x="35213" y="18032"/>
                    <a:pt x="36238" y="17007"/>
                  </a:cubicBezTo>
                  <a:cubicBezTo>
                    <a:pt x="37264" y="15981"/>
                    <a:pt x="40341" y="17007"/>
                    <a:pt x="39829" y="18032"/>
                  </a:cubicBezTo>
                  <a:cubicBezTo>
                    <a:pt x="39316" y="19058"/>
                    <a:pt x="41367" y="22135"/>
                    <a:pt x="44444" y="22648"/>
                  </a:cubicBezTo>
                  <a:cubicBezTo>
                    <a:pt x="47522" y="23161"/>
                    <a:pt x="48547" y="28290"/>
                    <a:pt x="49573" y="28290"/>
                  </a:cubicBezTo>
                  <a:cubicBezTo>
                    <a:pt x="50086" y="28290"/>
                    <a:pt x="52650" y="29828"/>
                    <a:pt x="52137" y="29828"/>
                  </a:cubicBezTo>
                  <a:cubicBezTo>
                    <a:pt x="51625" y="29828"/>
                    <a:pt x="51625" y="30341"/>
                    <a:pt x="52650" y="29828"/>
                  </a:cubicBezTo>
                  <a:cubicBezTo>
                    <a:pt x="53676" y="29316"/>
                    <a:pt x="54189" y="32393"/>
                    <a:pt x="53163" y="32906"/>
                  </a:cubicBezTo>
                  <a:cubicBezTo>
                    <a:pt x="52137" y="33931"/>
                    <a:pt x="49573" y="36496"/>
                    <a:pt x="50086" y="37009"/>
                  </a:cubicBezTo>
                  <a:cubicBezTo>
                    <a:pt x="50086" y="37522"/>
                    <a:pt x="51112" y="38547"/>
                    <a:pt x="52137" y="37522"/>
                  </a:cubicBezTo>
                  <a:cubicBezTo>
                    <a:pt x="53676" y="37009"/>
                    <a:pt x="53676" y="35470"/>
                    <a:pt x="54189" y="36496"/>
                  </a:cubicBezTo>
                  <a:cubicBezTo>
                    <a:pt x="54702" y="37522"/>
                    <a:pt x="57266" y="41112"/>
                    <a:pt x="57779" y="42650"/>
                  </a:cubicBezTo>
                  <a:cubicBezTo>
                    <a:pt x="58292" y="44189"/>
                    <a:pt x="58292" y="48805"/>
                    <a:pt x="58292" y="49830"/>
                  </a:cubicBezTo>
                  <a:cubicBezTo>
                    <a:pt x="58292" y="50856"/>
                    <a:pt x="59318" y="52908"/>
                    <a:pt x="59318" y="53933"/>
                  </a:cubicBezTo>
                  <a:cubicBezTo>
                    <a:pt x="59318" y="54959"/>
                    <a:pt x="57779" y="57524"/>
                    <a:pt x="58292" y="58036"/>
                  </a:cubicBezTo>
                  <a:cubicBezTo>
                    <a:pt x="59830" y="58036"/>
                    <a:pt x="65985" y="63165"/>
                    <a:pt x="67011" y="6419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2706"/>
            <p:cNvSpPr/>
            <p:nvPr/>
          </p:nvSpPr>
          <p:spPr>
            <a:xfrm>
              <a:off x="5954643" y="4297014"/>
              <a:ext cx="25644" cy="20515"/>
            </a:xfrm>
            <a:custGeom>
              <a:avLst/>
              <a:gdLst>
                <a:gd name="connsiteX0" fmla="*/ 9488 w 25643"/>
                <a:gd name="connsiteY0" fmla="*/ 8669 h 20514"/>
                <a:gd name="connsiteX1" fmla="*/ 12052 w 25643"/>
                <a:gd name="connsiteY1" fmla="*/ 7130 h 20514"/>
                <a:gd name="connsiteX2" fmla="*/ 14617 w 25643"/>
                <a:gd name="connsiteY2" fmla="*/ 4053 h 20514"/>
                <a:gd name="connsiteX3" fmla="*/ 20259 w 25643"/>
                <a:gd name="connsiteY3" fmla="*/ 7130 h 20514"/>
                <a:gd name="connsiteX4" fmla="*/ 18207 w 25643"/>
                <a:gd name="connsiteY4" fmla="*/ 11746 h 20514"/>
                <a:gd name="connsiteX5" fmla="*/ 21797 w 25643"/>
                <a:gd name="connsiteY5" fmla="*/ 16362 h 20514"/>
                <a:gd name="connsiteX6" fmla="*/ 18207 w 25643"/>
                <a:gd name="connsiteY6" fmla="*/ 17901 h 20514"/>
                <a:gd name="connsiteX7" fmla="*/ 15130 w 25643"/>
                <a:gd name="connsiteY7" fmla="*/ 17901 h 20514"/>
                <a:gd name="connsiteX8" fmla="*/ 12052 w 25643"/>
                <a:gd name="connsiteY8" fmla="*/ 16362 h 20514"/>
                <a:gd name="connsiteX9" fmla="*/ 11027 w 25643"/>
                <a:gd name="connsiteY9" fmla="*/ 20465 h 20514"/>
                <a:gd name="connsiteX10" fmla="*/ 7437 w 25643"/>
                <a:gd name="connsiteY10" fmla="*/ 20465 h 20514"/>
                <a:gd name="connsiteX11" fmla="*/ 3847 w 25643"/>
                <a:gd name="connsiteY11" fmla="*/ 17388 h 20514"/>
                <a:gd name="connsiteX12" fmla="*/ 5385 w 25643"/>
                <a:gd name="connsiteY12" fmla="*/ 13798 h 20514"/>
                <a:gd name="connsiteX13" fmla="*/ 5385 w 25643"/>
                <a:gd name="connsiteY13" fmla="*/ 9695 h 20514"/>
                <a:gd name="connsiteX14" fmla="*/ 9488 w 25643"/>
                <a:gd name="connsiteY14" fmla="*/ 8669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43" h="20514">
                  <a:moveTo>
                    <a:pt x="9488" y="8669"/>
                  </a:moveTo>
                  <a:cubicBezTo>
                    <a:pt x="10001" y="8156"/>
                    <a:pt x="11027" y="7130"/>
                    <a:pt x="12052" y="7130"/>
                  </a:cubicBezTo>
                  <a:cubicBezTo>
                    <a:pt x="13078" y="6617"/>
                    <a:pt x="13591" y="5079"/>
                    <a:pt x="14617" y="4053"/>
                  </a:cubicBezTo>
                  <a:cubicBezTo>
                    <a:pt x="16156" y="3027"/>
                    <a:pt x="21284" y="6104"/>
                    <a:pt x="20259" y="7130"/>
                  </a:cubicBezTo>
                  <a:cubicBezTo>
                    <a:pt x="19233" y="8156"/>
                    <a:pt x="16668" y="10720"/>
                    <a:pt x="18207" y="11746"/>
                  </a:cubicBezTo>
                  <a:cubicBezTo>
                    <a:pt x="19233" y="12772"/>
                    <a:pt x="22310" y="15849"/>
                    <a:pt x="21797" y="16362"/>
                  </a:cubicBezTo>
                  <a:cubicBezTo>
                    <a:pt x="21284" y="17388"/>
                    <a:pt x="18720" y="17388"/>
                    <a:pt x="18207" y="17901"/>
                  </a:cubicBezTo>
                  <a:cubicBezTo>
                    <a:pt x="17694" y="18413"/>
                    <a:pt x="15643" y="18926"/>
                    <a:pt x="15130" y="17901"/>
                  </a:cubicBezTo>
                  <a:cubicBezTo>
                    <a:pt x="14617" y="16875"/>
                    <a:pt x="11540" y="15336"/>
                    <a:pt x="12052" y="16362"/>
                  </a:cubicBezTo>
                  <a:cubicBezTo>
                    <a:pt x="12565" y="17388"/>
                    <a:pt x="11540" y="20465"/>
                    <a:pt x="11027" y="20465"/>
                  </a:cubicBezTo>
                  <a:cubicBezTo>
                    <a:pt x="10514" y="20465"/>
                    <a:pt x="7949" y="19952"/>
                    <a:pt x="7437" y="20465"/>
                  </a:cubicBezTo>
                  <a:cubicBezTo>
                    <a:pt x="6924" y="20978"/>
                    <a:pt x="3847" y="19439"/>
                    <a:pt x="3847" y="17388"/>
                  </a:cubicBezTo>
                  <a:cubicBezTo>
                    <a:pt x="3847" y="15336"/>
                    <a:pt x="6411" y="14310"/>
                    <a:pt x="5385" y="13798"/>
                  </a:cubicBezTo>
                  <a:cubicBezTo>
                    <a:pt x="4359" y="13798"/>
                    <a:pt x="4359" y="10720"/>
                    <a:pt x="5385" y="9695"/>
                  </a:cubicBezTo>
                  <a:cubicBezTo>
                    <a:pt x="5898" y="8156"/>
                    <a:pt x="9488" y="9182"/>
                    <a:pt x="9488" y="866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2707"/>
            <p:cNvSpPr/>
            <p:nvPr/>
          </p:nvSpPr>
          <p:spPr>
            <a:xfrm>
              <a:off x="5955989" y="4285823"/>
              <a:ext cx="15386" cy="20515"/>
            </a:xfrm>
            <a:custGeom>
              <a:avLst/>
              <a:gdLst>
                <a:gd name="connsiteX0" fmla="*/ 4039 w 15386"/>
                <a:gd name="connsiteY0" fmla="*/ 16783 h 20514"/>
                <a:gd name="connsiteX1" fmla="*/ 5577 w 15386"/>
                <a:gd name="connsiteY1" fmla="*/ 11654 h 20514"/>
                <a:gd name="connsiteX2" fmla="*/ 11732 w 15386"/>
                <a:gd name="connsiteY2" fmla="*/ 3961 h 20514"/>
                <a:gd name="connsiteX3" fmla="*/ 11219 w 15386"/>
                <a:gd name="connsiteY3" fmla="*/ 10628 h 20514"/>
                <a:gd name="connsiteX4" fmla="*/ 4039 w 15386"/>
                <a:gd name="connsiteY4" fmla="*/ 16783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20514">
                  <a:moveTo>
                    <a:pt x="4039" y="16783"/>
                  </a:moveTo>
                  <a:cubicBezTo>
                    <a:pt x="3526" y="16783"/>
                    <a:pt x="4039" y="14218"/>
                    <a:pt x="5577" y="11654"/>
                  </a:cubicBezTo>
                  <a:cubicBezTo>
                    <a:pt x="6603" y="9089"/>
                    <a:pt x="11732" y="2935"/>
                    <a:pt x="11732" y="3961"/>
                  </a:cubicBezTo>
                  <a:cubicBezTo>
                    <a:pt x="12245" y="4986"/>
                    <a:pt x="12758" y="8064"/>
                    <a:pt x="11219" y="10628"/>
                  </a:cubicBezTo>
                  <a:cubicBezTo>
                    <a:pt x="10193" y="12680"/>
                    <a:pt x="4552" y="17295"/>
                    <a:pt x="4039" y="16783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2708"/>
            <p:cNvSpPr/>
            <p:nvPr/>
          </p:nvSpPr>
          <p:spPr>
            <a:xfrm>
              <a:off x="6009520" y="4361250"/>
              <a:ext cx="10257" cy="10257"/>
            </a:xfrm>
            <a:custGeom>
              <a:avLst/>
              <a:gdLst>
                <a:gd name="connsiteX0" fmla="*/ 8975 w 10257"/>
                <a:gd name="connsiteY0" fmla="*/ 4439 h 10257"/>
                <a:gd name="connsiteX1" fmla="*/ 10001 w 10257"/>
                <a:gd name="connsiteY1" fmla="*/ 7003 h 10257"/>
                <a:gd name="connsiteX2" fmla="*/ 7949 w 10257"/>
                <a:gd name="connsiteY2" fmla="*/ 9567 h 10257"/>
                <a:gd name="connsiteX3" fmla="*/ 5385 w 10257"/>
                <a:gd name="connsiteY3" fmla="*/ 7516 h 10257"/>
                <a:gd name="connsiteX4" fmla="*/ 3847 w 10257"/>
                <a:gd name="connsiteY4" fmla="*/ 4439 h 10257"/>
                <a:gd name="connsiteX5" fmla="*/ 8975 w 10257"/>
                <a:gd name="connsiteY5" fmla="*/ 44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975" y="4439"/>
                  </a:moveTo>
                  <a:cubicBezTo>
                    <a:pt x="10001" y="4952"/>
                    <a:pt x="10001" y="5977"/>
                    <a:pt x="10001" y="7003"/>
                  </a:cubicBezTo>
                  <a:cubicBezTo>
                    <a:pt x="9488" y="8029"/>
                    <a:pt x="8975" y="10080"/>
                    <a:pt x="7949" y="9567"/>
                  </a:cubicBezTo>
                  <a:cubicBezTo>
                    <a:pt x="6924" y="9055"/>
                    <a:pt x="4872" y="8029"/>
                    <a:pt x="5385" y="7516"/>
                  </a:cubicBezTo>
                  <a:cubicBezTo>
                    <a:pt x="5898" y="7003"/>
                    <a:pt x="3847" y="4952"/>
                    <a:pt x="3847" y="4439"/>
                  </a:cubicBezTo>
                  <a:cubicBezTo>
                    <a:pt x="3847" y="3413"/>
                    <a:pt x="8462" y="3926"/>
                    <a:pt x="8975" y="443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2709"/>
            <p:cNvSpPr/>
            <p:nvPr/>
          </p:nvSpPr>
          <p:spPr>
            <a:xfrm>
              <a:off x="5979051" y="4344918"/>
              <a:ext cx="15386" cy="15386"/>
            </a:xfrm>
            <a:custGeom>
              <a:avLst/>
              <a:gdLst>
                <a:gd name="connsiteX0" fmla="*/ 14826 w 15386"/>
                <a:gd name="connsiteY0" fmla="*/ 12052 h 15386"/>
                <a:gd name="connsiteX1" fmla="*/ 12262 w 15386"/>
                <a:gd name="connsiteY1" fmla="*/ 14104 h 15386"/>
                <a:gd name="connsiteX2" fmla="*/ 9185 w 15386"/>
                <a:gd name="connsiteY2" fmla="*/ 15643 h 15386"/>
                <a:gd name="connsiteX3" fmla="*/ 7133 w 15386"/>
                <a:gd name="connsiteY3" fmla="*/ 14104 h 15386"/>
                <a:gd name="connsiteX4" fmla="*/ 6108 w 15386"/>
                <a:gd name="connsiteY4" fmla="*/ 14617 h 15386"/>
                <a:gd name="connsiteX5" fmla="*/ 4056 w 15386"/>
                <a:gd name="connsiteY5" fmla="*/ 11540 h 15386"/>
                <a:gd name="connsiteX6" fmla="*/ 7646 w 15386"/>
                <a:gd name="connsiteY6" fmla="*/ 8462 h 15386"/>
                <a:gd name="connsiteX7" fmla="*/ 10723 w 15386"/>
                <a:gd name="connsiteY7" fmla="*/ 3847 h 15386"/>
                <a:gd name="connsiteX8" fmla="*/ 15339 w 15386"/>
                <a:gd name="connsiteY8" fmla="*/ 7437 h 15386"/>
                <a:gd name="connsiteX9" fmla="*/ 14826 w 15386"/>
                <a:gd name="connsiteY9" fmla="*/ 12052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5386">
                  <a:moveTo>
                    <a:pt x="14826" y="12052"/>
                  </a:moveTo>
                  <a:cubicBezTo>
                    <a:pt x="14313" y="13078"/>
                    <a:pt x="13288" y="14104"/>
                    <a:pt x="12262" y="14104"/>
                  </a:cubicBezTo>
                  <a:cubicBezTo>
                    <a:pt x="11236" y="14104"/>
                    <a:pt x="9698" y="16668"/>
                    <a:pt x="9185" y="15643"/>
                  </a:cubicBezTo>
                  <a:cubicBezTo>
                    <a:pt x="8672" y="15130"/>
                    <a:pt x="7133" y="13591"/>
                    <a:pt x="7133" y="14104"/>
                  </a:cubicBezTo>
                  <a:cubicBezTo>
                    <a:pt x="7133" y="14617"/>
                    <a:pt x="6108" y="15643"/>
                    <a:pt x="6108" y="14617"/>
                  </a:cubicBezTo>
                  <a:cubicBezTo>
                    <a:pt x="6108" y="13591"/>
                    <a:pt x="3030" y="11540"/>
                    <a:pt x="4056" y="11540"/>
                  </a:cubicBezTo>
                  <a:cubicBezTo>
                    <a:pt x="5082" y="11540"/>
                    <a:pt x="7133" y="8975"/>
                    <a:pt x="7646" y="8462"/>
                  </a:cubicBezTo>
                  <a:cubicBezTo>
                    <a:pt x="8159" y="7437"/>
                    <a:pt x="9698" y="3847"/>
                    <a:pt x="10723" y="3847"/>
                  </a:cubicBezTo>
                  <a:cubicBezTo>
                    <a:pt x="11749" y="3847"/>
                    <a:pt x="15339" y="6411"/>
                    <a:pt x="15339" y="7437"/>
                  </a:cubicBezTo>
                  <a:cubicBezTo>
                    <a:pt x="14826" y="7950"/>
                    <a:pt x="14826" y="10514"/>
                    <a:pt x="14826" y="1205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2710"/>
            <p:cNvSpPr/>
            <p:nvPr/>
          </p:nvSpPr>
          <p:spPr>
            <a:xfrm>
              <a:off x="5993621" y="4250549"/>
              <a:ext cx="20515" cy="25644"/>
            </a:xfrm>
            <a:custGeom>
              <a:avLst/>
              <a:gdLst>
                <a:gd name="connsiteX0" fmla="*/ 4872 w 20514"/>
                <a:gd name="connsiteY0" fmla="*/ 20771 h 25643"/>
                <a:gd name="connsiteX1" fmla="*/ 3847 w 20514"/>
                <a:gd name="connsiteY1" fmla="*/ 14617 h 25643"/>
                <a:gd name="connsiteX2" fmla="*/ 4872 w 20514"/>
                <a:gd name="connsiteY2" fmla="*/ 5898 h 25643"/>
                <a:gd name="connsiteX3" fmla="*/ 4360 w 20514"/>
                <a:gd name="connsiteY3" fmla="*/ 4359 h 25643"/>
                <a:gd name="connsiteX4" fmla="*/ 7437 w 20514"/>
                <a:gd name="connsiteY4" fmla="*/ 4872 h 25643"/>
                <a:gd name="connsiteX5" fmla="*/ 8975 w 20514"/>
                <a:gd name="connsiteY5" fmla="*/ 13591 h 25643"/>
                <a:gd name="connsiteX6" fmla="*/ 12053 w 20514"/>
                <a:gd name="connsiteY6" fmla="*/ 21284 h 25643"/>
                <a:gd name="connsiteX7" fmla="*/ 18720 w 20514"/>
                <a:gd name="connsiteY7" fmla="*/ 22823 h 25643"/>
                <a:gd name="connsiteX8" fmla="*/ 17181 w 20514"/>
                <a:gd name="connsiteY8" fmla="*/ 25387 h 25643"/>
                <a:gd name="connsiteX9" fmla="*/ 12053 w 20514"/>
                <a:gd name="connsiteY9" fmla="*/ 26413 h 25643"/>
                <a:gd name="connsiteX10" fmla="*/ 4872 w 20514"/>
                <a:gd name="connsiteY10" fmla="*/ 20771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14" h="25643">
                  <a:moveTo>
                    <a:pt x="4872" y="20771"/>
                  </a:moveTo>
                  <a:cubicBezTo>
                    <a:pt x="4360" y="19746"/>
                    <a:pt x="3847" y="17181"/>
                    <a:pt x="3847" y="14617"/>
                  </a:cubicBezTo>
                  <a:cubicBezTo>
                    <a:pt x="3847" y="12565"/>
                    <a:pt x="4872" y="5898"/>
                    <a:pt x="4872" y="5898"/>
                  </a:cubicBezTo>
                  <a:cubicBezTo>
                    <a:pt x="4872" y="5898"/>
                    <a:pt x="4360" y="4872"/>
                    <a:pt x="4360" y="4359"/>
                  </a:cubicBezTo>
                  <a:cubicBezTo>
                    <a:pt x="4360" y="3847"/>
                    <a:pt x="5898" y="3334"/>
                    <a:pt x="7437" y="4872"/>
                  </a:cubicBezTo>
                  <a:cubicBezTo>
                    <a:pt x="8463" y="5898"/>
                    <a:pt x="7950" y="12053"/>
                    <a:pt x="8975" y="13591"/>
                  </a:cubicBezTo>
                  <a:cubicBezTo>
                    <a:pt x="10001" y="15643"/>
                    <a:pt x="10514" y="21284"/>
                    <a:pt x="12053" y="21284"/>
                  </a:cubicBezTo>
                  <a:cubicBezTo>
                    <a:pt x="14104" y="21284"/>
                    <a:pt x="18720" y="22310"/>
                    <a:pt x="18720" y="22823"/>
                  </a:cubicBezTo>
                  <a:cubicBezTo>
                    <a:pt x="18720" y="23336"/>
                    <a:pt x="18207" y="24874"/>
                    <a:pt x="17181" y="25387"/>
                  </a:cubicBezTo>
                  <a:cubicBezTo>
                    <a:pt x="16156" y="25900"/>
                    <a:pt x="12565" y="27439"/>
                    <a:pt x="12053" y="26413"/>
                  </a:cubicBezTo>
                  <a:cubicBezTo>
                    <a:pt x="11027" y="25900"/>
                    <a:pt x="5385" y="21797"/>
                    <a:pt x="4872" y="2077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2711"/>
            <p:cNvSpPr/>
            <p:nvPr/>
          </p:nvSpPr>
          <p:spPr>
            <a:xfrm>
              <a:off x="5977066" y="4253183"/>
              <a:ext cx="10257" cy="10257"/>
            </a:xfrm>
            <a:custGeom>
              <a:avLst/>
              <a:gdLst>
                <a:gd name="connsiteX0" fmla="*/ 6041 w 10257"/>
                <a:gd name="connsiteY0" fmla="*/ 9419 h 10257"/>
                <a:gd name="connsiteX1" fmla="*/ 7580 w 10257"/>
                <a:gd name="connsiteY1" fmla="*/ 4290 h 10257"/>
                <a:gd name="connsiteX2" fmla="*/ 6041 w 10257"/>
                <a:gd name="connsiteY2" fmla="*/ 94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041" y="9419"/>
                  </a:moveTo>
                  <a:cubicBezTo>
                    <a:pt x="2451" y="7880"/>
                    <a:pt x="3477" y="2239"/>
                    <a:pt x="7580" y="4290"/>
                  </a:cubicBezTo>
                  <a:cubicBezTo>
                    <a:pt x="6554" y="5829"/>
                    <a:pt x="9119" y="8393"/>
                    <a:pt x="6041" y="94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2712"/>
            <p:cNvSpPr/>
            <p:nvPr/>
          </p:nvSpPr>
          <p:spPr>
            <a:xfrm>
              <a:off x="5996875" y="4214296"/>
              <a:ext cx="10257" cy="10257"/>
            </a:xfrm>
            <a:custGeom>
              <a:avLst/>
              <a:gdLst>
                <a:gd name="connsiteX0" fmla="*/ 4183 w 10257"/>
                <a:gd name="connsiteY0" fmla="*/ 11379 h 10257"/>
                <a:gd name="connsiteX1" fmla="*/ 4696 w 10257"/>
                <a:gd name="connsiteY1" fmla="*/ 6251 h 10257"/>
                <a:gd name="connsiteX2" fmla="*/ 8799 w 10257"/>
                <a:gd name="connsiteY2" fmla="*/ 4712 h 10257"/>
                <a:gd name="connsiteX3" fmla="*/ 4183 w 10257"/>
                <a:gd name="connsiteY3" fmla="*/ 1137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183" y="11379"/>
                  </a:moveTo>
                  <a:cubicBezTo>
                    <a:pt x="3671" y="10866"/>
                    <a:pt x="3671" y="8815"/>
                    <a:pt x="4696" y="6251"/>
                  </a:cubicBezTo>
                  <a:cubicBezTo>
                    <a:pt x="5722" y="3686"/>
                    <a:pt x="9312" y="3173"/>
                    <a:pt x="8799" y="4712"/>
                  </a:cubicBezTo>
                  <a:cubicBezTo>
                    <a:pt x="7773" y="6763"/>
                    <a:pt x="4696" y="11892"/>
                    <a:pt x="4183" y="1137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2713"/>
            <p:cNvSpPr/>
            <p:nvPr/>
          </p:nvSpPr>
          <p:spPr>
            <a:xfrm>
              <a:off x="5949815" y="4427490"/>
              <a:ext cx="10257" cy="10257"/>
            </a:xfrm>
            <a:custGeom>
              <a:avLst/>
              <a:gdLst>
                <a:gd name="connsiteX0" fmla="*/ 8675 w 10257"/>
                <a:gd name="connsiteY0" fmla="*/ 3847 h 10257"/>
                <a:gd name="connsiteX1" fmla="*/ 7136 w 10257"/>
                <a:gd name="connsiteY1" fmla="*/ 5385 h 10257"/>
                <a:gd name="connsiteX2" fmla="*/ 8675 w 10257"/>
                <a:gd name="connsiteY2" fmla="*/ 11027 h 10257"/>
                <a:gd name="connsiteX3" fmla="*/ 4572 w 10257"/>
                <a:gd name="connsiteY3" fmla="*/ 10514 h 10257"/>
                <a:gd name="connsiteX4" fmla="*/ 4059 w 10257"/>
                <a:gd name="connsiteY4" fmla="*/ 6924 h 10257"/>
                <a:gd name="connsiteX5" fmla="*/ 8675 w 10257"/>
                <a:gd name="connsiteY5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675" y="3847"/>
                  </a:moveTo>
                  <a:cubicBezTo>
                    <a:pt x="9188" y="3847"/>
                    <a:pt x="8675" y="4359"/>
                    <a:pt x="7136" y="5385"/>
                  </a:cubicBezTo>
                  <a:cubicBezTo>
                    <a:pt x="5598" y="6411"/>
                    <a:pt x="9188" y="10001"/>
                    <a:pt x="8675" y="11027"/>
                  </a:cubicBezTo>
                  <a:cubicBezTo>
                    <a:pt x="8162" y="12053"/>
                    <a:pt x="5085" y="11027"/>
                    <a:pt x="4572" y="10514"/>
                  </a:cubicBezTo>
                  <a:cubicBezTo>
                    <a:pt x="4059" y="9488"/>
                    <a:pt x="3546" y="7437"/>
                    <a:pt x="4059" y="6924"/>
                  </a:cubicBezTo>
                  <a:cubicBezTo>
                    <a:pt x="4572" y="6411"/>
                    <a:pt x="8162" y="3847"/>
                    <a:pt x="867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2714"/>
            <p:cNvSpPr/>
            <p:nvPr/>
          </p:nvSpPr>
          <p:spPr>
            <a:xfrm>
              <a:off x="6052089" y="4461468"/>
              <a:ext cx="5129" cy="10257"/>
            </a:xfrm>
            <a:custGeom>
              <a:avLst/>
              <a:gdLst>
                <a:gd name="connsiteX0" fmla="*/ 3847 w 5128"/>
                <a:gd name="connsiteY0" fmla="*/ 4231 h 10257"/>
                <a:gd name="connsiteX1" fmla="*/ 5385 w 5128"/>
                <a:gd name="connsiteY1" fmla="*/ 4231 h 10257"/>
                <a:gd name="connsiteX2" fmla="*/ 4359 w 5128"/>
                <a:gd name="connsiteY2" fmla="*/ 7308 h 10257"/>
                <a:gd name="connsiteX3" fmla="*/ 3847 w 5128"/>
                <a:gd name="connsiteY3" fmla="*/ 423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3847" y="4231"/>
                  </a:moveTo>
                  <a:cubicBezTo>
                    <a:pt x="4359" y="3718"/>
                    <a:pt x="4872" y="3718"/>
                    <a:pt x="5385" y="4231"/>
                  </a:cubicBezTo>
                  <a:cubicBezTo>
                    <a:pt x="5898" y="4744"/>
                    <a:pt x="4872" y="7308"/>
                    <a:pt x="4359" y="7308"/>
                  </a:cubicBezTo>
                  <a:cubicBezTo>
                    <a:pt x="3847" y="7308"/>
                    <a:pt x="3847" y="4744"/>
                    <a:pt x="3847" y="423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2715"/>
            <p:cNvSpPr/>
            <p:nvPr/>
          </p:nvSpPr>
          <p:spPr>
            <a:xfrm>
              <a:off x="6034212" y="4466597"/>
              <a:ext cx="20515" cy="20515"/>
            </a:xfrm>
            <a:custGeom>
              <a:avLst/>
              <a:gdLst>
                <a:gd name="connsiteX0" fmla="*/ 13517 w 20514"/>
                <a:gd name="connsiteY0" fmla="*/ 10386 h 20514"/>
                <a:gd name="connsiteX1" fmla="*/ 10440 w 20514"/>
                <a:gd name="connsiteY1" fmla="*/ 12950 h 20514"/>
                <a:gd name="connsiteX2" fmla="*/ 6850 w 20514"/>
                <a:gd name="connsiteY2" fmla="*/ 17566 h 20514"/>
                <a:gd name="connsiteX3" fmla="*/ 4798 w 20514"/>
                <a:gd name="connsiteY3" fmla="*/ 20643 h 20514"/>
                <a:gd name="connsiteX4" fmla="*/ 4285 w 20514"/>
                <a:gd name="connsiteY4" fmla="*/ 16027 h 20514"/>
                <a:gd name="connsiteX5" fmla="*/ 8389 w 20514"/>
                <a:gd name="connsiteY5" fmla="*/ 9873 h 20514"/>
                <a:gd name="connsiteX6" fmla="*/ 11978 w 20514"/>
                <a:gd name="connsiteY6" fmla="*/ 7821 h 20514"/>
                <a:gd name="connsiteX7" fmla="*/ 15569 w 20514"/>
                <a:gd name="connsiteY7" fmla="*/ 5257 h 20514"/>
                <a:gd name="connsiteX8" fmla="*/ 20185 w 20514"/>
                <a:gd name="connsiteY8" fmla="*/ 4744 h 20514"/>
                <a:gd name="connsiteX9" fmla="*/ 19671 w 20514"/>
                <a:gd name="connsiteY9" fmla="*/ 8334 h 20514"/>
                <a:gd name="connsiteX10" fmla="*/ 16082 w 20514"/>
                <a:gd name="connsiteY10" fmla="*/ 10899 h 20514"/>
                <a:gd name="connsiteX11" fmla="*/ 13517 w 20514"/>
                <a:gd name="connsiteY11" fmla="*/ 10386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4" h="20514">
                  <a:moveTo>
                    <a:pt x="13517" y="10386"/>
                  </a:moveTo>
                  <a:cubicBezTo>
                    <a:pt x="13004" y="11411"/>
                    <a:pt x="11978" y="12950"/>
                    <a:pt x="10440" y="12950"/>
                  </a:cubicBezTo>
                  <a:cubicBezTo>
                    <a:pt x="9414" y="13463"/>
                    <a:pt x="6337" y="16540"/>
                    <a:pt x="6850" y="17566"/>
                  </a:cubicBezTo>
                  <a:cubicBezTo>
                    <a:pt x="6850" y="18592"/>
                    <a:pt x="5311" y="21156"/>
                    <a:pt x="4798" y="20643"/>
                  </a:cubicBezTo>
                  <a:cubicBezTo>
                    <a:pt x="4285" y="20130"/>
                    <a:pt x="3260" y="17566"/>
                    <a:pt x="4285" y="16027"/>
                  </a:cubicBezTo>
                  <a:cubicBezTo>
                    <a:pt x="4798" y="14489"/>
                    <a:pt x="7363" y="10386"/>
                    <a:pt x="8389" y="9873"/>
                  </a:cubicBezTo>
                  <a:cubicBezTo>
                    <a:pt x="9414" y="9360"/>
                    <a:pt x="11466" y="8334"/>
                    <a:pt x="11978" y="7821"/>
                  </a:cubicBezTo>
                  <a:cubicBezTo>
                    <a:pt x="12491" y="7308"/>
                    <a:pt x="15056" y="6796"/>
                    <a:pt x="15569" y="5257"/>
                  </a:cubicBezTo>
                  <a:cubicBezTo>
                    <a:pt x="16082" y="3205"/>
                    <a:pt x="21210" y="3718"/>
                    <a:pt x="20185" y="4744"/>
                  </a:cubicBezTo>
                  <a:cubicBezTo>
                    <a:pt x="19671" y="5770"/>
                    <a:pt x="20185" y="7821"/>
                    <a:pt x="19671" y="8334"/>
                  </a:cubicBezTo>
                  <a:cubicBezTo>
                    <a:pt x="19159" y="8847"/>
                    <a:pt x="17107" y="10899"/>
                    <a:pt x="16082" y="10899"/>
                  </a:cubicBezTo>
                  <a:cubicBezTo>
                    <a:pt x="15569" y="10899"/>
                    <a:pt x="14030" y="9360"/>
                    <a:pt x="13517" y="103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2716"/>
            <p:cNvSpPr/>
            <p:nvPr/>
          </p:nvSpPr>
          <p:spPr>
            <a:xfrm>
              <a:off x="6045597" y="4476513"/>
              <a:ext cx="5129" cy="10257"/>
            </a:xfrm>
            <a:custGeom>
              <a:avLst/>
              <a:gdLst>
                <a:gd name="connsiteX0" fmla="*/ 4696 w 5128"/>
                <a:gd name="connsiteY0" fmla="*/ 4059 h 10257"/>
                <a:gd name="connsiteX1" fmla="*/ 5722 w 5128"/>
                <a:gd name="connsiteY1" fmla="*/ 4572 h 10257"/>
                <a:gd name="connsiteX2" fmla="*/ 4183 w 5128"/>
                <a:gd name="connsiteY2" fmla="*/ 7136 h 10257"/>
                <a:gd name="connsiteX3" fmla="*/ 4696 w 5128"/>
                <a:gd name="connsiteY3" fmla="*/ 405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4696" y="4059"/>
                  </a:moveTo>
                  <a:cubicBezTo>
                    <a:pt x="5209" y="3546"/>
                    <a:pt x="5722" y="4059"/>
                    <a:pt x="5722" y="4572"/>
                  </a:cubicBezTo>
                  <a:cubicBezTo>
                    <a:pt x="5209" y="5085"/>
                    <a:pt x="4696" y="7649"/>
                    <a:pt x="4183" y="7136"/>
                  </a:cubicBezTo>
                  <a:cubicBezTo>
                    <a:pt x="3671" y="7136"/>
                    <a:pt x="3671" y="4572"/>
                    <a:pt x="4696" y="405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2717"/>
            <p:cNvSpPr/>
            <p:nvPr/>
          </p:nvSpPr>
          <p:spPr>
            <a:xfrm>
              <a:off x="6033699" y="4472278"/>
              <a:ext cx="5129" cy="5129"/>
            </a:xfrm>
            <a:custGeom>
              <a:avLst/>
              <a:gdLst>
                <a:gd name="connsiteX0" fmla="*/ 5824 w 5128"/>
                <a:gd name="connsiteY0" fmla="*/ 5217 h 5128"/>
                <a:gd name="connsiteX1" fmla="*/ 4798 w 5128"/>
                <a:gd name="connsiteY1" fmla="*/ 5730 h 5128"/>
                <a:gd name="connsiteX2" fmla="*/ 4285 w 5128"/>
                <a:gd name="connsiteY2" fmla="*/ 4192 h 5128"/>
                <a:gd name="connsiteX3" fmla="*/ 5824 w 5128"/>
                <a:gd name="connsiteY3" fmla="*/ 521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5128">
                  <a:moveTo>
                    <a:pt x="5824" y="5217"/>
                  </a:moveTo>
                  <a:cubicBezTo>
                    <a:pt x="5824" y="5730"/>
                    <a:pt x="5311" y="5730"/>
                    <a:pt x="4798" y="5730"/>
                  </a:cubicBezTo>
                  <a:cubicBezTo>
                    <a:pt x="4285" y="5217"/>
                    <a:pt x="3260" y="4704"/>
                    <a:pt x="4285" y="4192"/>
                  </a:cubicBezTo>
                  <a:cubicBezTo>
                    <a:pt x="4285" y="3166"/>
                    <a:pt x="5824" y="4704"/>
                    <a:pt x="5824" y="521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2718"/>
            <p:cNvSpPr/>
            <p:nvPr/>
          </p:nvSpPr>
          <p:spPr>
            <a:xfrm>
              <a:off x="6034651" y="4467494"/>
              <a:ext cx="5129" cy="10257"/>
            </a:xfrm>
            <a:custGeom>
              <a:avLst/>
              <a:gdLst>
                <a:gd name="connsiteX0" fmla="*/ 5385 w 5128"/>
                <a:gd name="connsiteY0" fmla="*/ 6411 h 10257"/>
                <a:gd name="connsiteX1" fmla="*/ 3847 w 5128"/>
                <a:gd name="connsiteY1" fmla="*/ 4872 h 10257"/>
                <a:gd name="connsiteX2" fmla="*/ 5385 w 5128"/>
                <a:gd name="connsiteY2" fmla="*/ 3847 h 10257"/>
                <a:gd name="connsiteX3" fmla="*/ 5385 w 5128"/>
                <a:gd name="connsiteY3" fmla="*/ 641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5385" y="6411"/>
                  </a:moveTo>
                  <a:cubicBezTo>
                    <a:pt x="4360" y="5898"/>
                    <a:pt x="3847" y="5385"/>
                    <a:pt x="3847" y="4872"/>
                  </a:cubicBezTo>
                  <a:cubicBezTo>
                    <a:pt x="3847" y="4359"/>
                    <a:pt x="4872" y="3847"/>
                    <a:pt x="5385" y="3847"/>
                  </a:cubicBezTo>
                  <a:cubicBezTo>
                    <a:pt x="5898" y="3847"/>
                    <a:pt x="6411" y="6924"/>
                    <a:pt x="5385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2719"/>
            <p:cNvSpPr/>
            <p:nvPr/>
          </p:nvSpPr>
          <p:spPr>
            <a:xfrm>
              <a:off x="6039640" y="4465754"/>
              <a:ext cx="10257" cy="10257"/>
            </a:xfrm>
            <a:custGeom>
              <a:avLst/>
              <a:gdLst>
                <a:gd name="connsiteX0" fmla="*/ 6038 w 10257"/>
                <a:gd name="connsiteY0" fmla="*/ 6612 h 10257"/>
                <a:gd name="connsiteX1" fmla="*/ 5012 w 10257"/>
                <a:gd name="connsiteY1" fmla="*/ 7125 h 10257"/>
                <a:gd name="connsiteX2" fmla="*/ 3986 w 10257"/>
                <a:gd name="connsiteY2" fmla="*/ 5073 h 10257"/>
                <a:gd name="connsiteX3" fmla="*/ 7064 w 10257"/>
                <a:gd name="connsiteY3" fmla="*/ 4048 h 10257"/>
                <a:gd name="connsiteX4" fmla="*/ 8602 w 10257"/>
                <a:gd name="connsiteY4" fmla="*/ 5073 h 10257"/>
                <a:gd name="connsiteX5" fmla="*/ 6038 w 10257"/>
                <a:gd name="connsiteY5" fmla="*/ 6612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6038" y="6612"/>
                  </a:moveTo>
                  <a:cubicBezTo>
                    <a:pt x="6038" y="7125"/>
                    <a:pt x="5525" y="7125"/>
                    <a:pt x="5012" y="7125"/>
                  </a:cubicBezTo>
                  <a:cubicBezTo>
                    <a:pt x="4499" y="6612"/>
                    <a:pt x="3474" y="5586"/>
                    <a:pt x="3986" y="5073"/>
                  </a:cubicBezTo>
                  <a:cubicBezTo>
                    <a:pt x="4499" y="4561"/>
                    <a:pt x="7064" y="4561"/>
                    <a:pt x="7064" y="4048"/>
                  </a:cubicBezTo>
                  <a:cubicBezTo>
                    <a:pt x="7064" y="3535"/>
                    <a:pt x="8602" y="4048"/>
                    <a:pt x="8602" y="5073"/>
                  </a:cubicBezTo>
                  <a:cubicBezTo>
                    <a:pt x="8089" y="6099"/>
                    <a:pt x="6038" y="6099"/>
                    <a:pt x="6038" y="661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2720"/>
            <p:cNvSpPr/>
            <p:nvPr/>
          </p:nvSpPr>
          <p:spPr>
            <a:xfrm>
              <a:off x="6203546" y="4217669"/>
              <a:ext cx="20515" cy="15386"/>
            </a:xfrm>
            <a:custGeom>
              <a:avLst/>
              <a:gdLst>
                <a:gd name="connsiteX0" fmla="*/ 16508 w 20514"/>
                <a:gd name="connsiteY0" fmla="*/ 8519 h 15386"/>
                <a:gd name="connsiteX1" fmla="*/ 18560 w 20514"/>
                <a:gd name="connsiteY1" fmla="*/ 10571 h 15386"/>
                <a:gd name="connsiteX2" fmla="*/ 12918 w 20514"/>
                <a:gd name="connsiteY2" fmla="*/ 11083 h 15386"/>
                <a:gd name="connsiteX3" fmla="*/ 6251 w 20514"/>
                <a:gd name="connsiteY3" fmla="*/ 15699 h 15386"/>
                <a:gd name="connsiteX4" fmla="*/ 4712 w 20514"/>
                <a:gd name="connsiteY4" fmla="*/ 15699 h 15386"/>
                <a:gd name="connsiteX5" fmla="*/ 4199 w 20514"/>
                <a:gd name="connsiteY5" fmla="*/ 13648 h 15386"/>
                <a:gd name="connsiteX6" fmla="*/ 5738 w 20514"/>
                <a:gd name="connsiteY6" fmla="*/ 10571 h 15386"/>
                <a:gd name="connsiteX7" fmla="*/ 5738 w 20514"/>
                <a:gd name="connsiteY7" fmla="*/ 7493 h 15386"/>
                <a:gd name="connsiteX8" fmla="*/ 7789 w 20514"/>
                <a:gd name="connsiteY8" fmla="*/ 3903 h 15386"/>
                <a:gd name="connsiteX9" fmla="*/ 16508 w 20514"/>
                <a:gd name="connsiteY9" fmla="*/ 8519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4" h="15386">
                  <a:moveTo>
                    <a:pt x="16508" y="8519"/>
                  </a:moveTo>
                  <a:cubicBezTo>
                    <a:pt x="18560" y="10058"/>
                    <a:pt x="19585" y="11083"/>
                    <a:pt x="18560" y="10571"/>
                  </a:cubicBezTo>
                  <a:cubicBezTo>
                    <a:pt x="18047" y="10058"/>
                    <a:pt x="14456" y="10058"/>
                    <a:pt x="12918" y="11083"/>
                  </a:cubicBezTo>
                  <a:cubicBezTo>
                    <a:pt x="10867" y="12109"/>
                    <a:pt x="6251" y="15186"/>
                    <a:pt x="6251" y="15699"/>
                  </a:cubicBezTo>
                  <a:cubicBezTo>
                    <a:pt x="6251" y="16725"/>
                    <a:pt x="4712" y="16212"/>
                    <a:pt x="4712" y="15699"/>
                  </a:cubicBezTo>
                  <a:cubicBezTo>
                    <a:pt x="4712" y="15186"/>
                    <a:pt x="3174" y="13648"/>
                    <a:pt x="4199" y="13648"/>
                  </a:cubicBezTo>
                  <a:cubicBezTo>
                    <a:pt x="4712" y="13648"/>
                    <a:pt x="5738" y="11083"/>
                    <a:pt x="5738" y="10571"/>
                  </a:cubicBezTo>
                  <a:cubicBezTo>
                    <a:pt x="5738" y="10058"/>
                    <a:pt x="5225" y="8006"/>
                    <a:pt x="5738" y="7493"/>
                  </a:cubicBezTo>
                  <a:cubicBezTo>
                    <a:pt x="6251" y="6981"/>
                    <a:pt x="7276" y="4416"/>
                    <a:pt x="7789" y="3903"/>
                  </a:cubicBezTo>
                  <a:cubicBezTo>
                    <a:pt x="7789" y="3390"/>
                    <a:pt x="14456" y="6468"/>
                    <a:pt x="16508" y="85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2721"/>
            <p:cNvSpPr/>
            <p:nvPr/>
          </p:nvSpPr>
          <p:spPr>
            <a:xfrm>
              <a:off x="5925409" y="4409400"/>
              <a:ext cx="5129" cy="5129"/>
            </a:xfrm>
            <a:custGeom>
              <a:avLst/>
              <a:gdLst>
                <a:gd name="connsiteX0" fmla="*/ 3847 w 5128"/>
                <a:gd name="connsiteY0" fmla="*/ 3986 h 5128"/>
                <a:gd name="connsiteX1" fmla="*/ 4360 w 5128"/>
                <a:gd name="connsiteY1" fmla="*/ 5012 h 5128"/>
                <a:gd name="connsiteX2" fmla="*/ 3847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3847" y="3986"/>
                  </a:moveTo>
                  <a:cubicBezTo>
                    <a:pt x="3847" y="3986"/>
                    <a:pt x="3847" y="5012"/>
                    <a:pt x="4360" y="5012"/>
                  </a:cubicBezTo>
                  <a:cubicBezTo>
                    <a:pt x="4360" y="4499"/>
                    <a:pt x="4360" y="3473"/>
                    <a:pt x="3847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2722"/>
            <p:cNvSpPr/>
            <p:nvPr/>
          </p:nvSpPr>
          <p:spPr>
            <a:xfrm>
              <a:off x="5989306" y="4416580"/>
              <a:ext cx="5129" cy="5129"/>
            </a:xfrm>
            <a:custGeom>
              <a:avLst/>
              <a:gdLst>
                <a:gd name="connsiteX0" fmla="*/ 4059 w 5128"/>
                <a:gd name="connsiteY0" fmla="*/ 3986 h 5128"/>
                <a:gd name="connsiteX1" fmla="*/ 4572 w 5128"/>
                <a:gd name="connsiteY1" fmla="*/ 5012 h 5128"/>
                <a:gd name="connsiteX2" fmla="*/ 4059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4059" y="3986"/>
                  </a:moveTo>
                  <a:cubicBezTo>
                    <a:pt x="3546" y="3986"/>
                    <a:pt x="4059" y="5012"/>
                    <a:pt x="4572" y="5012"/>
                  </a:cubicBezTo>
                  <a:cubicBezTo>
                    <a:pt x="4572" y="4499"/>
                    <a:pt x="4572" y="3473"/>
                    <a:pt x="4059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2723"/>
            <p:cNvSpPr/>
            <p:nvPr/>
          </p:nvSpPr>
          <p:spPr>
            <a:xfrm>
              <a:off x="10817183" y="5110636"/>
              <a:ext cx="35901" cy="51287"/>
            </a:xfrm>
            <a:custGeom>
              <a:avLst/>
              <a:gdLst>
                <a:gd name="connsiteX0" fmla="*/ 3847 w 35901"/>
                <a:gd name="connsiteY0" fmla="*/ 29490 h 51287"/>
                <a:gd name="connsiteX1" fmla="*/ 36670 w 35901"/>
                <a:gd name="connsiteY1" fmla="*/ 3847 h 51287"/>
                <a:gd name="connsiteX2" fmla="*/ 31542 w 35901"/>
                <a:gd name="connsiteY2" fmla="*/ 50005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01" h="51287">
                  <a:moveTo>
                    <a:pt x="3847" y="29490"/>
                  </a:moveTo>
                  <a:lnTo>
                    <a:pt x="36670" y="3847"/>
                  </a:lnTo>
                  <a:lnTo>
                    <a:pt x="31542" y="5000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2724"/>
            <p:cNvSpPr/>
            <p:nvPr/>
          </p:nvSpPr>
          <p:spPr>
            <a:xfrm>
              <a:off x="10856161" y="4939337"/>
              <a:ext cx="446199" cy="220535"/>
            </a:xfrm>
            <a:custGeom>
              <a:avLst/>
              <a:gdLst>
                <a:gd name="connsiteX0" fmla="*/ 445430 w 446198"/>
                <a:gd name="connsiteY0" fmla="*/ 177197 h 220535"/>
                <a:gd name="connsiteX1" fmla="*/ 200790 w 446198"/>
                <a:gd name="connsiteY1" fmla="*/ 217201 h 220535"/>
                <a:gd name="connsiteX2" fmla="*/ 3847 w 446198"/>
                <a:gd name="connsiteY2" fmla="*/ 44363 h 220535"/>
                <a:gd name="connsiteX3" fmla="*/ 247974 w 446198"/>
                <a:gd name="connsiteY3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98" h="220535">
                  <a:moveTo>
                    <a:pt x="445430" y="177197"/>
                  </a:moveTo>
                  <a:lnTo>
                    <a:pt x="200790" y="217201"/>
                  </a:lnTo>
                  <a:lnTo>
                    <a:pt x="3847" y="44363"/>
                  </a:lnTo>
                  <a:lnTo>
                    <a:pt x="247974" y="3847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2725"/>
            <p:cNvSpPr/>
            <p:nvPr/>
          </p:nvSpPr>
          <p:spPr>
            <a:xfrm>
              <a:off x="11054130" y="4939850"/>
              <a:ext cx="251307" cy="220535"/>
            </a:xfrm>
            <a:custGeom>
              <a:avLst/>
              <a:gdLst>
                <a:gd name="connsiteX0" fmla="*/ 247974 w 251307"/>
                <a:gd name="connsiteY0" fmla="*/ 176684 h 220535"/>
                <a:gd name="connsiteX1" fmla="*/ 3847 w 251307"/>
                <a:gd name="connsiteY1" fmla="*/ 217201 h 220535"/>
                <a:gd name="connsiteX2" fmla="*/ 51031 w 251307"/>
                <a:gd name="connsiteY2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307" h="220535">
                  <a:moveTo>
                    <a:pt x="247974" y="176684"/>
                  </a:moveTo>
                  <a:lnTo>
                    <a:pt x="3847" y="217201"/>
                  </a:lnTo>
                  <a:lnTo>
                    <a:pt x="51031" y="3847"/>
                  </a:lnTo>
                  <a:close/>
                </a:path>
              </a:pathLst>
            </a:custGeom>
            <a:solidFill>
              <a:srgbClr val="4B4F52">
                <a:alpha val="3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2726"/>
            <p:cNvSpPr/>
            <p:nvPr/>
          </p:nvSpPr>
          <p:spPr>
            <a:xfrm>
              <a:off x="10916657" y="5066529"/>
              <a:ext cx="287208" cy="184634"/>
            </a:xfrm>
            <a:custGeom>
              <a:avLst/>
              <a:gdLst>
                <a:gd name="connsiteX0" fmla="*/ 137729 w 287208"/>
                <a:gd name="connsiteY0" fmla="*/ 105395 h 184633"/>
                <a:gd name="connsiteX1" fmla="*/ 20281 w 287208"/>
                <a:gd name="connsiteY1" fmla="*/ 3847 h 184633"/>
                <a:gd name="connsiteX2" fmla="*/ 4382 w 287208"/>
                <a:gd name="connsiteY2" fmla="*/ 74623 h 184633"/>
                <a:gd name="connsiteX3" fmla="*/ 125420 w 287208"/>
                <a:gd name="connsiteY3" fmla="*/ 170017 h 184633"/>
                <a:gd name="connsiteX4" fmla="*/ 271076 w 287208"/>
                <a:gd name="connsiteY4" fmla="*/ 154631 h 184633"/>
                <a:gd name="connsiteX5" fmla="*/ 286975 w 287208"/>
                <a:gd name="connsiteY5" fmla="*/ 81290 h 184633"/>
                <a:gd name="connsiteX6" fmla="*/ 137729 w 287208"/>
                <a:gd name="connsiteY6" fmla="*/ 105395 h 18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208" h="184633">
                  <a:moveTo>
                    <a:pt x="137729" y="105395"/>
                  </a:moveTo>
                  <a:lnTo>
                    <a:pt x="20281" y="3847"/>
                  </a:lnTo>
                  <a:lnTo>
                    <a:pt x="4382" y="74623"/>
                  </a:lnTo>
                  <a:cubicBezTo>
                    <a:pt x="-2285" y="105395"/>
                    <a:pt x="54131" y="148476"/>
                    <a:pt x="125420" y="170017"/>
                  </a:cubicBezTo>
                  <a:cubicBezTo>
                    <a:pt x="197222" y="191558"/>
                    <a:pt x="264409" y="185403"/>
                    <a:pt x="271076" y="154631"/>
                  </a:cubicBezTo>
                  <a:lnTo>
                    <a:pt x="286975" y="81290"/>
                  </a:lnTo>
                  <a:lnTo>
                    <a:pt x="137729" y="10539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2727"/>
            <p:cNvSpPr/>
            <p:nvPr/>
          </p:nvSpPr>
          <p:spPr>
            <a:xfrm>
              <a:off x="10847442" y="5003446"/>
              <a:ext cx="66673" cy="117961"/>
            </a:xfrm>
            <a:custGeom>
              <a:avLst/>
              <a:gdLst>
                <a:gd name="connsiteX0" fmla="*/ 63852 w 66673"/>
                <a:gd name="connsiteY0" fmla="*/ 3847 h 117960"/>
                <a:gd name="connsiteX1" fmla="*/ 3847 w 66673"/>
                <a:gd name="connsiteY1" fmla="*/ 115653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3" h="117960">
                  <a:moveTo>
                    <a:pt x="63852" y="3847"/>
                  </a:moveTo>
                  <a:lnTo>
                    <a:pt x="3847" y="115653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2728"/>
            <p:cNvSpPr/>
            <p:nvPr/>
          </p:nvSpPr>
          <p:spPr>
            <a:xfrm>
              <a:off x="10834886" y="5101856"/>
              <a:ext cx="30772" cy="35901"/>
            </a:xfrm>
            <a:custGeom>
              <a:avLst/>
              <a:gdLst>
                <a:gd name="connsiteX0" fmla="*/ 26660 w 30772"/>
                <a:gd name="connsiteY0" fmla="*/ 25448 h 35901"/>
                <a:gd name="connsiteX1" fmla="*/ 9735 w 30772"/>
                <a:gd name="connsiteY1" fmla="*/ 30064 h 35901"/>
                <a:gd name="connsiteX2" fmla="*/ 5633 w 30772"/>
                <a:gd name="connsiteY2" fmla="*/ 10575 h 35901"/>
                <a:gd name="connsiteX3" fmla="*/ 22557 w 30772"/>
                <a:gd name="connsiteY3" fmla="*/ 5959 h 35901"/>
                <a:gd name="connsiteX4" fmla="*/ 26660 w 30772"/>
                <a:gd name="connsiteY4" fmla="*/ 25448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72" h="35901">
                  <a:moveTo>
                    <a:pt x="26660" y="25448"/>
                  </a:moveTo>
                  <a:cubicBezTo>
                    <a:pt x="23071" y="32115"/>
                    <a:pt x="15890" y="34167"/>
                    <a:pt x="9735" y="30064"/>
                  </a:cubicBezTo>
                  <a:cubicBezTo>
                    <a:pt x="4094" y="25961"/>
                    <a:pt x="2042" y="17242"/>
                    <a:pt x="5633" y="10575"/>
                  </a:cubicBezTo>
                  <a:cubicBezTo>
                    <a:pt x="9223" y="3907"/>
                    <a:pt x="16403" y="1856"/>
                    <a:pt x="22557" y="5959"/>
                  </a:cubicBezTo>
                  <a:cubicBezTo>
                    <a:pt x="28199" y="10062"/>
                    <a:pt x="29738" y="18781"/>
                    <a:pt x="26660" y="25448"/>
                  </a:cubicBez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2729"/>
            <p:cNvSpPr/>
            <p:nvPr/>
          </p:nvSpPr>
          <p:spPr>
            <a:xfrm>
              <a:off x="5245918" y="4558111"/>
              <a:ext cx="343624" cy="343624"/>
            </a:xfrm>
            <a:custGeom>
              <a:avLst/>
              <a:gdLst>
                <a:gd name="connsiteX0" fmla="*/ 260218 w 343624"/>
                <a:gd name="connsiteY0" fmla="*/ 29139 h 343624"/>
                <a:gd name="connsiteX1" fmla="*/ 133539 w 343624"/>
                <a:gd name="connsiteY1" fmla="*/ 8624 h 343624"/>
                <a:gd name="connsiteX2" fmla="*/ 28913 w 343624"/>
                <a:gd name="connsiteY2" fmla="*/ 84016 h 343624"/>
                <a:gd name="connsiteX3" fmla="*/ 8398 w 343624"/>
                <a:gd name="connsiteY3" fmla="*/ 210696 h 343624"/>
                <a:gd name="connsiteX4" fmla="*/ 210470 w 343624"/>
                <a:gd name="connsiteY4" fmla="*/ 335837 h 343624"/>
                <a:gd name="connsiteX5" fmla="*/ 315096 w 343624"/>
                <a:gd name="connsiteY5" fmla="*/ 260444 h 343624"/>
                <a:gd name="connsiteX6" fmla="*/ 335611 w 343624"/>
                <a:gd name="connsiteY6" fmla="*/ 133765 h 343624"/>
                <a:gd name="connsiteX7" fmla="*/ 260218 w 343624"/>
                <a:gd name="connsiteY7" fmla="*/ 29139 h 343624"/>
                <a:gd name="connsiteX8" fmla="*/ 294581 w 343624"/>
                <a:gd name="connsiteY8" fmla="*/ 247623 h 343624"/>
                <a:gd name="connsiteX9" fmla="*/ 204828 w 343624"/>
                <a:gd name="connsiteY9" fmla="*/ 312245 h 343624"/>
                <a:gd name="connsiteX10" fmla="*/ 30965 w 343624"/>
                <a:gd name="connsiteY10" fmla="*/ 204541 h 343624"/>
                <a:gd name="connsiteX11" fmla="*/ 48915 w 343624"/>
                <a:gd name="connsiteY11" fmla="*/ 95812 h 343624"/>
                <a:gd name="connsiteX12" fmla="*/ 138668 w 343624"/>
                <a:gd name="connsiteY12" fmla="*/ 31191 h 343624"/>
                <a:gd name="connsiteX13" fmla="*/ 247909 w 343624"/>
                <a:gd name="connsiteY13" fmla="*/ 49141 h 343624"/>
                <a:gd name="connsiteX14" fmla="*/ 312531 w 343624"/>
                <a:gd name="connsiteY14" fmla="*/ 138894 h 343624"/>
                <a:gd name="connsiteX15" fmla="*/ 294581 w 343624"/>
                <a:gd name="connsiteY15" fmla="*/ 247623 h 34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3624" h="343624">
                  <a:moveTo>
                    <a:pt x="260218" y="29139"/>
                  </a:moveTo>
                  <a:cubicBezTo>
                    <a:pt x="222266" y="5547"/>
                    <a:pt x="177133" y="-2146"/>
                    <a:pt x="133539" y="8624"/>
                  </a:cubicBezTo>
                  <a:cubicBezTo>
                    <a:pt x="89945" y="18882"/>
                    <a:pt x="52505" y="45551"/>
                    <a:pt x="28913" y="84016"/>
                  </a:cubicBezTo>
                  <a:cubicBezTo>
                    <a:pt x="5321" y="121969"/>
                    <a:pt x="-1859" y="167102"/>
                    <a:pt x="8398" y="210696"/>
                  </a:cubicBezTo>
                  <a:cubicBezTo>
                    <a:pt x="29426" y="300961"/>
                    <a:pt x="120204" y="356864"/>
                    <a:pt x="210470" y="335837"/>
                  </a:cubicBezTo>
                  <a:cubicBezTo>
                    <a:pt x="254064" y="325579"/>
                    <a:pt x="291504" y="298910"/>
                    <a:pt x="315096" y="260444"/>
                  </a:cubicBezTo>
                  <a:cubicBezTo>
                    <a:pt x="338688" y="222492"/>
                    <a:pt x="345868" y="177359"/>
                    <a:pt x="335611" y="133765"/>
                  </a:cubicBezTo>
                  <a:cubicBezTo>
                    <a:pt x="324840" y="89658"/>
                    <a:pt x="298171" y="52731"/>
                    <a:pt x="260218" y="29139"/>
                  </a:cubicBezTo>
                  <a:close/>
                  <a:moveTo>
                    <a:pt x="294581" y="247623"/>
                  </a:moveTo>
                  <a:cubicBezTo>
                    <a:pt x="274066" y="280446"/>
                    <a:pt x="242268" y="303526"/>
                    <a:pt x="204828" y="312245"/>
                  </a:cubicBezTo>
                  <a:cubicBezTo>
                    <a:pt x="127385" y="330708"/>
                    <a:pt x="49428" y="282498"/>
                    <a:pt x="30965" y="204541"/>
                  </a:cubicBezTo>
                  <a:cubicBezTo>
                    <a:pt x="22246" y="167102"/>
                    <a:pt x="28400" y="128636"/>
                    <a:pt x="48915" y="95812"/>
                  </a:cubicBezTo>
                  <a:cubicBezTo>
                    <a:pt x="69430" y="62989"/>
                    <a:pt x="101228" y="39909"/>
                    <a:pt x="138668" y="31191"/>
                  </a:cubicBezTo>
                  <a:cubicBezTo>
                    <a:pt x="176107" y="22472"/>
                    <a:pt x="215086" y="28626"/>
                    <a:pt x="247909" y="49141"/>
                  </a:cubicBezTo>
                  <a:cubicBezTo>
                    <a:pt x="280733" y="69656"/>
                    <a:pt x="303813" y="101454"/>
                    <a:pt x="312531" y="138894"/>
                  </a:cubicBezTo>
                  <a:cubicBezTo>
                    <a:pt x="320737" y="176333"/>
                    <a:pt x="314583" y="214799"/>
                    <a:pt x="294581" y="24762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2730"/>
            <p:cNvSpPr/>
            <p:nvPr/>
          </p:nvSpPr>
          <p:spPr>
            <a:xfrm>
              <a:off x="5574384" y="4814331"/>
              <a:ext cx="246179" cy="174377"/>
            </a:xfrm>
            <a:custGeom>
              <a:avLst/>
              <a:gdLst>
                <a:gd name="connsiteX0" fmla="*/ 238963 w 246178"/>
                <a:gd name="connsiteY0" fmla="*/ 161164 h 174376"/>
                <a:gd name="connsiteX1" fmla="*/ 238963 w 246178"/>
                <a:gd name="connsiteY1" fmla="*/ 161164 h 174376"/>
                <a:gd name="connsiteX2" fmla="*/ 184086 w 246178"/>
                <a:gd name="connsiteY2" fmla="*/ 167831 h 174376"/>
                <a:gd name="connsiteX3" fmla="*/ 26634 w 246178"/>
                <a:gd name="connsiteY3" fmla="*/ 69872 h 174376"/>
                <a:gd name="connsiteX4" fmla="*/ 8171 w 246178"/>
                <a:gd name="connsiteY4" fmla="*/ 18072 h 174376"/>
                <a:gd name="connsiteX5" fmla="*/ 8171 w 246178"/>
                <a:gd name="connsiteY5" fmla="*/ 18072 h 174376"/>
                <a:gd name="connsiteX6" fmla="*/ 62535 w 246178"/>
                <a:gd name="connsiteY6" fmla="*/ 11405 h 174376"/>
                <a:gd name="connsiteX7" fmla="*/ 220500 w 246178"/>
                <a:gd name="connsiteY7" fmla="*/ 109363 h 174376"/>
                <a:gd name="connsiteX8" fmla="*/ 238963 w 246178"/>
                <a:gd name="connsiteY8" fmla="*/ 161164 h 174376"/>
                <a:gd name="connsiteX9" fmla="*/ 238963 w 246178"/>
                <a:gd name="connsiteY9" fmla="*/ 161164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178" h="174376">
                  <a:moveTo>
                    <a:pt x="238963" y="161164"/>
                  </a:moveTo>
                  <a:lnTo>
                    <a:pt x="238963" y="161164"/>
                  </a:lnTo>
                  <a:cubicBezTo>
                    <a:pt x="228706" y="177063"/>
                    <a:pt x="204601" y="180140"/>
                    <a:pt x="184086" y="167831"/>
                  </a:cubicBezTo>
                  <a:lnTo>
                    <a:pt x="26634" y="69872"/>
                  </a:lnTo>
                  <a:cubicBezTo>
                    <a:pt x="6632" y="57563"/>
                    <a:pt x="-2087" y="33971"/>
                    <a:pt x="8171" y="18072"/>
                  </a:cubicBezTo>
                  <a:cubicBezTo>
                    <a:pt x="8171" y="18072"/>
                    <a:pt x="8171" y="18072"/>
                    <a:pt x="8171" y="18072"/>
                  </a:cubicBezTo>
                  <a:cubicBezTo>
                    <a:pt x="17915" y="2173"/>
                    <a:pt x="42533" y="-904"/>
                    <a:pt x="62535" y="11405"/>
                  </a:cubicBezTo>
                  <a:lnTo>
                    <a:pt x="220500" y="109363"/>
                  </a:lnTo>
                  <a:cubicBezTo>
                    <a:pt x="241015" y="121672"/>
                    <a:pt x="249221" y="145264"/>
                    <a:pt x="238963" y="161164"/>
                  </a:cubicBezTo>
                  <a:lnTo>
                    <a:pt x="238963" y="161164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2731"/>
            <p:cNvSpPr/>
            <p:nvPr/>
          </p:nvSpPr>
          <p:spPr>
            <a:xfrm>
              <a:off x="5568488" y="4805273"/>
              <a:ext cx="92317" cy="92317"/>
            </a:xfrm>
            <a:custGeom>
              <a:avLst/>
              <a:gdLst>
                <a:gd name="connsiteX0" fmla="*/ 82278 w 92316"/>
                <a:gd name="connsiteY0" fmla="*/ 69698 h 92316"/>
                <a:gd name="connsiteX1" fmla="*/ 82278 w 92316"/>
                <a:gd name="connsiteY1" fmla="*/ 69698 h 92316"/>
                <a:gd name="connsiteX2" fmla="*/ 53557 w 92316"/>
                <a:gd name="connsiteY2" fmla="*/ 92265 h 92316"/>
                <a:gd name="connsiteX3" fmla="*/ 6886 w 92316"/>
                <a:gd name="connsiteY3" fmla="*/ 63031 h 92316"/>
                <a:gd name="connsiteX4" fmla="*/ 14066 w 92316"/>
                <a:gd name="connsiteY4" fmla="*/ 27130 h 92316"/>
                <a:gd name="connsiteX5" fmla="*/ 14066 w 92316"/>
                <a:gd name="connsiteY5" fmla="*/ 27130 h 92316"/>
                <a:gd name="connsiteX6" fmla="*/ 42787 w 92316"/>
                <a:gd name="connsiteY6" fmla="*/ 4564 h 92316"/>
                <a:gd name="connsiteX7" fmla="*/ 89458 w 92316"/>
                <a:gd name="connsiteY7" fmla="*/ 33797 h 92316"/>
                <a:gd name="connsiteX8" fmla="*/ 82278 w 92316"/>
                <a:gd name="connsiteY8" fmla="*/ 69698 h 92316"/>
                <a:gd name="connsiteX9" fmla="*/ 82278 w 92316"/>
                <a:gd name="connsiteY9" fmla="*/ 69698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316" h="92316">
                  <a:moveTo>
                    <a:pt x="82278" y="69698"/>
                  </a:moveTo>
                  <a:lnTo>
                    <a:pt x="82278" y="69698"/>
                  </a:lnTo>
                  <a:cubicBezTo>
                    <a:pt x="72534" y="85597"/>
                    <a:pt x="59199" y="95855"/>
                    <a:pt x="53557" y="92265"/>
                  </a:cubicBezTo>
                  <a:lnTo>
                    <a:pt x="6886" y="63031"/>
                  </a:lnTo>
                  <a:cubicBezTo>
                    <a:pt x="732" y="59441"/>
                    <a:pt x="4322" y="43029"/>
                    <a:pt x="14066" y="27130"/>
                  </a:cubicBezTo>
                  <a:cubicBezTo>
                    <a:pt x="14066" y="27130"/>
                    <a:pt x="14066" y="27130"/>
                    <a:pt x="14066" y="27130"/>
                  </a:cubicBezTo>
                  <a:cubicBezTo>
                    <a:pt x="23811" y="11231"/>
                    <a:pt x="36633" y="974"/>
                    <a:pt x="42787" y="4564"/>
                  </a:cubicBezTo>
                  <a:lnTo>
                    <a:pt x="89458" y="33797"/>
                  </a:lnTo>
                  <a:cubicBezTo>
                    <a:pt x="95100" y="37387"/>
                    <a:pt x="92023" y="53286"/>
                    <a:pt x="82278" y="69698"/>
                  </a:cubicBezTo>
                  <a:lnTo>
                    <a:pt x="82278" y="69698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2733"/>
            <p:cNvSpPr/>
            <p:nvPr/>
          </p:nvSpPr>
          <p:spPr>
            <a:xfrm>
              <a:off x="5269283" y="4582121"/>
              <a:ext cx="292337" cy="292337"/>
            </a:xfrm>
            <a:custGeom>
              <a:avLst/>
              <a:gdLst>
                <a:gd name="connsiteX0" fmla="*/ 25551 w 292337"/>
                <a:gd name="connsiteY0" fmla="*/ 72315 h 292337"/>
                <a:gd name="connsiteX1" fmla="*/ 7600 w 292337"/>
                <a:gd name="connsiteY1" fmla="*/ 181044 h 292337"/>
                <a:gd name="connsiteX2" fmla="*/ 181464 w 292337"/>
                <a:gd name="connsiteY2" fmla="*/ 288747 h 292337"/>
                <a:gd name="connsiteX3" fmla="*/ 271216 w 292337"/>
                <a:gd name="connsiteY3" fmla="*/ 224125 h 292337"/>
                <a:gd name="connsiteX4" fmla="*/ 271216 w 292337"/>
                <a:gd name="connsiteY4" fmla="*/ 224125 h 292337"/>
                <a:gd name="connsiteX5" fmla="*/ 289167 w 292337"/>
                <a:gd name="connsiteY5" fmla="*/ 115396 h 292337"/>
                <a:gd name="connsiteX6" fmla="*/ 224545 w 292337"/>
                <a:gd name="connsiteY6" fmla="*/ 25643 h 292337"/>
                <a:gd name="connsiteX7" fmla="*/ 115303 w 292337"/>
                <a:gd name="connsiteY7" fmla="*/ 7693 h 292337"/>
                <a:gd name="connsiteX8" fmla="*/ 25551 w 292337"/>
                <a:gd name="connsiteY8" fmla="*/ 72315 h 292337"/>
                <a:gd name="connsiteX9" fmla="*/ 25551 w 292337"/>
                <a:gd name="connsiteY9" fmla="*/ 72315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337" h="292337">
                  <a:moveTo>
                    <a:pt x="25551" y="72315"/>
                  </a:moveTo>
                  <a:cubicBezTo>
                    <a:pt x="5549" y="105139"/>
                    <a:pt x="-1119" y="143604"/>
                    <a:pt x="7600" y="181044"/>
                  </a:cubicBezTo>
                  <a:cubicBezTo>
                    <a:pt x="26064" y="258487"/>
                    <a:pt x="103507" y="306697"/>
                    <a:pt x="181464" y="288747"/>
                  </a:cubicBezTo>
                  <a:cubicBezTo>
                    <a:pt x="218903" y="280028"/>
                    <a:pt x="250701" y="256949"/>
                    <a:pt x="271216" y="224125"/>
                  </a:cubicBezTo>
                  <a:lnTo>
                    <a:pt x="271216" y="224125"/>
                  </a:lnTo>
                  <a:cubicBezTo>
                    <a:pt x="291731" y="191301"/>
                    <a:pt x="297886" y="152836"/>
                    <a:pt x="289167" y="115396"/>
                  </a:cubicBezTo>
                  <a:cubicBezTo>
                    <a:pt x="280448" y="77956"/>
                    <a:pt x="257369" y="46158"/>
                    <a:pt x="224545" y="25643"/>
                  </a:cubicBezTo>
                  <a:cubicBezTo>
                    <a:pt x="191721" y="5128"/>
                    <a:pt x="152743" y="-1026"/>
                    <a:pt x="115303" y="7693"/>
                  </a:cubicBezTo>
                  <a:cubicBezTo>
                    <a:pt x="77351" y="16412"/>
                    <a:pt x="45553" y="38978"/>
                    <a:pt x="25551" y="72315"/>
                  </a:cubicBezTo>
                  <a:lnTo>
                    <a:pt x="25551" y="72315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2734"/>
            <p:cNvSpPr/>
            <p:nvPr/>
          </p:nvSpPr>
          <p:spPr>
            <a:xfrm>
              <a:off x="5282517" y="4594920"/>
              <a:ext cx="179505" cy="266694"/>
            </a:xfrm>
            <a:custGeom>
              <a:avLst/>
              <a:gdLst>
                <a:gd name="connsiteX0" fmla="*/ 99505 w 179505"/>
                <a:gd name="connsiteY0" fmla="*/ 253894 h 266693"/>
                <a:gd name="connsiteX1" fmla="*/ 40524 w 179505"/>
                <a:gd name="connsiteY1" fmla="*/ 172348 h 266693"/>
                <a:gd name="connsiteX2" fmla="*/ 56936 w 179505"/>
                <a:gd name="connsiteY2" fmla="*/ 73363 h 266693"/>
                <a:gd name="connsiteX3" fmla="*/ 138483 w 179505"/>
                <a:gd name="connsiteY3" fmla="*/ 14383 h 266693"/>
                <a:gd name="connsiteX4" fmla="*/ 138483 w 179505"/>
                <a:gd name="connsiteY4" fmla="*/ 14383 h 266693"/>
                <a:gd name="connsiteX5" fmla="*/ 178487 w 179505"/>
                <a:gd name="connsiteY5" fmla="*/ 11306 h 266693"/>
                <a:gd name="connsiteX6" fmla="*/ 105146 w 179505"/>
                <a:gd name="connsiteY6" fmla="*/ 7203 h 266693"/>
                <a:gd name="connsiteX7" fmla="*/ 105146 w 179505"/>
                <a:gd name="connsiteY7" fmla="*/ 7203 h 266693"/>
                <a:gd name="connsiteX8" fmla="*/ 23600 w 179505"/>
                <a:gd name="connsiteY8" fmla="*/ 66183 h 266693"/>
                <a:gd name="connsiteX9" fmla="*/ 7188 w 179505"/>
                <a:gd name="connsiteY9" fmla="*/ 165167 h 266693"/>
                <a:gd name="connsiteX10" fmla="*/ 66168 w 179505"/>
                <a:gd name="connsiteY10" fmla="*/ 246714 h 266693"/>
                <a:gd name="connsiteX11" fmla="*/ 125661 w 179505"/>
                <a:gd name="connsiteY11" fmla="*/ 266203 h 266693"/>
                <a:gd name="connsiteX12" fmla="*/ 99505 w 179505"/>
                <a:gd name="connsiteY12" fmla="*/ 253894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505" h="266693">
                  <a:moveTo>
                    <a:pt x="99505" y="253894"/>
                  </a:moveTo>
                  <a:cubicBezTo>
                    <a:pt x="69758" y="235431"/>
                    <a:pt x="48730" y="206197"/>
                    <a:pt x="40524" y="172348"/>
                  </a:cubicBezTo>
                  <a:cubicBezTo>
                    <a:pt x="32318" y="138498"/>
                    <a:pt x="38473" y="103110"/>
                    <a:pt x="56936" y="73363"/>
                  </a:cubicBezTo>
                  <a:cubicBezTo>
                    <a:pt x="75400" y="43617"/>
                    <a:pt x="104633" y="22589"/>
                    <a:pt x="138483" y="14383"/>
                  </a:cubicBezTo>
                  <a:lnTo>
                    <a:pt x="138483" y="14383"/>
                  </a:lnTo>
                  <a:cubicBezTo>
                    <a:pt x="151818" y="11306"/>
                    <a:pt x="165152" y="10280"/>
                    <a:pt x="178487" y="11306"/>
                  </a:cubicBezTo>
                  <a:cubicBezTo>
                    <a:pt x="154895" y="3100"/>
                    <a:pt x="129764" y="1561"/>
                    <a:pt x="105146" y="7203"/>
                  </a:cubicBezTo>
                  <a:lnTo>
                    <a:pt x="105146" y="7203"/>
                  </a:lnTo>
                  <a:cubicBezTo>
                    <a:pt x="70784" y="15409"/>
                    <a:pt x="42063" y="36437"/>
                    <a:pt x="23600" y="66183"/>
                  </a:cubicBezTo>
                  <a:cubicBezTo>
                    <a:pt x="5136" y="95930"/>
                    <a:pt x="-505" y="131318"/>
                    <a:pt x="7188" y="165167"/>
                  </a:cubicBezTo>
                  <a:cubicBezTo>
                    <a:pt x="15394" y="199530"/>
                    <a:pt x="35909" y="228251"/>
                    <a:pt x="66168" y="246714"/>
                  </a:cubicBezTo>
                  <a:cubicBezTo>
                    <a:pt x="84631" y="257997"/>
                    <a:pt x="104633" y="264665"/>
                    <a:pt x="125661" y="266203"/>
                  </a:cubicBezTo>
                  <a:cubicBezTo>
                    <a:pt x="115916" y="263126"/>
                    <a:pt x="107711" y="259023"/>
                    <a:pt x="99505" y="25389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2735"/>
            <p:cNvSpPr/>
            <p:nvPr/>
          </p:nvSpPr>
          <p:spPr>
            <a:xfrm>
              <a:off x="5254930" y="4572120"/>
              <a:ext cx="200020" cy="317981"/>
            </a:xfrm>
            <a:custGeom>
              <a:avLst/>
              <a:gdLst>
                <a:gd name="connsiteX0" fmla="*/ 195816 w 200020"/>
                <a:gd name="connsiteY0" fmla="*/ 298748 h 317980"/>
                <a:gd name="connsiteX1" fmla="*/ 21952 w 200020"/>
                <a:gd name="connsiteY1" fmla="*/ 191045 h 317980"/>
                <a:gd name="connsiteX2" fmla="*/ 39903 w 200020"/>
                <a:gd name="connsiteY2" fmla="*/ 82316 h 317980"/>
                <a:gd name="connsiteX3" fmla="*/ 129655 w 200020"/>
                <a:gd name="connsiteY3" fmla="*/ 17694 h 317980"/>
                <a:gd name="connsiteX4" fmla="*/ 129655 w 200020"/>
                <a:gd name="connsiteY4" fmla="*/ 17694 h 317980"/>
                <a:gd name="connsiteX5" fmla="*/ 126578 w 200020"/>
                <a:gd name="connsiteY5" fmla="*/ 3847 h 317980"/>
                <a:gd name="connsiteX6" fmla="*/ 126065 w 200020"/>
                <a:gd name="connsiteY6" fmla="*/ 3847 h 317980"/>
                <a:gd name="connsiteX7" fmla="*/ 27594 w 200020"/>
                <a:gd name="connsiteY7" fmla="*/ 74623 h 317980"/>
                <a:gd name="connsiteX8" fmla="*/ 8105 w 200020"/>
                <a:gd name="connsiteY8" fmla="*/ 194122 h 317980"/>
                <a:gd name="connsiteX9" fmla="*/ 198893 w 200020"/>
                <a:gd name="connsiteY9" fmla="*/ 312083 h 317980"/>
                <a:gd name="connsiteX10" fmla="*/ 195816 w 200020"/>
                <a:gd name="connsiteY10" fmla="*/ 298748 h 317980"/>
                <a:gd name="connsiteX11" fmla="*/ 195816 w 200020"/>
                <a:gd name="connsiteY11" fmla="*/ 29874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0" h="317980">
                  <a:moveTo>
                    <a:pt x="195816" y="298748"/>
                  </a:moveTo>
                  <a:cubicBezTo>
                    <a:pt x="118372" y="317211"/>
                    <a:pt x="40416" y="269002"/>
                    <a:pt x="21952" y="191045"/>
                  </a:cubicBezTo>
                  <a:cubicBezTo>
                    <a:pt x="13233" y="153605"/>
                    <a:pt x="19388" y="115140"/>
                    <a:pt x="39903" y="82316"/>
                  </a:cubicBezTo>
                  <a:cubicBezTo>
                    <a:pt x="60418" y="49492"/>
                    <a:pt x="92216" y="26413"/>
                    <a:pt x="129655" y="17694"/>
                  </a:cubicBezTo>
                  <a:lnTo>
                    <a:pt x="129655" y="17694"/>
                  </a:lnTo>
                  <a:lnTo>
                    <a:pt x="126578" y="3847"/>
                  </a:lnTo>
                  <a:cubicBezTo>
                    <a:pt x="126578" y="3847"/>
                    <a:pt x="126578" y="3847"/>
                    <a:pt x="126065" y="3847"/>
                  </a:cubicBezTo>
                  <a:cubicBezTo>
                    <a:pt x="85035" y="13591"/>
                    <a:pt x="50160" y="38722"/>
                    <a:pt x="27594" y="74623"/>
                  </a:cubicBezTo>
                  <a:cubicBezTo>
                    <a:pt x="5540" y="110524"/>
                    <a:pt x="-1640" y="153092"/>
                    <a:pt x="8105" y="194122"/>
                  </a:cubicBezTo>
                  <a:cubicBezTo>
                    <a:pt x="28107" y="279259"/>
                    <a:pt x="113756" y="332085"/>
                    <a:pt x="198893" y="312083"/>
                  </a:cubicBezTo>
                  <a:lnTo>
                    <a:pt x="195816" y="298748"/>
                  </a:lnTo>
                  <a:lnTo>
                    <a:pt x="195816" y="298748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2736"/>
            <p:cNvSpPr/>
            <p:nvPr/>
          </p:nvSpPr>
          <p:spPr>
            <a:xfrm>
              <a:off x="5527933" y="4788358"/>
              <a:ext cx="76931" cy="66673"/>
            </a:xfrm>
            <a:custGeom>
              <a:avLst/>
              <a:gdLst>
                <a:gd name="connsiteX0" fmla="*/ 67956 w 76930"/>
                <a:gd name="connsiteY0" fmla="*/ 27633 h 66673"/>
                <a:gd name="connsiteX1" fmla="*/ 35645 w 76930"/>
                <a:gd name="connsiteY1" fmla="*/ 7118 h 66673"/>
                <a:gd name="connsiteX2" fmla="*/ 19746 w 76930"/>
                <a:gd name="connsiteY2" fmla="*/ 4553 h 66673"/>
                <a:gd name="connsiteX3" fmla="*/ 12565 w 76930"/>
                <a:gd name="connsiteY3" fmla="*/ 17888 h 66673"/>
                <a:gd name="connsiteX4" fmla="*/ 3847 w 76930"/>
                <a:gd name="connsiteY4" fmla="*/ 30710 h 66673"/>
                <a:gd name="connsiteX5" fmla="*/ 13078 w 76930"/>
                <a:gd name="connsiteY5" fmla="*/ 44045 h 66673"/>
                <a:gd name="connsiteX6" fmla="*/ 45389 w 76930"/>
                <a:gd name="connsiteY6" fmla="*/ 64559 h 66673"/>
                <a:gd name="connsiteX7" fmla="*/ 71546 w 76930"/>
                <a:gd name="connsiteY7" fmla="*/ 55328 h 66673"/>
                <a:gd name="connsiteX8" fmla="*/ 71546 w 76930"/>
                <a:gd name="connsiteY8" fmla="*/ 55328 h 66673"/>
                <a:gd name="connsiteX9" fmla="*/ 67956 w 76930"/>
                <a:gd name="connsiteY9" fmla="*/ 2763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930" h="66673">
                  <a:moveTo>
                    <a:pt x="67956" y="27633"/>
                  </a:moveTo>
                  <a:cubicBezTo>
                    <a:pt x="57185" y="20965"/>
                    <a:pt x="46415" y="13785"/>
                    <a:pt x="35645" y="7118"/>
                  </a:cubicBezTo>
                  <a:cubicBezTo>
                    <a:pt x="30516" y="4041"/>
                    <a:pt x="24874" y="3015"/>
                    <a:pt x="19746" y="4553"/>
                  </a:cubicBezTo>
                  <a:cubicBezTo>
                    <a:pt x="17694" y="9169"/>
                    <a:pt x="15130" y="13272"/>
                    <a:pt x="12565" y="17888"/>
                  </a:cubicBezTo>
                  <a:cubicBezTo>
                    <a:pt x="10001" y="22504"/>
                    <a:pt x="6924" y="26607"/>
                    <a:pt x="3847" y="30710"/>
                  </a:cubicBezTo>
                  <a:cubicBezTo>
                    <a:pt x="4872" y="35839"/>
                    <a:pt x="8463" y="40967"/>
                    <a:pt x="13078" y="44045"/>
                  </a:cubicBezTo>
                  <a:cubicBezTo>
                    <a:pt x="23849" y="50712"/>
                    <a:pt x="34619" y="57892"/>
                    <a:pt x="45389" y="64559"/>
                  </a:cubicBezTo>
                  <a:cubicBezTo>
                    <a:pt x="55647" y="71227"/>
                    <a:pt x="64878" y="65585"/>
                    <a:pt x="71546" y="55328"/>
                  </a:cubicBezTo>
                  <a:lnTo>
                    <a:pt x="71546" y="55328"/>
                  </a:lnTo>
                  <a:cubicBezTo>
                    <a:pt x="77700" y="44557"/>
                    <a:pt x="78213" y="33787"/>
                    <a:pt x="67956" y="2763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2737"/>
            <p:cNvSpPr/>
            <p:nvPr/>
          </p:nvSpPr>
          <p:spPr>
            <a:xfrm>
              <a:off x="5593068" y="4842917"/>
              <a:ext cx="205149" cy="138475"/>
            </a:xfrm>
            <a:custGeom>
              <a:avLst/>
              <a:gdLst>
                <a:gd name="connsiteX0" fmla="*/ 193609 w 205148"/>
                <a:gd name="connsiteY0" fmla="*/ 112575 h 138475"/>
                <a:gd name="connsiteX1" fmla="*/ 17694 w 205148"/>
                <a:gd name="connsiteY1" fmla="*/ 3847 h 138475"/>
                <a:gd name="connsiteX2" fmla="*/ 16155 w 205148"/>
                <a:gd name="connsiteY2" fmla="*/ 6411 h 138475"/>
                <a:gd name="connsiteX3" fmla="*/ 16155 w 205148"/>
                <a:gd name="connsiteY3" fmla="*/ 6411 h 138475"/>
                <a:gd name="connsiteX4" fmla="*/ 3847 w 205148"/>
                <a:gd name="connsiteY4" fmla="*/ 21797 h 138475"/>
                <a:gd name="connsiteX5" fmla="*/ 181813 w 205148"/>
                <a:gd name="connsiteY5" fmla="*/ 132065 h 138475"/>
                <a:gd name="connsiteX6" fmla="*/ 204892 w 205148"/>
                <a:gd name="connsiteY6" fmla="*/ 133090 h 138475"/>
                <a:gd name="connsiteX7" fmla="*/ 204892 w 205148"/>
                <a:gd name="connsiteY7" fmla="*/ 133090 h 138475"/>
                <a:gd name="connsiteX8" fmla="*/ 193609 w 205148"/>
                <a:gd name="connsiteY8" fmla="*/ 112575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148" h="138475">
                  <a:moveTo>
                    <a:pt x="193609" y="112575"/>
                  </a:moveTo>
                  <a:lnTo>
                    <a:pt x="17694" y="3847"/>
                  </a:lnTo>
                  <a:cubicBezTo>
                    <a:pt x="17181" y="4872"/>
                    <a:pt x="16668" y="5385"/>
                    <a:pt x="16155" y="6411"/>
                  </a:cubicBezTo>
                  <a:lnTo>
                    <a:pt x="16155" y="6411"/>
                  </a:lnTo>
                  <a:cubicBezTo>
                    <a:pt x="12565" y="12565"/>
                    <a:pt x="7949" y="17694"/>
                    <a:pt x="3847" y="21797"/>
                  </a:cubicBezTo>
                  <a:lnTo>
                    <a:pt x="181813" y="132065"/>
                  </a:lnTo>
                  <a:cubicBezTo>
                    <a:pt x="191045" y="137706"/>
                    <a:pt x="201302" y="138219"/>
                    <a:pt x="204892" y="133090"/>
                  </a:cubicBezTo>
                  <a:lnTo>
                    <a:pt x="204892" y="133090"/>
                  </a:lnTo>
                  <a:cubicBezTo>
                    <a:pt x="207457" y="127449"/>
                    <a:pt x="202841" y="118217"/>
                    <a:pt x="193609" y="112575"/>
                  </a:cubicBez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2738"/>
            <p:cNvSpPr/>
            <p:nvPr/>
          </p:nvSpPr>
          <p:spPr>
            <a:xfrm>
              <a:off x="7657891" y="5134741"/>
              <a:ext cx="312852" cy="30772"/>
            </a:xfrm>
            <a:custGeom>
              <a:avLst/>
              <a:gdLst>
                <a:gd name="connsiteX0" fmla="*/ 298235 w 312851"/>
                <a:gd name="connsiteY0" fmla="*/ 3847 h 30772"/>
                <a:gd name="connsiteX1" fmla="*/ 311570 w 312851"/>
                <a:gd name="connsiteY1" fmla="*/ 17181 h 30772"/>
                <a:gd name="connsiteX2" fmla="*/ 298235 w 312851"/>
                <a:gd name="connsiteY2" fmla="*/ 30516 h 30772"/>
                <a:gd name="connsiteX3" fmla="*/ 17181 w 312851"/>
                <a:gd name="connsiteY3" fmla="*/ 30516 h 30772"/>
                <a:gd name="connsiteX4" fmla="*/ 3847 w 312851"/>
                <a:gd name="connsiteY4" fmla="*/ 17181 h 30772"/>
                <a:gd name="connsiteX5" fmla="*/ 17181 w 312851"/>
                <a:gd name="connsiteY5" fmla="*/ 3847 h 30772"/>
                <a:gd name="connsiteX6" fmla="*/ 298235 w 312851"/>
                <a:gd name="connsiteY6" fmla="*/ 3847 h 30772"/>
                <a:gd name="connsiteX7" fmla="*/ 298235 w 312851"/>
                <a:gd name="connsiteY7" fmla="*/ 3847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851" h="30772">
                  <a:moveTo>
                    <a:pt x="298235" y="3847"/>
                  </a:moveTo>
                  <a:cubicBezTo>
                    <a:pt x="305928" y="3847"/>
                    <a:pt x="311570" y="10001"/>
                    <a:pt x="311570" y="17181"/>
                  </a:cubicBezTo>
                  <a:cubicBezTo>
                    <a:pt x="311570" y="24361"/>
                    <a:pt x="305416" y="30516"/>
                    <a:pt x="298235" y="30516"/>
                  </a:cubicBezTo>
                  <a:lnTo>
                    <a:pt x="17181" y="30516"/>
                  </a:lnTo>
                  <a:cubicBezTo>
                    <a:pt x="10001" y="30516"/>
                    <a:pt x="3847" y="24361"/>
                    <a:pt x="3847" y="17181"/>
                  </a:cubicBezTo>
                  <a:cubicBezTo>
                    <a:pt x="3847" y="10001"/>
                    <a:pt x="10001" y="3847"/>
                    <a:pt x="17181" y="3847"/>
                  </a:cubicBezTo>
                  <a:lnTo>
                    <a:pt x="298235" y="3847"/>
                  </a:lnTo>
                  <a:lnTo>
                    <a:pt x="298235" y="3847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2739"/>
            <p:cNvSpPr/>
            <p:nvPr/>
          </p:nvSpPr>
          <p:spPr>
            <a:xfrm>
              <a:off x="7461461" y="4097201"/>
              <a:ext cx="707763" cy="851368"/>
            </a:xfrm>
            <a:custGeom>
              <a:avLst/>
              <a:gdLst>
                <a:gd name="connsiteX0" fmla="*/ 703917 w 707763"/>
                <a:gd name="connsiteY0" fmla="*/ 354138 h 851367"/>
                <a:gd name="connsiteX1" fmla="*/ 354138 w 707763"/>
                <a:gd name="connsiteY1" fmla="*/ 3847 h 851367"/>
                <a:gd name="connsiteX2" fmla="*/ 3847 w 707763"/>
                <a:gd name="connsiteY2" fmla="*/ 354138 h 851367"/>
                <a:gd name="connsiteX3" fmla="*/ 143861 w 707763"/>
                <a:gd name="connsiteY3" fmla="*/ 697250 h 851367"/>
                <a:gd name="connsiteX4" fmla="*/ 175659 w 707763"/>
                <a:gd name="connsiteY4" fmla="*/ 851624 h 851367"/>
                <a:gd name="connsiteX5" fmla="*/ 329008 w 707763"/>
                <a:gd name="connsiteY5" fmla="*/ 851624 h 851367"/>
                <a:gd name="connsiteX6" fmla="*/ 378756 w 707763"/>
                <a:gd name="connsiteY6" fmla="*/ 851624 h 851367"/>
                <a:gd name="connsiteX7" fmla="*/ 532618 w 707763"/>
                <a:gd name="connsiteY7" fmla="*/ 851624 h 851367"/>
                <a:gd name="connsiteX8" fmla="*/ 563390 w 707763"/>
                <a:gd name="connsiteY8" fmla="*/ 697250 h 851367"/>
                <a:gd name="connsiteX9" fmla="*/ 703917 w 707763"/>
                <a:gd name="connsiteY9" fmla="*/ 354138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7763" h="851367">
                  <a:moveTo>
                    <a:pt x="703917" y="354138"/>
                  </a:moveTo>
                  <a:cubicBezTo>
                    <a:pt x="703917" y="160785"/>
                    <a:pt x="547491" y="3847"/>
                    <a:pt x="354138" y="3847"/>
                  </a:cubicBezTo>
                  <a:cubicBezTo>
                    <a:pt x="160786" y="3847"/>
                    <a:pt x="3847" y="160273"/>
                    <a:pt x="3847" y="354138"/>
                  </a:cubicBezTo>
                  <a:cubicBezTo>
                    <a:pt x="3847" y="365421"/>
                    <a:pt x="12053" y="527489"/>
                    <a:pt x="143861" y="697250"/>
                  </a:cubicBezTo>
                  <a:cubicBezTo>
                    <a:pt x="182326" y="748537"/>
                    <a:pt x="176172" y="851624"/>
                    <a:pt x="175659" y="851624"/>
                  </a:cubicBezTo>
                  <a:cubicBezTo>
                    <a:pt x="230023" y="851624"/>
                    <a:pt x="274643" y="851624"/>
                    <a:pt x="329008" y="851624"/>
                  </a:cubicBezTo>
                  <a:cubicBezTo>
                    <a:pt x="345420" y="851624"/>
                    <a:pt x="361831" y="851624"/>
                    <a:pt x="378756" y="851624"/>
                  </a:cubicBezTo>
                  <a:cubicBezTo>
                    <a:pt x="433121" y="851624"/>
                    <a:pt x="478253" y="851624"/>
                    <a:pt x="532618" y="851624"/>
                  </a:cubicBezTo>
                  <a:cubicBezTo>
                    <a:pt x="532105" y="851624"/>
                    <a:pt x="524925" y="748537"/>
                    <a:pt x="563390" y="697250"/>
                  </a:cubicBezTo>
                  <a:cubicBezTo>
                    <a:pt x="695711" y="526976"/>
                    <a:pt x="703917" y="365421"/>
                    <a:pt x="703917" y="354138"/>
                  </a:cubicBezTo>
                  <a:close/>
                </a:path>
              </a:pathLst>
            </a:custGeom>
            <a:solidFill>
              <a:srgbClr val="F0CA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2740"/>
            <p:cNvSpPr/>
            <p:nvPr/>
          </p:nvSpPr>
          <p:spPr>
            <a:xfrm>
              <a:off x="7811753" y="4096688"/>
              <a:ext cx="353882" cy="851368"/>
            </a:xfrm>
            <a:custGeom>
              <a:avLst/>
              <a:gdLst>
                <a:gd name="connsiteX0" fmla="*/ 3847 w 353881"/>
                <a:gd name="connsiteY0" fmla="*/ 851624 h 851367"/>
                <a:gd name="connsiteX1" fmla="*/ 182326 w 353881"/>
                <a:gd name="connsiteY1" fmla="*/ 851624 h 851367"/>
                <a:gd name="connsiteX2" fmla="*/ 213099 w 353881"/>
                <a:gd name="connsiteY2" fmla="*/ 697250 h 851367"/>
                <a:gd name="connsiteX3" fmla="*/ 353625 w 353881"/>
                <a:gd name="connsiteY3" fmla="*/ 354138 h 851367"/>
                <a:gd name="connsiteX4" fmla="*/ 3847 w 353881"/>
                <a:gd name="connsiteY4" fmla="*/ 3847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851367">
                  <a:moveTo>
                    <a:pt x="3847" y="851624"/>
                  </a:moveTo>
                  <a:cubicBezTo>
                    <a:pt x="58211" y="851624"/>
                    <a:pt x="128475" y="851624"/>
                    <a:pt x="182326" y="851624"/>
                  </a:cubicBezTo>
                  <a:cubicBezTo>
                    <a:pt x="181813" y="851624"/>
                    <a:pt x="174633" y="748537"/>
                    <a:pt x="213099" y="697250"/>
                  </a:cubicBezTo>
                  <a:cubicBezTo>
                    <a:pt x="345420" y="527489"/>
                    <a:pt x="353625" y="365421"/>
                    <a:pt x="353625" y="354138"/>
                  </a:cubicBezTo>
                  <a:cubicBezTo>
                    <a:pt x="353625" y="160785"/>
                    <a:pt x="197199" y="3847"/>
                    <a:pt x="3847" y="3847"/>
                  </a:cubicBezTo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2741"/>
            <p:cNvSpPr/>
            <p:nvPr/>
          </p:nvSpPr>
          <p:spPr>
            <a:xfrm>
              <a:off x="7535828" y="4172078"/>
              <a:ext cx="282080" cy="282080"/>
            </a:xfrm>
            <a:custGeom>
              <a:avLst/>
              <a:gdLst>
                <a:gd name="connsiteX0" fmla="*/ 3847 w 282079"/>
                <a:gd name="connsiteY0" fmla="*/ 279261 h 282079"/>
                <a:gd name="connsiteX1" fmla="*/ 34619 w 282079"/>
                <a:gd name="connsiteY1" fmla="*/ 279261 h 282079"/>
                <a:gd name="connsiteX2" fmla="*/ 279259 w 282079"/>
                <a:gd name="connsiteY2" fmla="*/ 34620 h 282079"/>
                <a:gd name="connsiteX3" fmla="*/ 279259 w 282079"/>
                <a:gd name="connsiteY3" fmla="*/ 3848 h 282079"/>
                <a:gd name="connsiteX4" fmla="*/ 3847 w 282079"/>
                <a:gd name="connsiteY4" fmla="*/ 279261 h 282079"/>
                <a:gd name="connsiteX5" fmla="*/ 3847 w 282079"/>
                <a:gd name="connsiteY5" fmla="*/ 279261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2079" h="282079">
                  <a:moveTo>
                    <a:pt x="3847" y="279261"/>
                  </a:moveTo>
                  <a:lnTo>
                    <a:pt x="34619" y="279261"/>
                  </a:lnTo>
                  <a:cubicBezTo>
                    <a:pt x="34619" y="144375"/>
                    <a:pt x="144374" y="34620"/>
                    <a:pt x="279259" y="34620"/>
                  </a:cubicBezTo>
                  <a:lnTo>
                    <a:pt x="279259" y="3848"/>
                  </a:lnTo>
                  <a:cubicBezTo>
                    <a:pt x="127449" y="3335"/>
                    <a:pt x="3847" y="126937"/>
                    <a:pt x="3847" y="279261"/>
                  </a:cubicBezTo>
                  <a:lnTo>
                    <a:pt x="3847" y="279261"/>
                  </a:lnTo>
                  <a:close/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2742"/>
            <p:cNvSpPr/>
            <p:nvPr/>
          </p:nvSpPr>
          <p:spPr>
            <a:xfrm>
              <a:off x="7675329" y="4605457"/>
              <a:ext cx="97446" cy="374397"/>
            </a:xfrm>
            <a:custGeom>
              <a:avLst/>
              <a:gdLst>
                <a:gd name="connsiteX0" fmla="*/ 63853 w 97445"/>
                <a:gd name="connsiteY0" fmla="*/ 370550 h 374396"/>
                <a:gd name="connsiteX1" fmla="*/ 94112 w 97445"/>
                <a:gd name="connsiteY1" fmla="*/ 365421 h 374396"/>
                <a:gd name="connsiteX2" fmla="*/ 34106 w 97445"/>
                <a:gd name="connsiteY2" fmla="*/ 3847 h 374396"/>
                <a:gd name="connsiteX3" fmla="*/ 3847 w 97445"/>
                <a:gd name="connsiteY3" fmla="*/ 8462 h 374396"/>
                <a:gd name="connsiteX4" fmla="*/ 63853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63853" y="370550"/>
                  </a:moveTo>
                  <a:lnTo>
                    <a:pt x="94112" y="365421"/>
                  </a:lnTo>
                  <a:lnTo>
                    <a:pt x="34106" y="3847"/>
                  </a:lnTo>
                  <a:lnTo>
                    <a:pt x="3847" y="8462"/>
                  </a:lnTo>
                  <a:lnTo>
                    <a:pt x="63853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2743"/>
            <p:cNvSpPr/>
            <p:nvPr/>
          </p:nvSpPr>
          <p:spPr>
            <a:xfrm>
              <a:off x="7857911" y="4605457"/>
              <a:ext cx="97446" cy="374397"/>
            </a:xfrm>
            <a:custGeom>
              <a:avLst/>
              <a:gdLst>
                <a:gd name="connsiteX0" fmla="*/ 34106 w 97445"/>
                <a:gd name="connsiteY0" fmla="*/ 370550 h 374396"/>
                <a:gd name="connsiteX1" fmla="*/ 94112 w 97445"/>
                <a:gd name="connsiteY1" fmla="*/ 8462 h 374396"/>
                <a:gd name="connsiteX2" fmla="*/ 63340 w 97445"/>
                <a:gd name="connsiteY2" fmla="*/ 3847 h 374396"/>
                <a:gd name="connsiteX3" fmla="*/ 3847 w 97445"/>
                <a:gd name="connsiteY3" fmla="*/ 365421 h 374396"/>
                <a:gd name="connsiteX4" fmla="*/ 34106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34106" y="370550"/>
                  </a:moveTo>
                  <a:lnTo>
                    <a:pt x="94112" y="8462"/>
                  </a:lnTo>
                  <a:lnTo>
                    <a:pt x="63340" y="3847"/>
                  </a:lnTo>
                  <a:lnTo>
                    <a:pt x="3847" y="365421"/>
                  </a:lnTo>
                  <a:lnTo>
                    <a:pt x="34106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2744"/>
            <p:cNvSpPr/>
            <p:nvPr/>
          </p:nvSpPr>
          <p:spPr>
            <a:xfrm>
              <a:off x="7691741" y="4607508"/>
              <a:ext cx="235921" cy="56416"/>
            </a:xfrm>
            <a:custGeom>
              <a:avLst/>
              <a:gdLst>
                <a:gd name="connsiteX0" fmla="*/ 4872 w 235921"/>
                <a:gd name="connsiteY0" fmla="*/ 52569 h 56415"/>
                <a:gd name="connsiteX1" fmla="*/ 26926 w 235921"/>
                <a:gd name="connsiteY1" fmla="*/ 31542 h 56415"/>
                <a:gd name="connsiteX2" fmla="*/ 34106 w 235921"/>
                <a:gd name="connsiteY2" fmla="*/ 20258 h 56415"/>
                <a:gd name="connsiteX3" fmla="*/ 39235 w 235921"/>
                <a:gd name="connsiteY3" fmla="*/ 30516 h 56415"/>
                <a:gd name="connsiteX4" fmla="*/ 62827 w 235921"/>
                <a:gd name="connsiteY4" fmla="*/ 53082 h 56415"/>
                <a:gd name="connsiteX5" fmla="*/ 82829 w 235921"/>
                <a:gd name="connsiteY5" fmla="*/ 34106 h 56415"/>
                <a:gd name="connsiteX6" fmla="*/ 91548 w 235921"/>
                <a:gd name="connsiteY6" fmla="*/ 21284 h 56415"/>
                <a:gd name="connsiteX7" fmla="*/ 98728 w 235921"/>
                <a:gd name="connsiteY7" fmla="*/ 32567 h 56415"/>
                <a:gd name="connsiteX8" fmla="*/ 120781 w 235921"/>
                <a:gd name="connsiteY8" fmla="*/ 53595 h 56415"/>
                <a:gd name="connsiteX9" fmla="*/ 142322 w 235921"/>
                <a:gd name="connsiteY9" fmla="*/ 33080 h 56415"/>
                <a:gd name="connsiteX10" fmla="*/ 150015 w 235921"/>
                <a:gd name="connsiteY10" fmla="*/ 21284 h 56415"/>
                <a:gd name="connsiteX11" fmla="*/ 158221 w 235921"/>
                <a:gd name="connsiteY11" fmla="*/ 33080 h 56415"/>
                <a:gd name="connsiteX12" fmla="*/ 179249 w 235921"/>
                <a:gd name="connsiteY12" fmla="*/ 53082 h 56415"/>
                <a:gd name="connsiteX13" fmla="*/ 202328 w 235921"/>
                <a:gd name="connsiteY13" fmla="*/ 31542 h 56415"/>
                <a:gd name="connsiteX14" fmla="*/ 208995 w 235921"/>
                <a:gd name="connsiteY14" fmla="*/ 20771 h 56415"/>
                <a:gd name="connsiteX15" fmla="*/ 216175 w 235921"/>
                <a:gd name="connsiteY15" fmla="*/ 33080 h 56415"/>
                <a:gd name="connsiteX16" fmla="*/ 236690 w 235921"/>
                <a:gd name="connsiteY16" fmla="*/ 53595 h 56415"/>
                <a:gd name="connsiteX17" fmla="*/ 236690 w 235921"/>
                <a:gd name="connsiteY17" fmla="*/ 37183 h 56415"/>
                <a:gd name="connsiteX18" fmla="*/ 231049 w 235921"/>
                <a:gd name="connsiteY18" fmla="*/ 26926 h 56415"/>
                <a:gd name="connsiteX19" fmla="*/ 207457 w 235921"/>
                <a:gd name="connsiteY19" fmla="*/ 4359 h 56415"/>
                <a:gd name="connsiteX20" fmla="*/ 187455 w 235921"/>
                <a:gd name="connsiteY20" fmla="*/ 23336 h 56415"/>
                <a:gd name="connsiteX21" fmla="*/ 178736 w 235921"/>
                <a:gd name="connsiteY21" fmla="*/ 36158 h 56415"/>
                <a:gd name="connsiteX22" fmla="*/ 171556 w 235921"/>
                <a:gd name="connsiteY22" fmla="*/ 24874 h 56415"/>
                <a:gd name="connsiteX23" fmla="*/ 149502 w 235921"/>
                <a:gd name="connsiteY23" fmla="*/ 4359 h 56415"/>
                <a:gd name="connsiteX24" fmla="*/ 127962 w 235921"/>
                <a:gd name="connsiteY24" fmla="*/ 24361 h 56415"/>
                <a:gd name="connsiteX25" fmla="*/ 120269 w 235921"/>
                <a:gd name="connsiteY25" fmla="*/ 36158 h 56415"/>
                <a:gd name="connsiteX26" fmla="*/ 112062 w 235921"/>
                <a:gd name="connsiteY26" fmla="*/ 23849 h 56415"/>
                <a:gd name="connsiteX27" fmla="*/ 91035 w 235921"/>
                <a:gd name="connsiteY27" fmla="*/ 4359 h 56415"/>
                <a:gd name="connsiteX28" fmla="*/ 67956 w 235921"/>
                <a:gd name="connsiteY28" fmla="*/ 25900 h 56415"/>
                <a:gd name="connsiteX29" fmla="*/ 60775 w 235921"/>
                <a:gd name="connsiteY29" fmla="*/ 36670 h 56415"/>
                <a:gd name="connsiteX30" fmla="*/ 53595 w 235921"/>
                <a:gd name="connsiteY30" fmla="*/ 24361 h 56415"/>
                <a:gd name="connsiteX31" fmla="*/ 33080 w 235921"/>
                <a:gd name="connsiteY31" fmla="*/ 3847 h 56415"/>
                <a:gd name="connsiteX32" fmla="*/ 11027 w 235921"/>
                <a:gd name="connsiteY32" fmla="*/ 24874 h 56415"/>
                <a:gd name="connsiteX33" fmla="*/ 3847 w 235921"/>
                <a:gd name="connsiteY33" fmla="*/ 36158 h 56415"/>
                <a:gd name="connsiteX34" fmla="*/ 3847 w 235921"/>
                <a:gd name="connsiteY34" fmla="*/ 52569 h 56415"/>
                <a:gd name="connsiteX35" fmla="*/ 4872 w 235921"/>
                <a:gd name="connsiteY35" fmla="*/ 5256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35921" h="56415">
                  <a:moveTo>
                    <a:pt x="4872" y="52569"/>
                  </a:moveTo>
                  <a:cubicBezTo>
                    <a:pt x="17181" y="52569"/>
                    <a:pt x="22823" y="40260"/>
                    <a:pt x="26926" y="31542"/>
                  </a:cubicBezTo>
                  <a:cubicBezTo>
                    <a:pt x="28464" y="27952"/>
                    <a:pt x="32055" y="20258"/>
                    <a:pt x="34106" y="20258"/>
                  </a:cubicBezTo>
                  <a:cubicBezTo>
                    <a:pt x="35645" y="20771"/>
                    <a:pt x="38209" y="26926"/>
                    <a:pt x="39235" y="30516"/>
                  </a:cubicBezTo>
                  <a:cubicBezTo>
                    <a:pt x="42825" y="39235"/>
                    <a:pt x="47953" y="53082"/>
                    <a:pt x="62827" y="53082"/>
                  </a:cubicBezTo>
                  <a:cubicBezTo>
                    <a:pt x="71546" y="53082"/>
                    <a:pt x="76674" y="44363"/>
                    <a:pt x="82829" y="34106"/>
                  </a:cubicBezTo>
                  <a:cubicBezTo>
                    <a:pt x="84880" y="30516"/>
                    <a:pt x="88983" y="23849"/>
                    <a:pt x="91548" y="21284"/>
                  </a:cubicBezTo>
                  <a:cubicBezTo>
                    <a:pt x="93599" y="23849"/>
                    <a:pt x="96676" y="28977"/>
                    <a:pt x="98728" y="32567"/>
                  </a:cubicBezTo>
                  <a:cubicBezTo>
                    <a:pt x="104882" y="43338"/>
                    <a:pt x="111037" y="53595"/>
                    <a:pt x="120781" y="53595"/>
                  </a:cubicBezTo>
                  <a:cubicBezTo>
                    <a:pt x="130526" y="53595"/>
                    <a:pt x="136167" y="43851"/>
                    <a:pt x="142322" y="33080"/>
                  </a:cubicBezTo>
                  <a:cubicBezTo>
                    <a:pt x="144373" y="29490"/>
                    <a:pt x="147963" y="23849"/>
                    <a:pt x="150015" y="21284"/>
                  </a:cubicBezTo>
                  <a:cubicBezTo>
                    <a:pt x="152579" y="23849"/>
                    <a:pt x="155657" y="29490"/>
                    <a:pt x="158221" y="33080"/>
                  </a:cubicBezTo>
                  <a:cubicBezTo>
                    <a:pt x="164375" y="43338"/>
                    <a:pt x="170017" y="53082"/>
                    <a:pt x="179249" y="53082"/>
                  </a:cubicBezTo>
                  <a:cubicBezTo>
                    <a:pt x="189506" y="53082"/>
                    <a:pt x="196174" y="42312"/>
                    <a:pt x="202328" y="31542"/>
                  </a:cubicBezTo>
                  <a:cubicBezTo>
                    <a:pt x="204379" y="27952"/>
                    <a:pt x="207457" y="22823"/>
                    <a:pt x="208995" y="20771"/>
                  </a:cubicBezTo>
                  <a:cubicBezTo>
                    <a:pt x="211560" y="21797"/>
                    <a:pt x="213611" y="25387"/>
                    <a:pt x="216175" y="33080"/>
                  </a:cubicBezTo>
                  <a:cubicBezTo>
                    <a:pt x="219766" y="41799"/>
                    <a:pt x="224382" y="53595"/>
                    <a:pt x="236690" y="53595"/>
                  </a:cubicBezTo>
                  <a:lnTo>
                    <a:pt x="236690" y="37183"/>
                  </a:lnTo>
                  <a:cubicBezTo>
                    <a:pt x="235152" y="36670"/>
                    <a:pt x="232587" y="30516"/>
                    <a:pt x="231049" y="26926"/>
                  </a:cubicBezTo>
                  <a:cubicBezTo>
                    <a:pt x="227459" y="17694"/>
                    <a:pt x="222330" y="4359"/>
                    <a:pt x="207457" y="4359"/>
                  </a:cubicBezTo>
                  <a:cubicBezTo>
                    <a:pt x="198738" y="4359"/>
                    <a:pt x="193609" y="13078"/>
                    <a:pt x="187455" y="23336"/>
                  </a:cubicBezTo>
                  <a:cubicBezTo>
                    <a:pt x="185403" y="26926"/>
                    <a:pt x="181300" y="33593"/>
                    <a:pt x="178736" y="36158"/>
                  </a:cubicBezTo>
                  <a:cubicBezTo>
                    <a:pt x="176684" y="33593"/>
                    <a:pt x="173607" y="28464"/>
                    <a:pt x="171556" y="24874"/>
                  </a:cubicBezTo>
                  <a:cubicBezTo>
                    <a:pt x="165401" y="14104"/>
                    <a:pt x="159247" y="4359"/>
                    <a:pt x="149502" y="4359"/>
                  </a:cubicBezTo>
                  <a:cubicBezTo>
                    <a:pt x="140270" y="4359"/>
                    <a:pt x="134116" y="14104"/>
                    <a:pt x="127962" y="24361"/>
                  </a:cubicBezTo>
                  <a:cubicBezTo>
                    <a:pt x="125910" y="27952"/>
                    <a:pt x="122320" y="33593"/>
                    <a:pt x="120269" y="36158"/>
                  </a:cubicBezTo>
                  <a:cubicBezTo>
                    <a:pt x="117704" y="33593"/>
                    <a:pt x="114627" y="27952"/>
                    <a:pt x="112062" y="23849"/>
                  </a:cubicBezTo>
                  <a:cubicBezTo>
                    <a:pt x="105908" y="13591"/>
                    <a:pt x="100266" y="4359"/>
                    <a:pt x="91035" y="4359"/>
                  </a:cubicBezTo>
                  <a:cubicBezTo>
                    <a:pt x="80777" y="4359"/>
                    <a:pt x="74110" y="15130"/>
                    <a:pt x="67956" y="25900"/>
                  </a:cubicBezTo>
                  <a:cubicBezTo>
                    <a:pt x="65904" y="29490"/>
                    <a:pt x="62827" y="34619"/>
                    <a:pt x="60775" y="36670"/>
                  </a:cubicBezTo>
                  <a:cubicBezTo>
                    <a:pt x="58211" y="35645"/>
                    <a:pt x="56672" y="32055"/>
                    <a:pt x="53595" y="24361"/>
                  </a:cubicBezTo>
                  <a:cubicBezTo>
                    <a:pt x="50005" y="15643"/>
                    <a:pt x="45389" y="3847"/>
                    <a:pt x="33080" y="3847"/>
                  </a:cubicBezTo>
                  <a:cubicBezTo>
                    <a:pt x="20771" y="3847"/>
                    <a:pt x="15130" y="16155"/>
                    <a:pt x="11027" y="24874"/>
                  </a:cubicBezTo>
                  <a:cubicBezTo>
                    <a:pt x="9488" y="28464"/>
                    <a:pt x="5898" y="36158"/>
                    <a:pt x="3847" y="36158"/>
                  </a:cubicBezTo>
                  <a:lnTo>
                    <a:pt x="3847" y="52569"/>
                  </a:lnTo>
                  <a:lnTo>
                    <a:pt x="4872" y="52569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2745"/>
            <p:cNvSpPr/>
            <p:nvPr/>
          </p:nvSpPr>
          <p:spPr>
            <a:xfrm>
              <a:off x="7633273" y="4944978"/>
              <a:ext cx="359010" cy="210278"/>
            </a:xfrm>
            <a:custGeom>
              <a:avLst/>
              <a:gdLst>
                <a:gd name="connsiteX0" fmla="*/ 3847 w 359010"/>
                <a:gd name="connsiteY0" fmla="*/ 3847 h 210277"/>
                <a:gd name="connsiteX1" fmla="*/ 3847 w 359010"/>
                <a:gd name="connsiteY1" fmla="*/ 186942 h 210277"/>
                <a:gd name="connsiteX2" fmla="*/ 26413 w 359010"/>
                <a:gd name="connsiteY2" fmla="*/ 209508 h 210277"/>
                <a:gd name="connsiteX3" fmla="*/ 337213 w 359010"/>
                <a:gd name="connsiteY3" fmla="*/ 209508 h 210277"/>
                <a:gd name="connsiteX4" fmla="*/ 359780 w 359010"/>
                <a:gd name="connsiteY4" fmla="*/ 186942 h 210277"/>
                <a:gd name="connsiteX5" fmla="*/ 359780 w 359010"/>
                <a:gd name="connsiteY5" fmla="*/ 3847 h 210277"/>
                <a:gd name="connsiteX6" fmla="*/ 3847 w 359010"/>
                <a:gd name="connsiteY6" fmla="*/ 384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9010" h="210277">
                  <a:moveTo>
                    <a:pt x="3847" y="3847"/>
                  </a:moveTo>
                  <a:lnTo>
                    <a:pt x="3847" y="186942"/>
                  </a:lnTo>
                  <a:cubicBezTo>
                    <a:pt x="3847" y="199251"/>
                    <a:pt x="14104" y="209508"/>
                    <a:pt x="26413" y="209508"/>
                  </a:cubicBezTo>
                  <a:lnTo>
                    <a:pt x="337213" y="209508"/>
                  </a:lnTo>
                  <a:cubicBezTo>
                    <a:pt x="349522" y="209508"/>
                    <a:pt x="359780" y="199251"/>
                    <a:pt x="359780" y="186942"/>
                  </a:cubicBezTo>
                  <a:lnTo>
                    <a:pt x="359780" y="3847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2746"/>
            <p:cNvSpPr/>
            <p:nvPr/>
          </p:nvSpPr>
          <p:spPr>
            <a:xfrm>
              <a:off x="7626606" y="4962416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2747"/>
            <p:cNvSpPr/>
            <p:nvPr/>
          </p:nvSpPr>
          <p:spPr>
            <a:xfrm>
              <a:off x="7608633" y="49444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2055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2748"/>
            <p:cNvSpPr/>
            <p:nvPr/>
          </p:nvSpPr>
          <p:spPr>
            <a:xfrm>
              <a:off x="7626606" y="5022422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2749"/>
            <p:cNvSpPr/>
            <p:nvPr/>
          </p:nvSpPr>
          <p:spPr>
            <a:xfrm>
              <a:off x="7608633" y="5004471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1542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2750"/>
            <p:cNvSpPr/>
            <p:nvPr/>
          </p:nvSpPr>
          <p:spPr>
            <a:xfrm>
              <a:off x="7626606" y="5081915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2751"/>
            <p:cNvSpPr/>
            <p:nvPr/>
          </p:nvSpPr>
          <p:spPr>
            <a:xfrm>
              <a:off x="7608633" y="50639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2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2"/>
                    <a:pt x="3869" y="21797"/>
                  </a:cubicBezTo>
                  <a:cubicBezTo>
                    <a:pt x="3357" y="32054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2753"/>
            <p:cNvSpPr/>
            <p:nvPr/>
          </p:nvSpPr>
          <p:spPr>
            <a:xfrm>
              <a:off x="8047692" y="3864375"/>
              <a:ext cx="117961" cy="189763"/>
            </a:xfrm>
            <a:custGeom>
              <a:avLst/>
              <a:gdLst>
                <a:gd name="connsiteX0" fmla="*/ 13060 w 117960"/>
                <a:gd name="connsiteY0" fmla="*/ 188462 h 189762"/>
                <a:gd name="connsiteX1" fmla="*/ 8444 w 117960"/>
                <a:gd name="connsiteY1" fmla="*/ 187437 h 189762"/>
                <a:gd name="connsiteX2" fmla="*/ 4854 w 117960"/>
                <a:gd name="connsiteY2" fmla="*/ 175128 h 189762"/>
                <a:gd name="connsiteX3" fmla="*/ 101274 w 117960"/>
                <a:gd name="connsiteY3" fmla="*/ 8444 h 189762"/>
                <a:gd name="connsiteX4" fmla="*/ 113583 w 117960"/>
                <a:gd name="connsiteY4" fmla="*/ 4854 h 189762"/>
                <a:gd name="connsiteX5" fmla="*/ 116660 w 117960"/>
                <a:gd name="connsiteY5" fmla="*/ 17163 h 189762"/>
                <a:gd name="connsiteX6" fmla="*/ 20753 w 117960"/>
                <a:gd name="connsiteY6" fmla="*/ 183846 h 189762"/>
                <a:gd name="connsiteX7" fmla="*/ 13060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3060" y="188462"/>
                  </a:moveTo>
                  <a:cubicBezTo>
                    <a:pt x="11521" y="188462"/>
                    <a:pt x="9983" y="187949"/>
                    <a:pt x="8444" y="187437"/>
                  </a:cubicBezTo>
                  <a:cubicBezTo>
                    <a:pt x="3828" y="184872"/>
                    <a:pt x="2803" y="179231"/>
                    <a:pt x="4854" y="175128"/>
                  </a:cubicBezTo>
                  <a:lnTo>
                    <a:pt x="101274" y="8444"/>
                  </a:lnTo>
                  <a:cubicBezTo>
                    <a:pt x="103838" y="3828"/>
                    <a:pt x="109480" y="2803"/>
                    <a:pt x="113583" y="4854"/>
                  </a:cubicBezTo>
                  <a:cubicBezTo>
                    <a:pt x="117686" y="7418"/>
                    <a:pt x="119224" y="13060"/>
                    <a:pt x="116660" y="17163"/>
                  </a:cubicBezTo>
                  <a:lnTo>
                    <a:pt x="20753" y="183846"/>
                  </a:lnTo>
                  <a:cubicBezTo>
                    <a:pt x="19214" y="186924"/>
                    <a:pt x="16137" y="188462"/>
                    <a:pt x="13060" y="18846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2754"/>
            <p:cNvSpPr/>
            <p:nvPr/>
          </p:nvSpPr>
          <p:spPr>
            <a:xfrm>
              <a:off x="8227482" y="4114410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100" y="4074"/>
                    <a:pt x="187664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2755"/>
            <p:cNvSpPr/>
            <p:nvPr/>
          </p:nvSpPr>
          <p:spPr>
            <a:xfrm>
              <a:off x="8292827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2756"/>
            <p:cNvSpPr/>
            <p:nvPr/>
          </p:nvSpPr>
          <p:spPr>
            <a:xfrm>
              <a:off x="7211483" y="4700623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5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613" y="4074"/>
                    <a:pt x="187665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2757"/>
            <p:cNvSpPr/>
            <p:nvPr/>
          </p:nvSpPr>
          <p:spPr>
            <a:xfrm>
              <a:off x="7119888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2758"/>
            <p:cNvSpPr/>
            <p:nvPr/>
          </p:nvSpPr>
          <p:spPr>
            <a:xfrm>
              <a:off x="7210970" y="4113897"/>
              <a:ext cx="189763" cy="117961"/>
            </a:xfrm>
            <a:custGeom>
              <a:avLst/>
              <a:gdLst>
                <a:gd name="connsiteX0" fmla="*/ 179971 w 189762"/>
                <a:gd name="connsiteY0" fmla="*/ 117932 h 117960"/>
                <a:gd name="connsiteX1" fmla="*/ 175355 w 189762"/>
                <a:gd name="connsiteY1" fmla="*/ 116906 h 117960"/>
                <a:gd name="connsiteX2" fmla="*/ 8672 w 189762"/>
                <a:gd name="connsiteY2" fmla="*/ 20486 h 117960"/>
                <a:gd name="connsiteX3" fmla="*/ 5082 w 189762"/>
                <a:gd name="connsiteY3" fmla="*/ 8177 h 117960"/>
                <a:gd name="connsiteX4" fmla="*/ 17391 w 189762"/>
                <a:gd name="connsiteY4" fmla="*/ 5100 h 117960"/>
                <a:gd name="connsiteX5" fmla="*/ 184074 w 189762"/>
                <a:gd name="connsiteY5" fmla="*/ 101007 h 117960"/>
                <a:gd name="connsiteX6" fmla="*/ 187151 w 189762"/>
                <a:gd name="connsiteY6" fmla="*/ 113316 h 117960"/>
                <a:gd name="connsiteX7" fmla="*/ 179971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7932"/>
                  </a:moveTo>
                  <a:cubicBezTo>
                    <a:pt x="178433" y="117932"/>
                    <a:pt x="176894" y="117419"/>
                    <a:pt x="175355" y="116906"/>
                  </a:cubicBezTo>
                  <a:lnTo>
                    <a:pt x="8672" y="20486"/>
                  </a:lnTo>
                  <a:cubicBezTo>
                    <a:pt x="4056" y="17922"/>
                    <a:pt x="2518" y="12280"/>
                    <a:pt x="5082" y="8177"/>
                  </a:cubicBezTo>
                  <a:cubicBezTo>
                    <a:pt x="7646" y="4074"/>
                    <a:pt x="13288" y="2536"/>
                    <a:pt x="17391" y="5100"/>
                  </a:cubicBezTo>
                  <a:lnTo>
                    <a:pt x="184074" y="101007"/>
                  </a:lnTo>
                  <a:cubicBezTo>
                    <a:pt x="188690" y="103572"/>
                    <a:pt x="189716" y="109213"/>
                    <a:pt x="187151" y="113316"/>
                  </a:cubicBezTo>
                  <a:cubicBezTo>
                    <a:pt x="186126" y="116393"/>
                    <a:pt x="183049" y="117932"/>
                    <a:pt x="179971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2759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2775"/>
                    <a:pt x="4056" y="7646"/>
                    <a:pt x="8672" y="5082"/>
                  </a:cubicBezTo>
                  <a:cubicBezTo>
                    <a:pt x="13288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971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2762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3288"/>
                    <a:pt x="4056" y="7646"/>
                    <a:pt x="8672" y="5082"/>
                  </a:cubicBezTo>
                  <a:cubicBezTo>
                    <a:pt x="12775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458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2763"/>
            <p:cNvSpPr/>
            <p:nvPr/>
          </p:nvSpPr>
          <p:spPr>
            <a:xfrm>
              <a:off x="7210970" y="4114290"/>
              <a:ext cx="189763" cy="117961"/>
            </a:xfrm>
            <a:custGeom>
              <a:avLst/>
              <a:gdLst>
                <a:gd name="connsiteX0" fmla="*/ 179971 w 189762"/>
                <a:gd name="connsiteY0" fmla="*/ 118052 h 117960"/>
                <a:gd name="connsiteX1" fmla="*/ 175355 w 189762"/>
                <a:gd name="connsiteY1" fmla="*/ 117026 h 117960"/>
                <a:gd name="connsiteX2" fmla="*/ 8672 w 189762"/>
                <a:gd name="connsiteY2" fmla="*/ 20606 h 117960"/>
                <a:gd name="connsiteX3" fmla="*/ 5082 w 189762"/>
                <a:gd name="connsiteY3" fmla="*/ 8298 h 117960"/>
                <a:gd name="connsiteX4" fmla="*/ 17391 w 189762"/>
                <a:gd name="connsiteY4" fmla="*/ 5220 h 117960"/>
                <a:gd name="connsiteX5" fmla="*/ 184074 w 189762"/>
                <a:gd name="connsiteY5" fmla="*/ 101127 h 117960"/>
                <a:gd name="connsiteX6" fmla="*/ 187151 w 189762"/>
                <a:gd name="connsiteY6" fmla="*/ 113436 h 117960"/>
                <a:gd name="connsiteX7" fmla="*/ 179971 w 189762"/>
                <a:gd name="connsiteY7" fmla="*/ 11805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8052"/>
                  </a:moveTo>
                  <a:cubicBezTo>
                    <a:pt x="178433" y="118052"/>
                    <a:pt x="176894" y="117539"/>
                    <a:pt x="175355" y="117026"/>
                  </a:cubicBezTo>
                  <a:lnTo>
                    <a:pt x="8672" y="20606"/>
                  </a:lnTo>
                  <a:cubicBezTo>
                    <a:pt x="4056" y="18042"/>
                    <a:pt x="2518" y="12401"/>
                    <a:pt x="5082" y="8298"/>
                  </a:cubicBezTo>
                  <a:cubicBezTo>
                    <a:pt x="7646" y="3682"/>
                    <a:pt x="13288" y="2656"/>
                    <a:pt x="17391" y="5220"/>
                  </a:cubicBezTo>
                  <a:lnTo>
                    <a:pt x="184074" y="101127"/>
                  </a:lnTo>
                  <a:cubicBezTo>
                    <a:pt x="188690" y="103692"/>
                    <a:pt x="189716" y="109333"/>
                    <a:pt x="187151" y="113436"/>
                  </a:cubicBezTo>
                  <a:cubicBezTo>
                    <a:pt x="186126" y="116514"/>
                    <a:pt x="183049" y="118052"/>
                    <a:pt x="179971" y="11805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2764"/>
            <p:cNvSpPr/>
            <p:nvPr/>
          </p:nvSpPr>
          <p:spPr>
            <a:xfrm>
              <a:off x="7119888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2765"/>
            <p:cNvSpPr/>
            <p:nvPr/>
          </p:nvSpPr>
          <p:spPr>
            <a:xfrm>
              <a:off x="8227197" y="4700110"/>
              <a:ext cx="189763" cy="117961"/>
            </a:xfrm>
            <a:custGeom>
              <a:avLst/>
              <a:gdLst>
                <a:gd name="connsiteX0" fmla="*/ 179744 w 189762"/>
                <a:gd name="connsiteY0" fmla="*/ 118445 h 117960"/>
                <a:gd name="connsiteX1" fmla="*/ 175128 w 189762"/>
                <a:gd name="connsiteY1" fmla="*/ 116906 h 117960"/>
                <a:gd name="connsiteX2" fmla="*/ 8444 w 189762"/>
                <a:gd name="connsiteY2" fmla="*/ 20486 h 117960"/>
                <a:gd name="connsiteX3" fmla="*/ 4854 w 189762"/>
                <a:gd name="connsiteY3" fmla="*/ 8177 h 117960"/>
                <a:gd name="connsiteX4" fmla="*/ 17163 w 189762"/>
                <a:gd name="connsiteY4" fmla="*/ 5100 h 117960"/>
                <a:gd name="connsiteX5" fmla="*/ 183846 w 189762"/>
                <a:gd name="connsiteY5" fmla="*/ 101007 h 117960"/>
                <a:gd name="connsiteX6" fmla="*/ 186924 w 189762"/>
                <a:gd name="connsiteY6" fmla="*/ 113316 h 117960"/>
                <a:gd name="connsiteX7" fmla="*/ 179744 w 189762"/>
                <a:gd name="connsiteY7" fmla="*/ 118445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744" y="118445"/>
                  </a:moveTo>
                  <a:cubicBezTo>
                    <a:pt x="178205" y="118445"/>
                    <a:pt x="176666" y="117932"/>
                    <a:pt x="175128" y="116906"/>
                  </a:cubicBezTo>
                  <a:lnTo>
                    <a:pt x="8444" y="20486"/>
                  </a:lnTo>
                  <a:cubicBezTo>
                    <a:pt x="3828" y="17922"/>
                    <a:pt x="2803" y="12280"/>
                    <a:pt x="4854" y="8177"/>
                  </a:cubicBezTo>
                  <a:cubicBezTo>
                    <a:pt x="7418" y="4074"/>
                    <a:pt x="13060" y="2536"/>
                    <a:pt x="17163" y="5100"/>
                  </a:cubicBezTo>
                  <a:lnTo>
                    <a:pt x="183846" y="101007"/>
                  </a:lnTo>
                  <a:cubicBezTo>
                    <a:pt x="188462" y="103572"/>
                    <a:pt x="189488" y="109213"/>
                    <a:pt x="186924" y="113316"/>
                  </a:cubicBezTo>
                  <a:cubicBezTo>
                    <a:pt x="185898" y="116906"/>
                    <a:pt x="182821" y="118445"/>
                    <a:pt x="179744" y="1184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2766"/>
            <p:cNvSpPr/>
            <p:nvPr/>
          </p:nvSpPr>
          <p:spPr>
            <a:xfrm>
              <a:off x="8292827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2767"/>
            <p:cNvSpPr/>
            <p:nvPr/>
          </p:nvSpPr>
          <p:spPr>
            <a:xfrm>
              <a:off x="8227482" y="4113897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074 w 189762"/>
                <a:gd name="connsiteY5" fmla="*/ 20486 h 117960"/>
                <a:gd name="connsiteX6" fmla="*/ 17391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458" y="2536"/>
                    <a:pt x="185100" y="4074"/>
                    <a:pt x="187664" y="8177"/>
                  </a:cubicBezTo>
                  <a:cubicBezTo>
                    <a:pt x="190229" y="12793"/>
                    <a:pt x="188690" y="17922"/>
                    <a:pt x="184074" y="20486"/>
                  </a:cubicBezTo>
                  <a:lnTo>
                    <a:pt x="17391" y="116906"/>
                  </a:lnTo>
                  <a:cubicBezTo>
                    <a:pt x="15852" y="117932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2768"/>
            <p:cNvSpPr/>
            <p:nvPr/>
          </p:nvSpPr>
          <p:spPr>
            <a:xfrm>
              <a:off x="8047446" y="3864375"/>
              <a:ext cx="117961" cy="189763"/>
            </a:xfrm>
            <a:custGeom>
              <a:avLst/>
              <a:gdLst>
                <a:gd name="connsiteX0" fmla="*/ 12793 w 117960"/>
                <a:gd name="connsiteY0" fmla="*/ 188462 h 189762"/>
                <a:gd name="connsiteX1" fmla="*/ 8178 w 117960"/>
                <a:gd name="connsiteY1" fmla="*/ 187437 h 189762"/>
                <a:gd name="connsiteX2" fmla="*/ 5100 w 117960"/>
                <a:gd name="connsiteY2" fmla="*/ 175128 h 189762"/>
                <a:gd name="connsiteX3" fmla="*/ 101520 w 117960"/>
                <a:gd name="connsiteY3" fmla="*/ 8444 h 189762"/>
                <a:gd name="connsiteX4" fmla="*/ 113829 w 117960"/>
                <a:gd name="connsiteY4" fmla="*/ 4854 h 189762"/>
                <a:gd name="connsiteX5" fmla="*/ 116906 w 117960"/>
                <a:gd name="connsiteY5" fmla="*/ 17163 h 189762"/>
                <a:gd name="connsiteX6" fmla="*/ 20999 w 117960"/>
                <a:gd name="connsiteY6" fmla="*/ 183846 h 189762"/>
                <a:gd name="connsiteX7" fmla="*/ 12793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2793" y="188462"/>
                  </a:moveTo>
                  <a:cubicBezTo>
                    <a:pt x="11255" y="188462"/>
                    <a:pt x="9716" y="187949"/>
                    <a:pt x="8178" y="187437"/>
                  </a:cubicBezTo>
                  <a:cubicBezTo>
                    <a:pt x="4074" y="184872"/>
                    <a:pt x="2536" y="179231"/>
                    <a:pt x="5100" y="175128"/>
                  </a:cubicBezTo>
                  <a:lnTo>
                    <a:pt x="101520" y="8444"/>
                  </a:lnTo>
                  <a:cubicBezTo>
                    <a:pt x="104084" y="3828"/>
                    <a:pt x="109726" y="2803"/>
                    <a:pt x="113829" y="4854"/>
                  </a:cubicBezTo>
                  <a:cubicBezTo>
                    <a:pt x="118445" y="7418"/>
                    <a:pt x="119471" y="13060"/>
                    <a:pt x="116906" y="17163"/>
                  </a:cubicBezTo>
                  <a:lnTo>
                    <a:pt x="20999" y="183846"/>
                  </a:lnTo>
                  <a:cubicBezTo>
                    <a:pt x="19461" y="186411"/>
                    <a:pt x="16383" y="188462"/>
                    <a:pt x="12793" y="1884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2770"/>
            <p:cNvSpPr/>
            <p:nvPr/>
          </p:nvSpPr>
          <p:spPr>
            <a:xfrm>
              <a:off x="8373440" y="4804031"/>
              <a:ext cx="1179606" cy="943685"/>
            </a:xfrm>
            <a:custGeom>
              <a:avLst/>
              <a:gdLst>
                <a:gd name="connsiteX0" fmla="*/ 1014112 w 1179605"/>
                <a:gd name="connsiteY0" fmla="*/ 927950 h 943684"/>
                <a:gd name="connsiteX1" fmla="*/ 993084 w 1179605"/>
                <a:gd name="connsiteY1" fmla="*/ 940772 h 943684"/>
                <a:gd name="connsiteX2" fmla="*/ 17089 w 1179605"/>
                <a:gd name="connsiteY2" fmla="*/ 693567 h 943684"/>
                <a:gd name="connsiteX3" fmla="*/ 4267 w 1179605"/>
                <a:gd name="connsiteY3" fmla="*/ 672540 h 943684"/>
                <a:gd name="connsiteX4" fmla="*/ 170438 w 1179605"/>
                <a:gd name="connsiteY4" fmla="*/ 17089 h 943684"/>
                <a:gd name="connsiteX5" fmla="*/ 191465 w 1179605"/>
                <a:gd name="connsiteY5" fmla="*/ 4267 h 943684"/>
                <a:gd name="connsiteX6" fmla="*/ 1167461 w 1179605"/>
                <a:gd name="connsiteY6" fmla="*/ 251471 h 943684"/>
                <a:gd name="connsiteX7" fmla="*/ 1180283 w 1179605"/>
                <a:gd name="connsiteY7" fmla="*/ 272499 h 943684"/>
                <a:gd name="connsiteX8" fmla="*/ 1014112 w 1179605"/>
                <a:gd name="connsiteY8" fmla="*/ 927950 h 943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5" h="943684">
                  <a:moveTo>
                    <a:pt x="1014112" y="927950"/>
                  </a:moveTo>
                  <a:cubicBezTo>
                    <a:pt x="1011548" y="937182"/>
                    <a:pt x="1002316" y="942823"/>
                    <a:pt x="993084" y="940772"/>
                  </a:cubicBezTo>
                  <a:lnTo>
                    <a:pt x="17089" y="693567"/>
                  </a:lnTo>
                  <a:cubicBezTo>
                    <a:pt x="7857" y="691003"/>
                    <a:pt x="2216" y="681771"/>
                    <a:pt x="4267" y="672540"/>
                  </a:cubicBezTo>
                  <a:lnTo>
                    <a:pt x="170438" y="17089"/>
                  </a:lnTo>
                  <a:cubicBezTo>
                    <a:pt x="173002" y="7857"/>
                    <a:pt x="182234" y="2216"/>
                    <a:pt x="191465" y="4267"/>
                  </a:cubicBezTo>
                  <a:lnTo>
                    <a:pt x="1167461" y="251471"/>
                  </a:lnTo>
                  <a:cubicBezTo>
                    <a:pt x="1176693" y="254036"/>
                    <a:pt x="1182334" y="263268"/>
                    <a:pt x="1180283" y="272499"/>
                  </a:cubicBezTo>
                  <a:lnTo>
                    <a:pt x="1014112" y="927950"/>
                  </a:lnTo>
                  <a:close/>
                </a:path>
              </a:pathLst>
            </a:custGeom>
            <a:solidFill>
              <a:srgbClr val="C628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2771"/>
            <p:cNvSpPr/>
            <p:nvPr/>
          </p:nvSpPr>
          <p:spPr>
            <a:xfrm>
              <a:off x="8417827" y="5422813"/>
              <a:ext cx="948813" cy="282080"/>
            </a:xfrm>
            <a:custGeom>
              <a:avLst/>
              <a:gdLst>
                <a:gd name="connsiteX0" fmla="*/ 4673 w 948813"/>
                <a:gd name="connsiteY0" fmla="*/ 46436 h 282079"/>
                <a:gd name="connsiteX1" fmla="*/ 15250 w 948813"/>
                <a:gd name="connsiteY1" fmla="*/ 4673 h 282079"/>
                <a:gd name="connsiteX2" fmla="*/ 945470 w 948813"/>
                <a:gd name="connsiteY2" fmla="*/ 240251 h 282079"/>
                <a:gd name="connsiteX3" fmla="*/ 934894 w 948813"/>
                <a:gd name="connsiteY3" fmla="*/ 282014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813" h="282079">
                  <a:moveTo>
                    <a:pt x="4673" y="46436"/>
                  </a:moveTo>
                  <a:lnTo>
                    <a:pt x="15250" y="4673"/>
                  </a:lnTo>
                  <a:lnTo>
                    <a:pt x="945470" y="240251"/>
                  </a:lnTo>
                  <a:lnTo>
                    <a:pt x="934894" y="282014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2772"/>
            <p:cNvSpPr/>
            <p:nvPr/>
          </p:nvSpPr>
          <p:spPr>
            <a:xfrm>
              <a:off x="8883142" y="4924151"/>
              <a:ext cx="641090" cy="743665"/>
            </a:xfrm>
            <a:custGeom>
              <a:avLst/>
              <a:gdLst>
                <a:gd name="connsiteX0" fmla="*/ 3847 w 641090"/>
                <a:gd name="connsiteY0" fmla="*/ 662687 h 743664"/>
                <a:gd name="connsiteX1" fmla="*/ 158734 w 641090"/>
                <a:gd name="connsiteY1" fmla="*/ 51343 h 743664"/>
                <a:gd name="connsiteX2" fmla="*/ 159760 w 641090"/>
                <a:gd name="connsiteY2" fmla="*/ 49804 h 743664"/>
                <a:gd name="connsiteX3" fmla="*/ 160785 w 641090"/>
                <a:gd name="connsiteY3" fmla="*/ 44676 h 743664"/>
                <a:gd name="connsiteX4" fmla="*/ 233100 w 641090"/>
                <a:gd name="connsiteY4" fmla="*/ 5697 h 743664"/>
                <a:gd name="connsiteX5" fmla="*/ 639295 w 641090"/>
                <a:gd name="connsiteY5" fmla="*/ 108785 h 743664"/>
                <a:gd name="connsiteX6" fmla="*/ 478253 w 641090"/>
                <a:gd name="connsiteY6" fmla="*/ 744746 h 743664"/>
                <a:gd name="connsiteX7" fmla="*/ 72059 w 641090"/>
                <a:gd name="connsiteY7" fmla="*/ 641659 h 743664"/>
                <a:gd name="connsiteX8" fmla="*/ 3847 w 641090"/>
                <a:gd name="connsiteY8" fmla="*/ 662687 h 74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1090" h="743664">
                  <a:moveTo>
                    <a:pt x="3847" y="662687"/>
                  </a:moveTo>
                  <a:lnTo>
                    <a:pt x="158734" y="51343"/>
                  </a:lnTo>
                  <a:cubicBezTo>
                    <a:pt x="159247" y="50830"/>
                    <a:pt x="159760" y="50317"/>
                    <a:pt x="159760" y="49804"/>
                  </a:cubicBezTo>
                  <a:cubicBezTo>
                    <a:pt x="160273" y="48266"/>
                    <a:pt x="160273" y="46214"/>
                    <a:pt x="160785" y="44676"/>
                  </a:cubicBezTo>
                  <a:cubicBezTo>
                    <a:pt x="171043" y="14929"/>
                    <a:pt x="202328" y="-1996"/>
                    <a:pt x="233100" y="5697"/>
                  </a:cubicBezTo>
                  <a:lnTo>
                    <a:pt x="639295" y="108785"/>
                  </a:lnTo>
                  <a:lnTo>
                    <a:pt x="478253" y="744746"/>
                  </a:lnTo>
                  <a:lnTo>
                    <a:pt x="72059" y="641659"/>
                  </a:lnTo>
                  <a:cubicBezTo>
                    <a:pt x="46415" y="635504"/>
                    <a:pt x="20258" y="644223"/>
                    <a:pt x="3847" y="6626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2773"/>
            <p:cNvSpPr/>
            <p:nvPr/>
          </p:nvSpPr>
          <p:spPr>
            <a:xfrm>
              <a:off x="8427712" y="4792655"/>
              <a:ext cx="620575" cy="794952"/>
            </a:xfrm>
            <a:custGeom>
              <a:avLst/>
              <a:gdLst>
                <a:gd name="connsiteX0" fmla="*/ 459790 w 620575"/>
                <a:gd name="connsiteY0" fmla="*/ 794183 h 794951"/>
                <a:gd name="connsiteX1" fmla="*/ 614677 w 620575"/>
                <a:gd name="connsiteY1" fmla="*/ 182839 h 794951"/>
                <a:gd name="connsiteX2" fmla="*/ 614677 w 620575"/>
                <a:gd name="connsiteY2" fmla="*/ 180787 h 794951"/>
                <a:gd name="connsiteX3" fmla="*/ 616216 w 620575"/>
                <a:gd name="connsiteY3" fmla="*/ 175659 h 794951"/>
                <a:gd name="connsiteX4" fmla="*/ 571083 w 620575"/>
                <a:gd name="connsiteY4" fmla="*/ 106934 h 794951"/>
                <a:gd name="connsiteX5" fmla="*/ 164888 w 620575"/>
                <a:gd name="connsiteY5" fmla="*/ 3847 h 794951"/>
                <a:gd name="connsiteX6" fmla="*/ 3847 w 620575"/>
                <a:gd name="connsiteY6" fmla="*/ 640321 h 794951"/>
                <a:gd name="connsiteX7" fmla="*/ 410041 w 620575"/>
                <a:gd name="connsiteY7" fmla="*/ 743408 h 794951"/>
                <a:gd name="connsiteX8" fmla="*/ 459790 w 620575"/>
                <a:gd name="connsiteY8" fmla="*/ 794183 h 79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0575" h="794951">
                  <a:moveTo>
                    <a:pt x="459790" y="794183"/>
                  </a:moveTo>
                  <a:lnTo>
                    <a:pt x="614677" y="182839"/>
                  </a:lnTo>
                  <a:cubicBezTo>
                    <a:pt x="614677" y="182326"/>
                    <a:pt x="614677" y="181813"/>
                    <a:pt x="614677" y="180787"/>
                  </a:cubicBezTo>
                  <a:cubicBezTo>
                    <a:pt x="615190" y="179249"/>
                    <a:pt x="615703" y="177710"/>
                    <a:pt x="616216" y="175659"/>
                  </a:cubicBezTo>
                  <a:cubicBezTo>
                    <a:pt x="621344" y="144886"/>
                    <a:pt x="601856" y="114627"/>
                    <a:pt x="571083" y="106934"/>
                  </a:cubicBezTo>
                  <a:lnTo>
                    <a:pt x="164888" y="3847"/>
                  </a:lnTo>
                  <a:lnTo>
                    <a:pt x="3847" y="640321"/>
                  </a:lnTo>
                  <a:lnTo>
                    <a:pt x="410041" y="743408"/>
                  </a:lnTo>
                  <a:cubicBezTo>
                    <a:pt x="435172" y="750076"/>
                    <a:pt x="453635" y="770590"/>
                    <a:pt x="459790" y="79418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2774"/>
            <p:cNvSpPr/>
            <p:nvPr/>
          </p:nvSpPr>
          <p:spPr>
            <a:xfrm>
              <a:off x="8858524" y="4908564"/>
              <a:ext cx="189763" cy="682120"/>
            </a:xfrm>
            <a:custGeom>
              <a:avLst/>
              <a:gdLst>
                <a:gd name="connsiteX0" fmla="*/ 185403 w 189762"/>
                <a:gd name="connsiteY0" fmla="*/ 60262 h 682119"/>
                <a:gd name="connsiteX1" fmla="*/ 164888 w 189762"/>
                <a:gd name="connsiteY1" fmla="*/ 3847 h 682119"/>
                <a:gd name="connsiteX2" fmla="*/ 3847 w 189762"/>
                <a:gd name="connsiteY2" fmla="*/ 639808 h 682119"/>
                <a:gd name="connsiteX3" fmla="*/ 29490 w 189762"/>
                <a:gd name="connsiteY3" fmla="*/ 678786 h 682119"/>
                <a:gd name="connsiteX4" fmla="*/ 184378 w 189762"/>
                <a:gd name="connsiteY4" fmla="*/ 67443 h 682119"/>
                <a:gd name="connsiteX5" fmla="*/ 184378 w 189762"/>
                <a:gd name="connsiteY5" fmla="*/ 65391 h 682119"/>
                <a:gd name="connsiteX6" fmla="*/ 185403 w 189762"/>
                <a:gd name="connsiteY6" fmla="*/ 60262 h 68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762" h="682119">
                  <a:moveTo>
                    <a:pt x="185403" y="60262"/>
                  </a:moveTo>
                  <a:cubicBezTo>
                    <a:pt x="188994" y="38722"/>
                    <a:pt x="180787" y="17694"/>
                    <a:pt x="164888" y="3847"/>
                  </a:cubicBezTo>
                  <a:lnTo>
                    <a:pt x="3847" y="639808"/>
                  </a:lnTo>
                  <a:cubicBezTo>
                    <a:pt x="16668" y="649553"/>
                    <a:pt x="25388" y="663400"/>
                    <a:pt x="29490" y="678786"/>
                  </a:cubicBezTo>
                  <a:lnTo>
                    <a:pt x="184378" y="67443"/>
                  </a:lnTo>
                  <a:cubicBezTo>
                    <a:pt x="184378" y="66930"/>
                    <a:pt x="184378" y="66417"/>
                    <a:pt x="184378" y="65391"/>
                  </a:cubicBezTo>
                  <a:cubicBezTo>
                    <a:pt x="183865" y="63340"/>
                    <a:pt x="184378" y="61801"/>
                    <a:pt x="185403" y="60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2775"/>
            <p:cNvSpPr/>
            <p:nvPr/>
          </p:nvSpPr>
          <p:spPr>
            <a:xfrm>
              <a:off x="9078034" y="503729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2776"/>
            <p:cNvSpPr/>
            <p:nvPr/>
          </p:nvSpPr>
          <p:spPr>
            <a:xfrm>
              <a:off x="9058032" y="5116790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2777"/>
            <p:cNvSpPr/>
            <p:nvPr/>
          </p:nvSpPr>
          <p:spPr>
            <a:xfrm>
              <a:off x="9037217" y="5196403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2778"/>
            <p:cNvSpPr/>
            <p:nvPr/>
          </p:nvSpPr>
          <p:spPr>
            <a:xfrm>
              <a:off x="9017515" y="5276806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2779"/>
            <p:cNvSpPr/>
            <p:nvPr/>
          </p:nvSpPr>
          <p:spPr>
            <a:xfrm>
              <a:off x="8996309" y="5356077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2780"/>
            <p:cNvSpPr/>
            <p:nvPr/>
          </p:nvSpPr>
          <p:spPr>
            <a:xfrm>
              <a:off x="8976192" y="5435780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2781"/>
            <p:cNvSpPr/>
            <p:nvPr/>
          </p:nvSpPr>
          <p:spPr>
            <a:xfrm>
              <a:off x="8613372" y="491933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2782"/>
            <p:cNvSpPr/>
            <p:nvPr/>
          </p:nvSpPr>
          <p:spPr>
            <a:xfrm>
              <a:off x="8593370" y="4999343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5900 h 112831"/>
                <a:gd name="connsiteX2" fmla="*/ 8975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5900"/>
                  </a:lnTo>
                  <a:lnTo>
                    <a:pt x="8975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2783"/>
            <p:cNvSpPr/>
            <p:nvPr/>
          </p:nvSpPr>
          <p:spPr>
            <a:xfrm>
              <a:off x="8572855" y="5079351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2784"/>
            <p:cNvSpPr/>
            <p:nvPr/>
          </p:nvSpPr>
          <p:spPr>
            <a:xfrm>
              <a:off x="8552853" y="5158846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6413 h 112831"/>
                <a:gd name="connsiteX2" fmla="*/ 9488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6413"/>
                  </a:lnTo>
                  <a:lnTo>
                    <a:pt x="9488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2785"/>
            <p:cNvSpPr/>
            <p:nvPr/>
          </p:nvSpPr>
          <p:spPr>
            <a:xfrm>
              <a:off x="8532338" y="5238854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2786"/>
            <p:cNvSpPr/>
            <p:nvPr/>
          </p:nvSpPr>
          <p:spPr>
            <a:xfrm>
              <a:off x="8512336" y="5318862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113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113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2787"/>
            <p:cNvSpPr/>
            <p:nvPr/>
          </p:nvSpPr>
          <p:spPr>
            <a:xfrm>
              <a:off x="9677581" y="5199876"/>
              <a:ext cx="230792" cy="302595"/>
            </a:xfrm>
            <a:custGeom>
              <a:avLst/>
              <a:gdLst>
                <a:gd name="connsiteX0" fmla="*/ 222843 w 230792"/>
                <a:gd name="connsiteY0" fmla="*/ 298748 h 302594"/>
                <a:gd name="connsiteX1" fmla="*/ 215662 w 230792"/>
                <a:gd name="connsiteY1" fmla="*/ 291568 h 302594"/>
                <a:gd name="connsiteX2" fmla="*/ 215662 w 230792"/>
                <a:gd name="connsiteY2" fmla="*/ 63853 h 302594"/>
                <a:gd name="connsiteX3" fmla="*/ 214637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843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843" y="298748"/>
                  </a:moveTo>
                  <a:cubicBezTo>
                    <a:pt x="218740" y="298748"/>
                    <a:pt x="215662" y="295671"/>
                    <a:pt x="215662" y="291568"/>
                  </a:cubicBezTo>
                  <a:lnTo>
                    <a:pt x="215662" y="63853"/>
                  </a:lnTo>
                  <a:cubicBezTo>
                    <a:pt x="215662" y="62827"/>
                    <a:pt x="215150" y="62314"/>
                    <a:pt x="214637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30023" y="295158"/>
                    <a:pt x="226946" y="298748"/>
                    <a:pt x="222843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2788"/>
            <p:cNvSpPr/>
            <p:nvPr/>
          </p:nvSpPr>
          <p:spPr>
            <a:xfrm>
              <a:off x="9702712" y="5175258"/>
              <a:ext cx="230792" cy="302595"/>
            </a:xfrm>
            <a:custGeom>
              <a:avLst/>
              <a:gdLst>
                <a:gd name="connsiteX0" fmla="*/ 222330 w 230792"/>
                <a:gd name="connsiteY0" fmla="*/ 298748 h 302594"/>
                <a:gd name="connsiteX1" fmla="*/ 215150 w 230792"/>
                <a:gd name="connsiteY1" fmla="*/ 291568 h 302594"/>
                <a:gd name="connsiteX2" fmla="*/ 215150 w 230792"/>
                <a:gd name="connsiteY2" fmla="*/ 63853 h 302594"/>
                <a:gd name="connsiteX3" fmla="*/ 214124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6 w 230792"/>
                <a:gd name="connsiteY6" fmla="*/ 18207 h 302594"/>
                <a:gd name="connsiteX7" fmla="*/ 3847 w 230792"/>
                <a:gd name="connsiteY7" fmla="*/ 11027 h 302594"/>
                <a:gd name="connsiteX8" fmla="*/ 11026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330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8748"/>
                  </a:moveTo>
                  <a:cubicBezTo>
                    <a:pt x="218227" y="298748"/>
                    <a:pt x="215150" y="295671"/>
                    <a:pt x="215150" y="291568"/>
                  </a:cubicBezTo>
                  <a:lnTo>
                    <a:pt x="215150" y="63853"/>
                  </a:lnTo>
                  <a:cubicBezTo>
                    <a:pt x="215150" y="62827"/>
                    <a:pt x="214637" y="62314"/>
                    <a:pt x="214124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6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6" y="3847"/>
                  </a:cubicBezTo>
                  <a:lnTo>
                    <a:pt x="169504" y="3847"/>
                  </a:lnTo>
                  <a:cubicBezTo>
                    <a:pt x="174120" y="3847"/>
                    <a:pt x="178223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29510" y="295671"/>
                    <a:pt x="226433" y="298748"/>
                    <a:pt x="222330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2789"/>
            <p:cNvSpPr/>
            <p:nvPr/>
          </p:nvSpPr>
          <p:spPr>
            <a:xfrm>
              <a:off x="9727330" y="5150127"/>
              <a:ext cx="230792" cy="302595"/>
            </a:xfrm>
            <a:custGeom>
              <a:avLst/>
              <a:gdLst>
                <a:gd name="connsiteX0" fmla="*/ 222330 w 230792"/>
                <a:gd name="connsiteY0" fmla="*/ 299261 h 302594"/>
                <a:gd name="connsiteX1" fmla="*/ 215150 w 230792"/>
                <a:gd name="connsiteY1" fmla="*/ 292081 h 302594"/>
                <a:gd name="connsiteX2" fmla="*/ 215150 w 230792"/>
                <a:gd name="connsiteY2" fmla="*/ 64365 h 302594"/>
                <a:gd name="connsiteX3" fmla="*/ 214124 w 230792"/>
                <a:gd name="connsiteY3" fmla="*/ 62314 h 302594"/>
                <a:gd name="connsiteX4" fmla="*/ 171556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4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2 h 302594"/>
                <a:gd name="connsiteX13" fmla="*/ 229510 w 230792"/>
                <a:gd name="connsiteY13" fmla="*/ 291568 h 302594"/>
                <a:gd name="connsiteX14" fmla="*/ 222330 w 230792"/>
                <a:gd name="connsiteY14" fmla="*/ 299261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9261"/>
                  </a:moveTo>
                  <a:cubicBezTo>
                    <a:pt x="218227" y="299261"/>
                    <a:pt x="215150" y="296184"/>
                    <a:pt x="215150" y="292081"/>
                  </a:cubicBezTo>
                  <a:lnTo>
                    <a:pt x="215150" y="64365"/>
                  </a:lnTo>
                  <a:cubicBezTo>
                    <a:pt x="215150" y="63340"/>
                    <a:pt x="214637" y="62827"/>
                    <a:pt x="214124" y="62314"/>
                  </a:cubicBezTo>
                  <a:lnTo>
                    <a:pt x="171556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4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2"/>
                  </a:cubicBezTo>
                  <a:lnTo>
                    <a:pt x="229510" y="291568"/>
                  </a:lnTo>
                  <a:cubicBezTo>
                    <a:pt x="229510" y="296184"/>
                    <a:pt x="226433" y="299261"/>
                    <a:pt x="222330" y="299261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2794"/>
            <p:cNvSpPr/>
            <p:nvPr/>
          </p:nvSpPr>
          <p:spPr>
            <a:xfrm>
              <a:off x="9819134" y="5223981"/>
              <a:ext cx="66673" cy="66673"/>
            </a:xfrm>
            <a:custGeom>
              <a:avLst/>
              <a:gdLst>
                <a:gd name="connsiteX0" fmla="*/ 59750 w 66673"/>
                <a:gd name="connsiteY0" fmla="*/ 63853 h 66673"/>
                <a:gd name="connsiteX1" fmla="*/ 18207 w 66673"/>
                <a:gd name="connsiteY1" fmla="*/ 63853 h 66673"/>
                <a:gd name="connsiteX2" fmla="*/ 3847 w 66673"/>
                <a:gd name="connsiteY2" fmla="*/ 49492 h 66673"/>
                <a:gd name="connsiteX3" fmla="*/ 3847 w 66673"/>
                <a:gd name="connsiteY3" fmla="*/ 7949 h 66673"/>
                <a:gd name="connsiteX4" fmla="*/ 7950 w 66673"/>
                <a:gd name="connsiteY4" fmla="*/ 3847 h 66673"/>
                <a:gd name="connsiteX5" fmla="*/ 12052 w 66673"/>
                <a:gd name="connsiteY5" fmla="*/ 7949 h 66673"/>
                <a:gd name="connsiteX6" fmla="*/ 12052 w 66673"/>
                <a:gd name="connsiteY6" fmla="*/ 49492 h 66673"/>
                <a:gd name="connsiteX7" fmla="*/ 18207 w 66673"/>
                <a:gd name="connsiteY7" fmla="*/ 55647 h 66673"/>
                <a:gd name="connsiteX8" fmla="*/ 59750 w 66673"/>
                <a:gd name="connsiteY8" fmla="*/ 55647 h 66673"/>
                <a:gd name="connsiteX9" fmla="*/ 63852 w 66673"/>
                <a:gd name="connsiteY9" fmla="*/ 59750 h 66673"/>
                <a:gd name="connsiteX10" fmla="*/ 59750 w 66673"/>
                <a:gd name="connsiteY10" fmla="*/ 6385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73" h="66673">
                  <a:moveTo>
                    <a:pt x="59750" y="63853"/>
                  </a:moveTo>
                  <a:lnTo>
                    <a:pt x="18207" y="63853"/>
                  </a:lnTo>
                  <a:cubicBezTo>
                    <a:pt x="10514" y="63853"/>
                    <a:pt x="3847" y="57698"/>
                    <a:pt x="3847" y="49492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49492"/>
                  </a:lnTo>
                  <a:cubicBezTo>
                    <a:pt x="12052" y="53082"/>
                    <a:pt x="14617" y="55647"/>
                    <a:pt x="18207" y="55647"/>
                  </a:cubicBezTo>
                  <a:lnTo>
                    <a:pt x="59750" y="55647"/>
                  </a:lnTo>
                  <a:cubicBezTo>
                    <a:pt x="61801" y="55647"/>
                    <a:pt x="63852" y="57698"/>
                    <a:pt x="63852" y="59750"/>
                  </a:cubicBezTo>
                  <a:cubicBezTo>
                    <a:pt x="63852" y="61801"/>
                    <a:pt x="62314" y="63853"/>
                    <a:pt x="59750" y="6385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2795"/>
            <p:cNvSpPr/>
            <p:nvPr/>
          </p:nvSpPr>
          <p:spPr>
            <a:xfrm>
              <a:off x="9833416" y="5229622"/>
              <a:ext cx="46158" cy="46158"/>
            </a:xfrm>
            <a:custGeom>
              <a:avLst/>
              <a:gdLst>
                <a:gd name="connsiteX0" fmla="*/ 8541 w 46158"/>
                <a:gd name="connsiteY0" fmla="*/ 44363 h 46158"/>
                <a:gd name="connsiteX1" fmla="*/ 44442 w 46158"/>
                <a:gd name="connsiteY1" fmla="*/ 44363 h 46158"/>
                <a:gd name="connsiteX2" fmla="*/ 3925 w 46158"/>
                <a:gd name="connsiteY2" fmla="*/ 3847 h 46158"/>
                <a:gd name="connsiteX3" fmla="*/ 3925 w 46158"/>
                <a:gd name="connsiteY3" fmla="*/ 39748 h 46158"/>
                <a:gd name="connsiteX4" fmla="*/ 8541 w 46158"/>
                <a:gd name="connsiteY4" fmla="*/ 44363 h 46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58" h="46158">
                  <a:moveTo>
                    <a:pt x="8541" y="44363"/>
                  </a:moveTo>
                  <a:lnTo>
                    <a:pt x="44442" y="44363"/>
                  </a:lnTo>
                  <a:lnTo>
                    <a:pt x="3925" y="3847"/>
                  </a:lnTo>
                  <a:lnTo>
                    <a:pt x="3925" y="39748"/>
                  </a:lnTo>
                  <a:cubicBezTo>
                    <a:pt x="3412" y="42312"/>
                    <a:pt x="5463" y="44363"/>
                    <a:pt x="8541" y="4436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2796"/>
            <p:cNvSpPr/>
            <p:nvPr/>
          </p:nvSpPr>
          <p:spPr>
            <a:xfrm>
              <a:off x="9656554" y="5225519"/>
              <a:ext cx="225664" cy="297466"/>
            </a:xfrm>
            <a:custGeom>
              <a:avLst/>
              <a:gdLst>
                <a:gd name="connsiteX0" fmla="*/ 185403 w 225663"/>
                <a:gd name="connsiteY0" fmla="*/ 59750 h 297465"/>
                <a:gd name="connsiteX1" fmla="*/ 168991 w 225663"/>
                <a:gd name="connsiteY1" fmla="*/ 43338 h 297465"/>
                <a:gd name="connsiteX2" fmla="*/ 168991 w 225663"/>
                <a:gd name="connsiteY2" fmla="*/ 3847 h 297465"/>
                <a:gd name="connsiteX3" fmla="*/ 14104 w 225663"/>
                <a:gd name="connsiteY3" fmla="*/ 3847 h 297465"/>
                <a:gd name="connsiteX4" fmla="*/ 3847 w 225663"/>
                <a:gd name="connsiteY4" fmla="*/ 14104 h 297465"/>
                <a:gd name="connsiteX5" fmla="*/ 3847 w 225663"/>
                <a:gd name="connsiteY5" fmla="*/ 284388 h 297465"/>
                <a:gd name="connsiteX6" fmla="*/ 14104 w 225663"/>
                <a:gd name="connsiteY6" fmla="*/ 294645 h 297465"/>
                <a:gd name="connsiteX7" fmla="*/ 215150 w 225663"/>
                <a:gd name="connsiteY7" fmla="*/ 294645 h 297465"/>
                <a:gd name="connsiteX8" fmla="*/ 225407 w 225663"/>
                <a:gd name="connsiteY8" fmla="*/ 284388 h 297465"/>
                <a:gd name="connsiteX9" fmla="*/ 225407 w 225663"/>
                <a:gd name="connsiteY9" fmla="*/ 59750 h 297465"/>
                <a:gd name="connsiteX10" fmla="*/ 185403 w 225663"/>
                <a:gd name="connsiteY10" fmla="*/ 59750 h 297465"/>
                <a:gd name="connsiteX11" fmla="*/ 30003 w 225663"/>
                <a:gd name="connsiteY11" fmla="*/ 41286 h 297465"/>
                <a:gd name="connsiteX12" fmla="*/ 150015 w 225663"/>
                <a:gd name="connsiteY12" fmla="*/ 41286 h 297465"/>
                <a:gd name="connsiteX13" fmla="*/ 154118 w 225663"/>
                <a:gd name="connsiteY13" fmla="*/ 45389 h 297465"/>
                <a:gd name="connsiteX14" fmla="*/ 150015 w 225663"/>
                <a:gd name="connsiteY14" fmla="*/ 49492 h 297465"/>
                <a:gd name="connsiteX15" fmla="*/ 30003 w 225663"/>
                <a:gd name="connsiteY15" fmla="*/ 49492 h 297465"/>
                <a:gd name="connsiteX16" fmla="*/ 25900 w 225663"/>
                <a:gd name="connsiteY16" fmla="*/ 45389 h 297465"/>
                <a:gd name="connsiteX17" fmla="*/ 30003 w 225663"/>
                <a:gd name="connsiteY17" fmla="*/ 41286 h 297465"/>
                <a:gd name="connsiteX18" fmla="*/ 198738 w 225663"/>
                <a:gd name="connsiteY18" fmla="*/ 243871 h 297465"/>
                <a:gd name="connsiteX19" fmla="*/ 30003 w 225663"/>
                <a:gd name="connsiteY19" fmla="*/ 243871 h 297465"/>
                <a:gd name="connsiteX20" fmla="*/ 25900 w 225663"/>
                <a:gd name="connsiteY20" fmla="*/ 239768 h 297465"/>
                <a:gd name="connsiteX21" fmla="*/ 30003 w 225663"/>
                <a:gd name="connsiteY21" fmla="*/ 235665 h 297465"/>
                <a:gd name="connsiteX22" fmla="*/ 198738 w 225663"/>
                <a:gd name="connsiteY22" fmla="*/ 235665 h 297465"/>
                <a:gd name="connsiteX23" fmla="*/ 202841 w 225663"/>
                <a:gd name="connsiteY23" fmla="*/ 239768 h 297465"/>
                <a:gd name="connsiteX24" fmla="*/ 198738 w 225663"/>
                <a:gd name="connsiteY24" fmla="*/ 243871 h 297465"/>
                <a:gd name="connsiteX25" fmla="*/ 198738 w 225663"/>
                <a:gd name="connsiteY25" fmla="*/ 211560 h 297465"/>
                <a:gd name="connsiteX26" fmla="*/ 30003 w 225663"/>
                <a:gd name="connsiteY26" fmla="*/ 211560 h 297465"/>
                <a:gd name="connsiteX27" fmla="*/ 25900 w 225663"/>
                <a:gd name="connsiteY27" fmla="*/ 207457 h 297465"/>
                <a:gd name="connsiteX28" fmla="*/ 30003 w 225663"/>
                <a:gd name="connsiteY28" fmla="*/ 203354 h 297465"/>
                <a:gd name="connsiteX29" fmla="*/ 198738 w 225663"/>
                <a:gd name="connsiteY29" fmla="*/ 203354 h 297465"/>
                <a:gd name="connsiteX30" fmla="*/ 202841 w 225663"/>
                <a:gd name="connsiteY30" fmla="*/ 207457 h 297465"/>
                <a:gd name="connsiteX31" fmla="*/ 198738 w 225663"/>
                <a:gd name="connsiteY31" fmla="*/ 211560 h 297465"/>
                <a:gd name="connsiteX32" fmla="*/ 198738 w 225663"/>
                <a:gd name="connsiteY32" fmla="*/ 179249 h 297465"/>
                <a:gd name="connsiteX33" fmla="*/ 30003 w 225663"/>
                <a:gd name="connsiteY33" fmla="*/ 179249 h 297465"/>
                <a:gd name="connsiteX34" fmla="*/ 25900 w 225663"/>
                <a:gd name="connsiteY34" fmla="*/ 175146 h 297465"/>
                <a:gd name="connsiteX35" fmla="*/ 30003 w 225663"/>
                <a:gd name="connsiteY35" fmla="*/ 171043 h 297465"/>
                <a:gd name="connsiteX36" fmla="*/ 198738 w 225663"/>
                <a:gd name="connsiteY36" fmla="*/ 171043 h 297465"/>
                <a:gd name="connsiteX37" fmla="*/ 202841 w 225663"/>
                <a:gd name="connsiteY37" fmla="*/ 175146 h 297465"/>
                <a:gd name="connsiteX38" fmla="*/ 198738 w 225663"/>
                <a:gd name="connsiteY38" fmla="*/ 179249 h 297465"/>
                <a:gd name="connsiteX39" fmla="*/ 198738 w 225663"/>
                <a:gd name="connsiteY39" fmla="*/ 146938 h 297465"/>
                <a:gd name="connsiteX40" fmla="*/ 30003 w 225663"/>
                <a:gd name="connsiteY40" fmla="*/ 146938 h 297465"/>
                <a:gd name="connsiteX41" fmla="*/ 25900 w 225663"/>
                <a:gd name="connsiteY41" fmla="*/ 142835 h 297465"/>
                <a:gd name="connsiteX42" fmla="*/ 30003 w 225663"/>
                <a:gd name="connsiteY42" fmla="*/ 138732 h 297465"/>
                <a:gd name="connsiteX43" fmla="*/ 198738 w 225663"/>
                <a:gd name="connsiteY43" fmla="*/ 138732 h 297465"/>
                <a:gd name="connsiteX44" fmla="*/ 202841 w 225663"/>
                <a:gd name="connsiteY44" fmla="*/ 142835 h 297465"/>
                <a:gd name="connsiteX45" fmla="*/ 198738 w 225663"/>
                <a:gd name="connsiteY45" fmla="*/ 146938 h 297465"/>
                <a:gd name="connsiteX46" fmla="*/ 198738 w 225663"/>
                <a:gd name="connsiteY46" fmla="*/ 114627 h 297465"/>
                <a:gd name="connsiteX47" fmla="*/ 30003 w 225663"/>
                <a:gd name="connsiteY47" fmla="*/ 114627 h 297465"/>
                <a:gd name="connsiteX48" fmla="*/ 25900 w 225663"/>
                <a:gd name="connsiteY48" fmla="*/ 110524 h 297465"/>
                <a:gd name="connsiteX49" fmla="*/ 30003 w 225663"/>
                <a:gd name="connsiteY49" fmla="*/ 106421 h 297465"/>
                <a:gd name="connsiteX50" fmla="*/ 198738 w 225663"/>
                <a:gd name="connsiteY50" fmla="*/ 106421 h 297465"/>
                <a:gd name="connsiteX51" fmla="*/ 202841 w 225663"/>
                <a:gd name="connsiteY51" fmla="*/ 110524 h 297465"/>
                <a:gd name="connsiteX52" fmla="*/ 198738 w 225663"/>
                <a:gd name="connsiteY52" fmla="*/ 114627 h 297465"/>
                <a:gd name="connsiteX53" fmla="*/ 198738 w 225663"/>
                <a:gd name="connsiteY53" fmla="*/ 82316 h 297465"/>
                <a:gd name="connsiteX54" fmla="*/ 30003 w 225663"/>
                <a:gd name="connsiteY54" fmla="*/ 82316 h 297465"/>
                <a:gd name="connsiteX55" fmla="*/ 25900 w 225663"/>
                <a:gd name="connsiteY55" fmla="*/ 78213 h 297465"/>
                <a:gd name="connsiteX56" fmla="*/ 30003 w 225663"/>
                <a:gd name="connsiteY56" fmla="*/ 74110 h 297465"/>
                <a:gd name="connsiteX57" fmla="*/ 198738 w 225663"/>
                <a:gd name="connsiteY57" fmla="*/ 74110 h 297465"/>
                <a:gd name="connsiteX58" fmla="*/ 202841 w 225663"/>
                <a:gd name="connsiteY58" fmla="*/ 78213 h 297465"/>
                <a:gd name="connsiteX59" fmla="*/ 198738 w 225663"/>
                <a:gd name="connsiteY59" fmla="*/ 82316 h 29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25663" h="297465">
                  <a:moveTo>
                    <a:pt x="185403" y="59750"/>
                  </a:moveTo>
                  <a:cubicBezTo>
                    <a:pt x="176171" y="59750"/>
                    <a:pt x="168991" y="52569"/>
                    <a:pt x="168991" y="43338"/>
                  </a:cubicBezTo>
                  <a:lnTo>
                    <a:pt x="168991" y="3847"/>
                  </a:lnTo>
                  <a:lnTo>
                    <a:pt x="14104" y="3847"/>
                  </a:lnTo>
                  <a:cubicBezTo>
                    <a:pt x="8462" y="3847"/>
                    <a:pt x="3847" y="8463"/>
                    <a:pt x="3847" y="14104"/>
                  </a:cubicBezTo>
                  <a:lnTo>
                    <a:pt x="3847" y="284388"/>
                  </a:lnTo>
                  <a:cubicBezTo>
                    <a:pt x="3847" y="290029"/>
                    <a:pt x="8462" y="294645"/>
                    <a:pt x="14104" y="294645"/>
                  </a:cubicBezTo>
                  <a:lnTo>
                    <a:pt x="215150" y="294645"/>
                  </a:lnTo>
                  <a:cubicBezTo>
                    <a:pt x="220791" y="294645"/>
                    <a:pt x="225407" y="290029"/>
                    <a:pt x="225407" y="284388"/>
                  </a:cubicBezTo>
                  <a:lnTo>
                    <a:pt x="225407" y="59750"/>
                  </a:lnTo>
                  <a:lnTo>
                    <a:pt x="185403" y="59750"/>
                  </a:lnTo>
                  <a:close/>
                  <a:moveTo>
                    <a:pt x="30003" y="41286"/>
                  </a:moveTo>
                  <a:lnTo>
                    <a:pt x="150015" y="41286"/>
                  </a:lnTo>
                  <a:cubicBezTo>
                    <a:pt x="152579" y="41286"/>
                    <a:pt x="154118" y="43338"/>
                    <a:pt x="154118" y="45389"/>
                  </a:cubicBezTo>
                  <a:cubicBezTo>
                    <a:pt x="154118" y="47954"/>
                    <a:pt x="152066" y="49492"/>
                    <a:pt x="150015" y="49492"/>
                  </a:cubicBezTo>
                  <a:lnTo>
                    <a:pt x="30003" y="49492"/>
                  </a:lnTo>
                  <a:cubicBezTo>
                    <a:pt x="27439" y="49492"/>
                    <a:pt x="25900" y="47441"/>
                    <a:pt x="25900" y="45389"/>
                  </a:cubicBezTo>
                  <a:cubicBezTo>
                    <a:pt x="25900" y="43338"/>
                    <a:pt x="27951" y="41286"/>
                    <a:pt x="30003" y="41286"/>
                  </a:cubicBezTo>
                  <a:close/>
                  <a:moveTo>
                    <a:pt x="198738" y="243871"/>
                  </a:moveTo>
                  <a:lnTo>
                    <a:pt x="30003" y="243871"/>
                  </a:lnTo>
                  <a:cubicBezTo>
                    <a:pt x="27439" y="243871"/>
                    <a:pt x="25900" y="241819"/>
                    <a:pt x="25900" y="239768"/>
                  </a:cubicBezTo>
                  <a:cubicBezTo>
                    <a:pt x="25900" y="237716"/>
                    <a:pt x="27951" y="235665"/>
                    <a:pt x="30003" y="235665"/>
                  </a:cubicBezTo>
                  <a:lnTo>
                    <a:pt x="198738" y="235665"/>
                  </a:lnTo>
                  <a:cubicBezTo>
                    <a:pt x="201302" y="235665"/>
                    <a:pt x="202841" y="237716"/>
                    <a:pt x="202841" y="239768"/>
                  </a:cubicBezTo>
                  <a:cubicBezTo>
                    <a:pt x="202841" y="241819"/>
                    <a:pt x="201302" y="243871"/>
                    <a:pt x="198738" y="243871"/>
                  </a:cubicBezTo>
                  <a:close/>
                  <a:moveTo>
                    <a:pt x="198738" y="211560"/>
                  </a:moveTo>
                  <a:lnTo>
                    <a:pt x="30003" y="211560"/>
                  </a:lnTo>
                  <a:cubicBezTo>
                    <a:pt x="27439" y="211560"/>
                    <a:pt x="25900" y="209508"/>
                    <a:pt x="25900" y="207457"/>
                  </a:cubicBezTo>
                  <a:cubicBezTo>
                    <a:pt x="25900" y="204892"/>
                    <a:pt x="27951" y="203354"/>
                    <a:pt x="30003" y="203354"/>
                  </a:cubicBezTo>
                  <a:lnTo>
                    <a:pt x="198738" y="203354"/>
                  </a:lnTo>
                  <a:cubicBezTo>
                    <a:pt x="201302" y="203354"/>
                    <a:pt x="202841" y="205405"/>
                    <a:pt x="202841" y="207457"/>
                  </a:cubicBezTo>
                  <a:cubicBezTo>
                    <a:pt x="203353" y="209508"/>
                    <a:pt x="201302" y="211560"/>
                    <a:pt x="198738" y="211560"/>
                  </a:cubicBezTo>
                  <a:close/>
                  <a:moveTo>
                    <a:pt x="198738" y="179249"/>
                  </a:moveTo>
                  <a:lnTo>
                    <a:pt x="30003" y="179249"/>
                  </a:lnTo>
                  <a:cubicBezTo>
                    <a:pt x="27439" y="179249"/>
                    <a:pt x="25900" y="177197"/>
                    <a:pt x="25900" y="175146"/>
                  </a:cubicBezTo>
                  <a:cubicBezTo>
                    <a:pt x="25900" y="172582"/>
                    <a:pt x="27951" y="171043"/>
                    <a:pt x="30003" y="171043"/>
                  </a:cubicBezTo>
                  <a:lnTo>
                    <a:pt x="198738" y="171043"/>
                  </a:lnTo>
                  <a:cubicBezTo>
                    <a:pt x="201302" y="171043"/>
                    <a:pt x="202841" y="173094"/>
                    <a:pt x="202841" y="175146"/>
                  </a:cubicBezTo>
                  <a:cubicBezTo>
                    <a:pt x="203353" y="177197"/>
                    <a:pt x="201302" y="179249"/>
                    <a:pt x="198738" y="179249"/>
                  </a:cubicBezTo>
                  <a:close/>
                  <a:moveTo>
                    <a:pt x="198738" y="146938"/>
                  </a:moveTo>
                  <a:lnTo>
                    <a:pt x="30003" y="146938"/>
                  </a:lnTo>
                  <a:cubicBezTo>
                    <a:pt x="27439" y="146938"/>
                    <a:pt x="25900" y="144886"/>
                    <a:pt x="25900" y="142835"/>
                  </a:cubicBezTo>
                  <a:cubicBezTo>
                    <a:pt x="25900" y="140271"/>
                    <a:pt x="27951" y="138732"/>
                    <a:pt x="30003" y="138732"/>
                  </a:cubicBezTo>
                  <a:lnTo>
                    <a:pt x="198738" y="138732"/>
                  </a:lnTo>
                  <a:cubicBezTo>
                    <a:pt x="201302" y="138732"/>
                    <a:pt x="202841" y="140783"/>
                    <a:pt x="202841" y="142835"/>
                  </a:cubicBezTo>
                  <a:cubicBezTo>
                    <a:pt x="203353" y="144886"/>
                    <a:pt x="201302" y="146938"/>
                    <a:pt x="198738" y="146938"/>
                  </a:cubicBezTo>
                  <a:close/>
                  <a:moveTo>
                    <a:pt x="198738" y="114627"/>
                  </a:moveTo>
                  <a:lnTo>
                    <a:pt x="30003" y="114627"/>
                  </a:lnTo>
                  <a:cubicBezTo>
                    <a:pt x="27439" y="114627"/>
                    <a:pt x="25900" y="112576"/>
                    <a:pt x="25900" y="110524"/>
                  </a:cubicBezTo>
                  <a:cubicBezTo>
                    <a:pt x="25900" y="107960"/>
                    <a:pt x="27951" y="106421"/>
                    <a:pt x="30003" y="106421"/>
                  </a:cubicBezTo>
                  <a:lnTo>
                    <a:pt x="198738" y="106421"/>
                  </a:lnTo>
                  <a:cubicBezTo>
                    <a:pt x="201302" y="106421"/>
                    <a:pt x="202841" y="108473"/>
                    <a:pt x="202841" y="110524"/>
                  </a:cubicBezTo>
                  <a:cubicBezTo>
                    <a:pt x="203353" y="112576"/>
                    <a:pt x="201302" y="114627"/>
                    <a:pt x="198738" y="114627"/>
                  </a:cubicBezTo>
                  <a:close/>
                  <a:moveTo>
                    <a:pt x="198738" y="82316"/>
                  </a:moveTo>
                  <a:lnTo>
                    <a:pt x="30003" y="82316"/>
                  </a:lnTo>
                  <a:cubicBezTo>
                    <a:pt x="27439" y="82316"/>
                    <a:pt x="25900" y="80265"/>
                    <a:pt x="25900" y="78213"/>
                  </a:cubicBezTo>
                  <a:cubicBezTo>
                    <a:pt x="25900" y="75649"/>
                    <a:pt x="27951" y="74110"/>
                    <a:pt x="30003" y="74110"/>
                  </a:cubicBezTo>
                  <a:lnTo>
                    <a:pt x="198738" y="74110"/>
                  </a:lnTo>
                  <a:cubicBezTo>
                    <a:pt x="201302" y="74110"/>
                    <a:pt x="202841" y="76162"/>
                    <a:pt x="202841" y="78213"/>
                  </a:cubicBezTo>
                  <a:cubicBezTo>
                    <a:pt x="203353" y="80265"/>
                    <a:pt x="201302" y="82316"/>
                    <a:pt x="198738" y="82316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2797"/>
            <p:cNvSpPr/>
            <p:nvPr/>
          </p:nvSpPr>
          <p:spPr>
            <a:xfrm>
              <a:off x="10233021" y="4964980"/>
              <a:ext cx="143604" cy="241050"/>
            </a:xfrm>
            <a:custGeom>
              <a:avLst/>
              <a:gdLst>
                <a:gd name="connsiteX0" fmla="*/ 142835 w 143604"/>
                <a:gd name="connsiteY0" fmla="*/ 142835 h 241049"/>
                <a:gd name="connsiteX1" fmla="*/ 142835 w 143604"/>
                <a:gd name="connsiteY1" fmla="*/ 3847 h 241049"/>
                <a:gd name="connsiteX2" fmla="*/ 142835 w 143604"/>
                <a:gd name="connsiteY2" fmla="*/ 3847 h 241049"/>
                <a:gd name="connsiteX3" fmla="*/ 3847 w 143604"/>
                <a:gd name="connsiteY3" fmla="*/ 142835 h 241049"/>
                <a:gd name="connsiteX4" fmla="*/ 44876 w 143604"/>
                <a:gd name="connsiteY4" fmla="*/ 241306 h 241049"/>
                <a:gd name="connsiteX5" fmla="*/ 142835 w 143604"/>
                <a:gd name="connsiteY5" fmla="*/ 142835 h 241049"/>
                <a:gd name="connsiteX6" fmla="*/ 142835 w 143604"/>
                <a:gd name="connsiteY6" fmla="*/ 14283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604" h="241049">
                  <a:moveTo>
                    <a:pt x="142835" y="142835"/>
                  </a:moveTo>
                  <a:lnTo>
                    <a:pt x="142835" y="3847"/>
                  </a:lnTo>
                  <a:lnTo>
                    <a:pt x="142835" y="3847"/>
                  </a:lnTo>
                  <a:cubicBezTo>
                    <a:pt x="65905" y="3847"/>
                    <a:pt x="3847" y="65904"/>
                    <a:pt x="3847" y="142835"/>
                  </a:cubicBezTo>
                  <a:cubicBezTo>
                    <a:pt x="3847" y="181300"/>
                    <a:pt x="19233" y="216176"/>
                    <a:pt x="44876" y="241306"/>
                  </a:cubicBezTo>
                  <a:lnTo>
                    <a:pt x="142835" y="142835"/>
                  </a:lnTo>
                  <a:lnTo>
                    <a:pt x="142835" y="142835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2798"/>
            <p:cNvSpPr/>
            <p:nvPr/>
          </p:nvSpPr>
          <p:spPr>
            <a:xfrm>
              <a:off x="10285335" y="5120893"/>
              <a:ext cx="241050" cy="143604"/>
            </a:xfrm>
            <a:custGeom>
              <a:avLst/>
              <a:gdLst>
                <a:gd name="connsiteX0" fmla="*/ 3847 w 241049"/>
                <a:gd name="connsiteY0" fmla="*/ 102318 h 143604"/>
                <a:gd name="connsiteX1" fmla="*/ 101805 w 241049"/>
                <a:gd name="connsiteY1" fmla="*/ 142835 h 143604"/>
                <a:gd name="connsiteX2" fmla="*/ 240793 w 241049"/>
                <a:gd name="connsiteY2" fmla="*/ 3847 h 143604"/>
                <a:gd name="connsiteX3" fmla="*/ 101805 w 241049"/>
                <a:gd name="connsiteY3" fmla="*/ 3847 h 143604"/>
                <a:gd name="connsiteX4" fmla="*/ 3847 w 241049"/>
                <a:gd name="connsiteY4" fmla="*/ 102318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49" h="143604">
                  <a:moveTo>
                    <a:pt x="3847" y="102318"/>
                  </a:moveTo>
                  <a:cubicBezTo>
                    <a:pt x="28977" y="127449"/>
                    <a:pt x="63852" y="142835"/>
                    <a:pt x="101805" y="142835"/>
                  </a:cubicBezTo>
                  <a:cubicBezTo>
                    <a:pt x="178736" y="142835"/>
                    <a:pt x="240793" y="80777"/>
                    <a:pt x="240793" y="3847"/>
                  </a:cubicBezTo>
                  <a:lnTo>
                    <a:pt x="101805" y="3847"/>
                  </a:lnTo>
                  <a:lnTo>
                    <a:pt x="3847" y="102318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2799"/>
            <p:cNvSpPr/>
            <p:nvPr/>
          </p:nvSpPr>
          <p:spPr>
            <a:xfrm>
              <a:off x="10390474" y="4964980"/>
              <a:ext cx="143604" cy="143604"/>
            </a:xfrm>
            <a:custGeom>
              <a:avLst/>
              <a:gdLst>
                <a:gd name="connsiteX0" fmla="*/ 3847 w 143604"/>
                <a:gd name="connsiteY0" fmla="*/ 3847 h 143604"/>
                <a:gd name="connsiteX1" fmla="*/ 3847 w 143604"/>
                <a:gd name="connsiteY1" fmla="*/ 142835 h 143604"/>
                <a:gd name="connsiteX2" fmla="*/ 142835 w 143604"/>
                <a:gd name="connsiteY2" fmla="*/ 142835 h 143604"/>
                <a:gd name="connsiteX3" fmla="*/ 142835 w 143604"/>
                <a:gd name="connsiteY3" fmla="*/ 142835 h 143604"/>
                <a:gd name="connsiteX4" fmla="*/ 3847 w 143604"/>
                <a:gd name="connsiteY4" fmla="*/ 3847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604" h="143604">
                  <a:moveTo>
                    <a:pt x="3847" y="3847"/>
                  </a:moveTo>
                  <a:lnTo>
                    <a:pt x="3847" y="142835"/>
                  </a:lnTo>
                  <a:lnTo>
                    <a:pt x="142835" y="142835"/>
                  </a:lnTo>
                  <a:lnTo>
                    <a:pt x="142835" y="142835"/>
                  </a:lnTo>
                  <a:cubicBezTo>
                    <a:pt x="143347" y="66417"/>
                    <a:pt x="80777" y="3847"/>
                    <a:pt x="3847" y="3847"/>
                  </a:cubicBezTo>
                  <a:close/>
                </a:path>
              </a:pathLst>
            </a:custGeom>
            <a:solidFill>
              <a:srgbClr val="00C0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2800"/>
            <p:cNvSpPr/>
            <p:nvPr/>
          </p:nvSpPr>
          <p:spPr>
            <a:xfrm>
              <a:off x="9886320" y="4643922"/>
              <a:ext cx="194891" cy="179505"/>
            </a:xfrm>
            <a:custGeom>
              <a:avLst/>
              <a:gdLst>
                <a:gd name="connsiteX0" fmla="*/ 165914 w 194891"/>
                <a:gd name="connsiteY0" fmla="*/ 124884 h 179505"/>
                <a:gd name="connsiteX1" fmla="*/ 193096 w 194891"/>
                <a:gd name="connsiteY1" fmla="*/ 74623 h 179505"/>
                <a:gd name="connsiteX2" fmla="*/ 165914 w 194891"/>
                <a:gd name="connsiteY2" fmla="*/ 24874 h 179505"/>
                <a:gd name="connsiteX3" fmla="*/ 100267 w 194891"/>
                <a:gd name="connsiteY3" fmla="*/ 3847 h 179505"/>
                <a:gd name="connsiteX4" fmla="*/ 34619 w 194891"/>
                <a:gd name="connsiteY4" fmla="*/ 24874 h 179505"/>
                <a:gd name="connsiteX5" fmla="*/ 7437 w 194891"/>
                <a:gd name="connsiteY5" fmla="*/ 74623 h 179505"/>
                <a:gd name="connsiteX6" fmla="*/ 32567 w 194891"/>
                <a:gd name="connsiteY6" fmla="*/ 122833 h 179505"/>
                <a:gd name="connsiteX7" fmla="*/ 33081 w 194891"/>
                <a:gd name="connsiteY7" fmla="*/ 127449 h 179505"/>
                <a:gd name="connsiteX8" fmla="*/ 24874 w 194891"/>
                <a:gd name="connsiteY8" fmla="*/ 152067 h 179505"/>
                <a:gd name="connsiteX9" fmla="*/ 3847 w 194891"/>
                <a:gd name="connsiteY9" fmla="*/ 163350 h 179505"/>
                <a:gd name="connsiteX10" fmla="*/ 22310 w 194891"/>
                <a:gd name="connsiteY10" fmla="*/ 176172 h 179505"/>
                <a:gd name="connsiteX11" fmla="*/ 51544 w 194891"/>
                <a:gd name="connsiteY11" fmla="*/ 165914 h 179505"/>
                <a:gd name="connsiteX12" fmla="*/ 65391 w 194891"/>
                <a:gd name="connsiteY12" fmla="*/ 139758 h 179505"/>
                <a:gd name="connsiteX13" fmla="*/ 100779 w 194891"/>
                <a:gd name="connsiteY13" fmla="*/ 145399 h 179505"/>
                <a:gd name="connsiteX14" fmla="*/ 165914 w 194891"/>
                <a:gd name="connsiteY14" fmla="*/ 12488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4891" h="179505">
                  <a:moveTo>
                    <a:pt x="165914" y="124884"/>
                  </a:moveTo>
                  <a:cubicBezTo>
                    <a:pt x="183865" y="111037"/>
                    <a:pt x="193096" y="94112"/>
                    <a:pt x="193096" y="74623"/>
                  </a:cubicBezTo>
                  <a:cubicBezTo>
                    <a:pt x="193096" y="55134"/>
                    <a:pt x="183865" y="38209"/>
                    <a:pt x="165914" y="24874"/>
                  </a:cubicBezTo>
                  <a:cubicBezTo>
                    <a:pt x="147963" y="11027"/>
                    <a:pt x="125910" y="3847"/>
                    <a:pt x="100267" y="3847"/>
                  </a:cubicBezTo>
                  <a:cubicBezTo>
                    <a:pt x="74623" y="3847"/>
                    <a:pt x="52569" y="11027"/>
                    <a:pt x="34619" y="24874"/>
                  </a:cubicBezTo>
                  <a:cubicBezTo>
                    <a:pt x="16668" y="38722"/>
                    <a:pt x="7437" y="55134"/>
                    <a:pt x="7437" y="74623"/>
                  </a:cubicBezTo>
                  <a:cubicBezTo>
                    <a:pt x="7437" y="93599"/>
                    <a:pt x="16156" y="109498"/>
                    <a:pt x="32567" y="122833"/>
                  </a:cubicBezTo>
                  <a:cubicBezTo>
                    <a:pt x="32567" y="124372"/>
                    <a:pt x="33081" y="125910"/>
                    <a:pt x="33081" y="127449"/>
                  </a:cubicBezTo>
                  <a:cubicBezTo>
                    <a:pt x="33081" y="137706"/>
                    <a:pt x="30516" y="145912"/>
                    <a:pt x="24874" y="152067"/>
                  </a:cubicBezTo>
                  <a:cubicBezTo>
                    <a:pt x="19233" y="158734"/>
                    <a:pt x="12566" y="162324"/>
                    <a:pt x="3847" y="163350"/>
                  </a:cubicBezTo>
                  <a:cubicBezTo>
                    <a:pt x="8975" y="171556"/>
                    <a:pt x="15130" y="176172"/>
                    <a:pt x="22310" y="176172"/>
                  </a:cubicBezTo>
                  <a:cubicBezTo>
                    <a:pt x="33593" y="176172"/>
                    <a:pt x="43338" y="173094"/>
                    <a:pt x="51544" y="165914"/>
                  </a:cubicBezTo>
                  <a:cubicBezTo>
                    <a:pt x="59750" y="159247"/>
                    <a:pt x="64366" y="150528"/>
                    <a:pt x="65391" y="139758"/>
                  </a:cubicBezTo>
                  <a:cubicBezTo>
                    <a:pt x="76675" y="143348"/>
                    <a:pt x="88470" y="145399"/>
                    <a:pt x="100779" y="145399"/>
                  </a:cubicBezTo>
                  <a:cubicBezTo>
                    <a:pt x="125910" y="145399"/>
                    <a:pt x="147451" y="138219"/>
                    <a:pt x="165914" y="12488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2801"/>
            <p:cNvSpPr/>
            <p:nvPr/>
          </p:nvSpPr>
          <p:spPr>
            <a:xfrm>
              <a:off x="9976585" y="4741368"/>
              <a:ext cx="138475" cy="117961"/>
            </a:xfrm>
            <a:custGeom>
              <a:avLst/>
              <a:gdLst>
                <a:gd name="connsiteX0" fmla="*/ 120269 w 138475"/>
                <a:gd name="connsiteY0" fmla="*/ 99754 h 117960"/>
                <a:gd name="connsiteX1" fmla="*/ 114627 w 138475"/>
                <a:gd name="connsiteY1" fmla="*/ 82829 h 117960"/>
                <a:gd name="connsiteX2" fmla="*/ 114627 w 138475"/>
                <a:gd name="connsiteY2" fmla="*/ 79752 h 117960"/>
                <a:gd name="connsiteX3" fmla="*/ 132065 w 138475"/>
                <a:gd name="connsiteY3" fmla="*/ 46415 h 117960"/>
                <a:gd name="connsiteX4" fmla="*/ 113089 w 138475"/>
                <a:gd name="connsiteY4" fmla="*/ 12053 h 117960"/>
                <a:gd name="connsiteX5" fmla="*/ 98728 w 138475"/>
                <a:gd name="connsiteY5" fmla="*/ 3847 h 117960"/>
                <a:gd name="connsiteX6" fmla="*/ 97702 w 138475"/>
                <a:gd name="connsiteY6" fmla="*/ 5385 h 117960"/>
                <a:gd name="connsiteX7" fmla="*/ 76675 w 138475"/>
                <a:gd name="connsiteY7" fmla="*/ 28977 h 117960"/>
                <a:gd name="connsiteX8" fmla="*/ 45902 w 138475"/>
                <a:gd name="connsiteY8" fmla="*/ 44876 h 117960"/>
                <a:gd name="connsiteX9" fmla="*/ 9489 w 138475"/>
                <a:gd name="connsiteY9" fmla="*/ 50005 h 117960"/>
                <a:gd name="connsiteX10" fmla="*/ 3847 w 138475"/>
                <a:gd name="connsiteY10" fmla="*/ 50005 h 117960"/>
                <a:gd name="connsiteX11" fmla="*/ 22310 w 138475"/>
                <a:gd name="connsiteY11" fmla="*/ 81290 h 117960"/>
                <a:gd name="connsiteX12" fmla="*/ 67443 w 138475"/>
                <a:gd name="connsiteY12" fmla="*/ 95651 h 117960"/>
                <a:gd name="connsiteX13" fmla="*/ 92061 w 138475"/>
                <a:gd name="connsiteY13" fmla="*/ 92061 h 117960"/>
                <a:gd name="connsiteX14" fmla="*/ 101292 w 138475"/>
                <a:gd name="connsiteY14" fmla="*/ 110011 h 117960"/>
                <a:gd name="connsiteX15" fmla="*/ 121807 w 138475"/>
                <a:gd name="connsiteY15" fmla="*/ 117191 h 117960"/>
                <a:gd name="connsiteX16" fmla="*/ 134629 w 138475"/>
                <a:gd name="connsiteY16" fmla="*/ 108473 h 117960"/>
                <a:gd name="connsiteX17" fmla="*/ 120269 w 138475"/>
                <a:gd name="connsiteY17" fmla="*/ 99754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475" h="117960">
                  <a:moveTo>
                    <a:pt x="120269" y="99754"/>
                  </a:moveTo>
                  <a:cubicBezTo>
                    <a:pt x="116678" y="95138"/>
                    <a:pt x="114627" y="89496"/>
                    <a:pt x="114627" y="82829"/>
                  </a:cubicBezTo>
                  <a:cubicBezTo>
                    <a:pt x="114627" y="81803"/>
                    <a:pt x="114627" y="80777"/>
                    <a:pt x="114627" y="79752"/>
                  </a:cubicBezTo>
                  <a:cubicBezTo>
                    <a:pt x="126423" y="70520"/>
                    <a:pt x="132065" y="59237"/>
                    <a:pt x="132065" y="46415"/>
                  </a:cubicBezTo>
                  <a:cubicBezTo>
                    <a:pt x="132065" y="33080"/>
                    <a:pt x="125910" y="21284"/>
                    <a:pt x="113089" y="12053"/>
                  </a:cubicBezTo>
                  <a:cubicBezTo>
                    <a:pt x="108473" y="8462"/>
                    <a:pt x="103857" y="5898"/>
                    <a:pt x="98728" y="3847"/>
                  </a:cubicBezTo>
                  <a:cubicBezTo>
                    <a:pt x="98728" y="4359"/>
                    <a:pt x="98215" y="4872"/>
                    <a:pt x="97702" y="5385"/>
                  </a:cubicBezTo>
                  <a:cubicBezTo>
                    <a:pt x="93086" y="14104"/>
                    <a:pt x="85906" y="21797"/>
                    <a:pt x="76675" y="28977"/>
                  </a:cubicBezTo>
                  <a:cubicBezTo>
                    <a:pt x="67443" y="36158"/>
                    <a:pt x="57185" y="41286"/>
                    <a:pt x="45902" y="44876"/>
                  </a:cubicBezTo>
                  <a:cubicBezTo>
                    <a:pt x="34619" y="48466"/>
                    <a:pt x="22310" y="50005"/>
                    <a:pt x="9489" y="50005"/>
                  </a:cubicBezTo>
                  <a:cubicBezTo>
                    <a:pt x="7437" y="50005"/>
                    <a:pt x="5898" y="50005"/>
                    <a:pt x="3847" y="50005"/>
                  </a:cubicBezTo>
                  <a:cubicBezTo>
                    <a:pt x="4873" y="61801"/>
                    <a:pt x="11027" y="72571"/>
                    <a:pt x="22310" y="81290"/>
                  </a:cubicBezTo>
                  <a:cubicBezTo>
                    <a:pt x="34619" y="91035"/>
                    <a:pt x="50005" y="95651"/>
                    <a:pt x="67443" y="95651"/>
                  </a:cubicBezTo>
                  <a:cubicBezTo>
                    <a:pt x="76162" y="95651"/>
                    <a:pt x="84368" y="94625"/>
                    <a:pt x="92061" y="92061"/>
                  </a:cubicBezTo>
                  <a:cubicBezTo>
                    <a:pt x="92574" y="99241"/>
                    <a:pt x="95651" y="105395"/>
                    <a:pt x="101292" y="110011"/>
                  </a:cubicBezTo>
                  <a:cubicBezTo>
                    <a:pt x="106934" y="114627"/>
                    <a:pt x="114114" y="117191"/>
                    <a:pt x="121807" y="117191"/>
                  </a:cubicBezTo>
                  <a:cubicBezTo>
                    <a:pt x="126936" y="117191"/>
                    <a:pt x="131039" y="114114"/>
                    <a:pt x="134629" y="108473"/>
                  </a:cubicBezTo>
                  <a:cubicBezTo>
                    <a:pt x="128987" y="106934"/>
                    <a:pt x="123859" y="104370"/>
                    <a:pt x="120269" y="997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2802"/>
            <p:cNvSpPr/>
            <p:nvPr/>
          </p:nvSpPr>
          <p:spPr>
            <a:xfrm>
              <a:off x="9978124" y="4597764"/>
              <a:ext cx="189763" cy="179505"/>
            </a:xfrm>
            <a:custGeom>
              <a:avLst/>
              <a:gdLst>
                <a:gd name="connsiteX0" fmla="*/ 166427 w 189762"/>
                <a:gd name="connsiteY0" fmla="*/ 151554 h 179505"/>
                <a:gd name="connsiteX1" fmla="*/ 158221 w 189762"/>
                <a:gd name="connsiteY1" fmla="*/ 126936 h 179505"/>
                <a:gd name="connsiteX2" fmla="*/ 158221 w 189762"/>
                <a:gd name="connsiteY2" fmla="*/ 122320 h 179505"/>
                <a:gd name="connsiteX3" fmla="*/ 183352 w 189762"/>
                <a:gd name="connsiteY3" fmla="*/ 74110 h 179505"/>
                <a:gd name="connsiteX4" fmla="*/ 156169 w 189762"/>
                <a:gd name="connsiteY4" fmla="*/ 24361 h 179505"/>
                <a:gd name="connsiteX5" fmla="*/ 90522 w 189762"/>
                <a:gd name="connsiteY5" fmla="*/ 3847 h 179505"/>
                <a:gd name="connsiteX6" fmla="*/ 24874 w 189762"/>
                <a:gd name="connsiteY6" fmla="*/ 24361 h 179505"/>
                <a:gd name="connsiteX7" fmla="*/ 3847 w 189762"/>
                <a:gd name="connsiteY7" fmla="*/ 48466 h 179505"/>
                <a:gd name="connsiteX8" fmla="*/ 7950 w 189762"/>
                <a:gd name="connsiteY8" fmla="*/ 48466 h 179505"/>
                <a:gd name="connsiteX9" fmla="*/ 44364 w 189762"/>
                <a:gd name="connsiteY9" fmla="*/ 53595 h 179505"/>
                <a:gd name="connsiteX10" fmla="*/ 75136 w 189762"/>
                <a:gd name="connsiteY10" fmla="*/ 69494 h 179505"/>
                <a:gd name="connsiteX11" fmla="*/ 96164 w 189762"/>
                <a:gd name="connsiteY11" fmla="*/ 92573 h 179505"/>
                <a:gd name="connsiteX12" fmla="*/ 103344 w 189762"/>
                <a:gd name="connsiteY12" fmla="*/ 120781 h 179505"/>
                <a:gd name="connsiteX13" fmla="*/ 98728 w 189762"/>
                <a:gd name="connsiteY13" fmla="*/ 144374 h 179505"/>
                <a:gd name="connsiteX14" fmla="*/ 126936 w 189762"/>
                <a:gd name="connsiteY14" fmla="*/ 139245 h 179505"/>
                <a:gd name="connsiteX15" fmla="*/ 140270 w 189762"/>
                <a:gd name="connsiteY15" fmla="*/ 165401 h 179505"/>
                <a:gd name="connsiteX16" fmla="*/ 169504 w 189762"/>
                <a:gd name="connsiteY16" fmla="*/ 175659 h 179505"/>
                <a:gd name="connsiteX17" fmla="*/ 187968 w 189762"/>
                <a:gd name="connsiteY17" fmla="*/ 162837 h 179505"/>
                <a:gd name="connsiteX18" fmla="*/ 166427 w 189762"/>
                <a:gd name="connsiteY18" fmla="*/ 15155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762" h="179505">
                  <a:moveTo>
                    <a:pt x="166427" y="151554"/>
                  </a:moveTo>
                  <a:cubicBezTo>
                    <a:pt x="161298" y="144886"/>
                    <a:pt x="158221" y="136680"/>
                    <a:pt x="158221" y="126936"/>
                  </a:cubicBezTo>
                  <a:cubicBezTo>
                    <a:pt x="158221" y="125397"/>
                    <a:pt x="158221" y="123859"/>
                    <a:pt x="158221" y="122320"/>
                  </a:cubicBezTo>
                  <a:cubicBezTo>
                    <a:pt x="175146" y="108985"/>
                    <a:pt x="183352" y="92573"/>
                    <a:pt x="183352" y="74110"/>
                  </a:cubicBezTo>
                  <a:cubicBezTo>
                    <a:pt x="183352" y="54621"/>
                    <a:pt x="174120" y="38209"/>
                    <a:pt x="156169" y="24361"/>
                  </a:cubicBezTo>
                  <a:cubicBezTo>
                    <a:pt x="138219" y="10514"/>
                    <a:pt x="116166" y="3847"/>
                    <a:pt x="90522" y="3847"/>
                  </a:cubicBezTo>
                  <a:cubicBezTo>
                    <a:pt x="64878" y="3847"/>
                    <a:pt x="42825" y="10514"/>
                    <a:pt x="24874" y="24361"/>
                  </a:cubicBezTo>
                  <a:cubicBezTo>
                    <a:pt x="15129" y="31542"/>
                    <a:pt x="8463" y="39748"/>
                    <a:pt x="3847" y="48466"/>
                  </a:cubicBezTo>
                  <a:cubicBezTo>
                    <a:pt x="5385" y="48466"/>
                    <a:pt x="6411" y="48466"/>
                    <a:pt x="7950" y="48466"/>
                  </a:cubicBezTo>
                  <a:cubicBezTo>
                    <a:pt x="20772" y="48466"/>
                    <a:pt x="33080" y="50005"/>
                    <a:pt x="44364" y="53595"/>
                  </a:cubicBezTo>
                  <a:cubicBezTo>
                    <a:pt x="55646" y="57185"/>
                    <a:pt x="65904" y="62314"/>
                    <a:pt x="75136" y="69494"/>
                  </a:cubicBezTo>
                  <a:cubicBezTo>
                    <a:pt x="84367" y="76674"/>
                    <a:pt x="91548" y="84368"/>
                    <a:pt x="96164" y="92573"/>
                  </a:cubicBezTo>
                  <a:cubicBezTo>
                    <a:pt x="100779" y="101292"/>
                    <a:pt x="103344" y="111037"/>
                    <a:pt x="103344" y="120781"/>
                  </a:cubicBezTo>
                  <a:cubicBezTo>
                    <a:pt x="103344" y="128987"/>
                    <a:pt x="101805" y="137193"/>
                    <a:pt x="98728" y="144374"/>
                  </a:cubicBezTo>
                  <a:cubicBezTo>
                    <a:pt x="108473" y="143861"/>
                    <a:pt x="117704" y="141809"/>
                    <a:pt x="126936" y="139245"/>
                  </a:cubicBezTo>
                  <a:cubicBezTo>
                    <a:pt x="127449" y="150015"/>
                    <a:pt x="132065" y="158221"/>
                    <a:pt x="140270" y="165401"/>
                  </a:cubicBezTo>
                  <a:cubicBezTo>
                    <a:pt x="148476" y="172069"/>
                    <a:pt x="158734" y="175659"/>
                    <a:pt x="169504" y="175659"/>
                  </a:cubicBezTo>
                  <a:cubicBezTo>
                    <a:pt x="176684" y="175659"/>
                    <a:pt x="182839" y="171556"/>
                    <a:pt x="187968" y="162837"/>
                  </a:cubicBezTo>
                  <a:cubicBezTo>
                    <a:pt x="179249" y="161811"/>
                    <a:pt x="172069" y="158221"/>
                    <a:pt x="166427" y="1515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2803"/>
            <p:cNvSpPr/>
            <p:nvPr/>
          </p:nvSpPr>
          <p:spPr>
            <a:xfrm>
              <a:off x="9026234" y="4639819"/>
              <a:ext cx="66673" cy="102574"/>
            </a:xfrm>
            <a:custGeom>
              <a:avLst/>
              <a:gdLst>
                <a:gd name="connsiteX0" fmla="*/ 64365 w 66673"/>
                <a:gd name="connsiteY0" fmla="*/ 102831 h 102574"/>
                <a:gd name="connsiteX1" fmla="*/ 64365 w 66673"/>
                <a:gd name="connsiteY1" fmla="*/ 3847 h 102574"/>
                <a:gd name="connsiteX2" fmla="*/ 8975 w 66673"/>
                <a:gd name="connsiteY2" fmla="*/ 55647 h 102574"/>
                <a:gd name="connsiteX3" fmla="*/ 3847 w 66673"/>
                <a:gd name="connsiteY3" fmla="*/ 51031 h 102574"/>
                <a:gd name="connsiteX4" fmla="*/ 3847 w 66673"/>
                <a:gd name="connsiteY4" fmla="*/ 102831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02574">
                  <a:moveTo>
                    <a:pt x="64365" y="102831"/>
                  </a:moveTo>
                  <a:lnTo>
                    <a:pt x="64365" y="3847"/>
                  </a:lnTo>
                  <a:lnTo>
                    <a:pt x="8975" y="55647"/>
                  </a:lnTo>
                  <a:lnTo>
                    <a:pt x="3847" y="51031"/>
                  </a:lnTo>
                  <a:lnTo>
                    <a:pt x="3847" y="102831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2804"/>
            <p:cNvSpPr/>
            <p:nvPr/>
          </p:nvSpPr>
          <p:spPr>
            <a:xfrm>
              <a:off x="9097010" y="4610586"/>
              <a:ext cx="66673" cy="133347"/>
            </a:xfrm>
            <a:custGeom>
              <a:avLst/>
              <a:gdLst>
                <a:gd name="connsiteX0" fmla="*/ 64366 w 66673"/>
                <a:gd name="connsiteY0" fmla="*/ 132065 h 133346"/>
                <a:gd name="connsiteX1" fmla="*/ 64366 w 66673"/>
                <a:gd name="connsiteY1" fmla="*/ 49492 h 133346"/>
                <a:gd name="connsiteX2" fmla="*/ 20772 w 66673"/>
                <a:gd name="connsiteY2" fmla="*/ 3847 h 133346"/>
                <a:gd name="connsiteX3" fmla="*/ 3847 w 66673"/>
                <a:gd name="connsiteY3" fmla="*/ 19233 h 133346"/>
                <a:gd name="connsiteX4" fmla="*/ 3847 w 66673"/>
                <a:gd name="connsiteY4" fmla="*/ 132065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33346">
                  <a:moveTo>
                    <a:pt x="64366" y="132065"/>
                  </a:moveTo>
                  <a:lnTo>
                    <a:pt x="64366" y="49492"/>
                  </a:lnTo>
                  <a:lnTo>
                    <a:pt x="20772" y="3847"/>
                  </a:lnTo>
                  <a:lnTo>
                    <a:pt x="3847" y="19233"/>
                  </a:lnTo>
                  <a:lnTo>
                    <a:pt x="3847" y="132065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2805"/>
            <p:cNvSpPr/>
            <p:nvPr/>
          </p:nvSpPr>
          <p:spPr>
            <a:xfrm>
              <a:off x="9168299" y="4631100"/>
              <a:ext cx="66673" cy="112832"/>
            </a:xfrm>
            <a:custGeom>
              <a:avLst/>
              <a:gdLst>
                <a:gd name="connsiteX0" fmla="*/ 64366 w 66673"/>
                <a:gd name="connsiteY0" fmla="*/ 111550 h 112831"/>
                <a:gd name="connsiteX1" fmla="*/ 64366 w 66673"/>
                <a:gd name="connsiteY1" fmla="*/ 3847 h 112831"/>
                <a:gd name="connsiteX2" fmla="*/ 12566 w 66673"/>
                <a:gd name="connsiteY2" fmla="*/ 48466 h 112831"/>
                <a:gd name="connsiteX3" fmla="*/ 3847 w 66673"/>
                <a:gd name="connsiteY3" fmla="*/ 39235 h 112831"/>
                <a:gd name="connsiteX4" fmla="*/ 3847 w 66673"/>
                <a:gd name="connsiteY4" fmla="*/ 111550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12831">
                  <a:moveTo>
                    <a:pt x="64366" y="111550"/>
                  </a:moveTo>
                  <a:lnTo>
                    <a:pt x="64366" y="3847"/>
                  </a:lnTo>
                  <a:lnTo>
                    <a:pt x="12566" y="48466"/>
                  </a:lnTo>
                  <a:lnTo>
                    <a:pt x="3847" y="39235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2806"/>
            <p:cNvSpPr/>
            <p:nvPr/>
          </p:nvSpPr>
          <p:spPr>
            <a:xfrm>
              <a:off x="9239076" y="4569043"/>
              <a:ext cx="66673" cy="174377"/>
            </a:xfrm>
            <a:custGeom>
              <a:avLst/>
              <a:gdLst>
                <a:gd name="connsiteX0" fmla="*/ 64365 w 66673"/>
                <a:gd name="connsiteY0" fmla="*/ 173607 h 174376"/>
                <a:gd name="connsiteX1" fmla="*/ 64365 w 66673"/>
                <a:gd name="connsiteY1" fmla="*/ 3847 h 174376"/>
                <a:gd name="connsiteX2" fmla="*/ 3847 w 66673"/>
                <a:gd name="connsiteY2" fmla="*/ 56672 h 174376"/>
                <a:gd name="connsiteX3" fmla="*/ 3847 w 66673"/>
                <a:gd name="connsiteY3" fmla="*/ 173607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74376">
                  <a:moveTo>
                    <a:pt x="64365" y="173607"/>
                  </a:moveTo>
                  <a:lnTo>
                    <a:pt x="64365" y="3847"/>
                  </a:lnTo>
                  <a:lnTo>
                    <a:pt x="3847" y="56672"/>
                  </a:lnTo>
                  <a:lnTo>
                    <a:pt x="3847" y="17360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2807"/>
            <p:cNvSpPr/>
            <p:nvPr/>
          </p:nvSpPr>
          <p:spPr>
            <a:xfrm>
              <a:off x="9026234" y="4512114"/>
              <a:ext cx="276951" cy="158990"/>
            </a:xfrm>
            <a:custGeom>
              <a:avLst/>
              <a:gdLst>
                <a:gd name="connsiteX0" fmla="*/ 276181 w 276950"/>
                <a:gd name="connsiteY0" fmla="*/ 3847 h 158990"/>
                <a:gd name="connsiteX1" fmla="*/ 157708 w 276950"/>
                <a:gd name="connsiteY1" fmla="*/ 105908 h 158990"/>
                <a:gd name="connsiteX2" fmla="*/ 102318 w 276950"/>
                <a:gd name="connsiteY2" fmla="*/ 52057 h 158990"/>
                <a:gd name="connsiteX3" fmla="*/ 92573 w 276950"/>
                <a:gd name="connsiteY3" fmla="*/ 48466 h 158990"/>
                <a:gd name="connsiteX4" fmla="*/ 82829 w 276950"/>
                <a:gd name="connsiteY4" fmla="*/ 52057 h 158990"/>
                <a:gd name="connsiteX5" fmla="*/ 3847 w 276950"/>
                <a:gd name="connsiteY5" fmla="*/ 128474 h 158990"/>
                <a:gd name="connsiteX6" fmla="*/ 3847 w 276950"/>
                <a:gd name="connsiteY6" fmla="*/ 155144 h 158990"/>
                <a:gd name="connsiteX7" fmla="*/ 8975 w 276950"/>
                <a:gd name="connsiteY7" fmla="*/ 159760 h 158990"/>
                <a:gd name="connsiteX8" fmla="*/ 92060 w 276950"/>
                <a:gd name="connsiteY8" fmla="*/ 79239 h 158990"/>
                <a:gd name="connsiteX9" fmla="*/ 146938 w 276950"/>
                <a:gd name="connsiteY9" fmla="*/ 132577 h 158990"/>
                <a:gd name="connsiteX10" fmla="*/ 165401 w 276950"/>
                <a:gd name="connsiteY10" fmla="*/ 133090 h 158990"/>
                <a:gd name="connsiteX11" fmla="*/ 277207 w 276950"/>
                <a:gd name="connsiteY11" fmla="*/ 36670 h 158990"/>
                <a:gd name="connsiteX12" fmla="*/ 277207 w 276950"/>
                <a:gd name="connsiteY12" fmla="*/ 4872 h 158990"/>
                <a:gd name="connsiteX13" fmla="*/ 276181 w 276950"/>
                <a:gd name="connsiteY13" fmla="*/ 3847 h 15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6950" h="158990">
                  <a:moveTo>
                    <a:pt x="276181" y="3847"/>
                  </a:moveTo>
                  <a:lnTo>
                    <a:pt x="157708" y="105908"/>
                  </a:lnTo>
                  <a:lnTo>
                    <a:pt x="102318" y="52057"/>
                  </a:lnTo>
                  <a:cubicBezTo>
                    <a:pt x="99753" y="49492"/>
                    <a:pt x="96164" y="48466"/>
                    <a:pt x="92573" y="48466"/>
                  </a:cubicBezTo>
                  <a:cubicBezTo>
                    <a:pt x="88983" y="48466"/>
                    <a:pt x="85393" y="50005"/>
                    <a:pt x="82829" y="52057"/>
                  </a:cubicBezTo>
                  <a:lnTo>
                    <a:pt x="3847" y="128474"/>
                  </a:lnTo>
                  <a:lnTo>
                    <a:pt x="3847" y="155144"/>
                  </a:lnTo>
                  <a:lnTo>
                    <a:pt x="8975" y="159760"/>
                  </a:lnTo>
                  <a:lnTo>
                    <a:pt x="92060" y="79239"/>
                  </a:lnTo>
                  <a:lnTo>
                    <a:pt x="146938" y="132577"/>
                  </a:lnTo>
                  <a:cubicBezTo>
                    <a:pt x="152067" y="137706"/>
                    <a:pt x="160273" y="137706"/>
                    <a:pt x="165401" y="133090"/>
                  </a:cubicBezTo>
                  <a:lnTo>
                    <a:pt x="277207" y="36670"/>
                  </a:lnTo>
                  <a:lnTo>
                    <a:pt x="277207" y="4872"/>
                  </a:lnTo>
                  <a:lnTo>
                    <a:pt x="276181" y="384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2808"/>
            <p:cNvSpPr/>
            <p:nvPr/>
          </p:nvSpPr>
          <p:spPr>
            <a:xfrm>
              <a:off x="9502932" y="4730837"/>
              <a:ext cx="323109" cy="323109"/>
            </a:xfrm>
            <a:custGeom>
              <a:avLst/>
              <a:gdLst>
                <a:gd name="connsiteX0" fmla="*/ 172855 w 323109"/>
                <a:gd name="connsiteY0" fmla="*/ 4120 h 323109"/>
                <a:gd name="connsiteX1" fmla="*/ 323639 w 323109"/>
                <a:gd name="connsiteY1" fmla="*/ 172855 h 323109"/>
                <a:gd name="connsiteX2" fmla="*/ 154904 w 323109"/>
                <a:gd name="connsiteY2" fmla="*/ 323639 h 323109"/>
                <a:gd name="connsiteX3" fmla="*/ 4120 w 323109"/>
                <a:gd name="connsiteY3" fmla="*/ 154904 h 323109"/>
                <a:gd name="connsiteX4" fmla="*/ 172855 w 323109"/>
                <a:gd name="connsiteY4" fmla="*/ 4120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109" h="323109">
                  <a:moveTo>
                    <a:pt x="172855" y="4120"/>
                  </a:moveTo>
                  <a:cubicBezTo>
                    <a:pt x="261069" y="9248"/>
                    <a:pt x="328255" y="84641"/>
                    <a:pt x="323639" y="172855"/>
                  </a:cubicBezTo>
                  <a:cubicBezTo>
                    <a:pt x="319023" y="261069"/>
                    <a:pt x="243118" y="328768"/>
                    <a:pt x="154904" y="323639"/>
                  </a:cubicBezTo>
                  <a:cubicBezTo>
                    <a:pt x="66690" y="318510"/>
                    <a:pt x="-1009" y="243118"/>
                    <a:pt x="4120" y="154904"/>
                  </a:cubicBezTo>
                  <a:cubicBezTo>
                    <a:pt x="9248" y="66690"/>
                    <a:pt x="84640" y="-1009"/>
                    <a:pt x="172855" y="4120"/>
                  </a:cubicBezTo>
                  <a:close/>
                </a:path>
              </a:pathLst>
            </a:custGeom>
            <a:solidFill>
              <a:srgbClr val="FFCD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2809"/>
            <p:cNvSpPr/>
            <p:nvPr/>
          </p:nvSpPr>
          <p:spPr>
            <a:xfrm>
              <a:off x="9653989" y="4731110"/>
              <a:ext cx="174376" cy="323109"/>
            </a:xfrm>
            <a:custGeom>
              <a:avLst/>
              <a:gdLst>
                <a:gd name="connsiteX0" fmla="*/ 21797 w 174376"/>
                <a:gd name="connsiteY0" fmla="*/ 3847 h 323109"/>
                <a:gd name="connsiteX1" fmla="*/ 172581 w 174376"/>
                <a:gd name="connsiteY1" fmla="*/ 172582 h 323109"/>
                <a:gd name="connsiteX2" fmla="*/ 3847 w 174376"/>
                <a:gd name="connsiteY2" fmla="*/ 323366 h 323109"/>
                <a:gd name="connsiteX3" fmla="*/ 21797 w 174376"/>
                <a:gd name="connsiteY3" fmla="*/ 3847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76" h="323109">
                  <a:moveTo>
                    <a:pt x="21797" y="3847"/>
                  </a:moveTo>
                  <a:cubicBezTo>
                    <a:pt x="110011" y="8975"/>
                    <a:pt x="177197" y="84368"/>
                    <a:pt x="172581" y="172582"/>
                  </a:cubicBezTo>
                  <a:cubicBezTo>
                    <a:pt x="167966" y="260796"/>
                    <a:pt x="92060" y="328495"/>
                    <a:pt x="3847" y="323366"/>
                  </a:cubicBezTo>
                  <a:lnTo>
                    <a:pt x="21797" y="3847"/>
                  </a:lnTo>
                  <a:close/>
                </a:path>
              </a:pathLst>
            </a:custGeom>
            <a:solidFill>
              <a:srgbClr val="FFA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2810"/>
            <p:cNvSpPr/>
            <p:nvPr/>
          </p:nvSpPr>
          <p:spPr>
            <a:xfrm>
              <a:off x="9601676" y="4789065"/>
              <a:ext cx="123089" cy="210278"/>
            </a:xfrm>
            <a:custGeom>
              <a:avLst/>
              <a:gdLst>
                <a:gd name="connsiteX0" fmla="*/ 25900 w 123089"/>
                <a:gd name="connsiteY0" fmla="*/ 125397 h 210277"/>
                <a:gd name="connsiteX1" fmla="*/ 43338 w 123089"/>
                <a:gd name="connsiteY1" fmla="*/ 142322 h 210277"/>
                <a:gd name="connsiteX2" fmla="*/ 62314 w 123089"/>
                <a:gd name="connsiteY2" fmla="*/ 148476 h 210277"/>
                <a:gd name="connsiteX3" fmla="*/ 75649 w 123089"/>
                <a:gd name="connsiteY3" fmla="*/ 144374 h 210277"/>
                <a:gd name="connsiteX4" fmla="*/ 81290 w 123089"/>
                <a:gd name="connsiteY4" fmla="*/ 133090 h 210277"/>
                <a:gd name="connsiteX5" fmla="*/ 77700 w 123089"/>
                <a:gd name="connsiteY5" fmla="*/ 121294 h 210277"/>
                <a:gd name="connsiteX6" fmla="*/ 58211 w 123089"/>
                <a:gd name="connsiteY6" fmla="*/ 111550 h 210277"/>
                <a:gd name="connsiteX7" fmla="*/ 25388 w 123089"/>
                <a:gd name="connsiteY7" fmla="*/ 93086 h 210277"/>
                <a:gd name="connsiteX8" fmla="*/ 17181 w 123089"/>
                <a:gd name="connsiteY8" fmla="*/ 65391 h 210277"/>
                <a:gd name="connsiteX9" fmla="*/ 32567 w 123089"/>
                <a:gd name="connsiteY9" fmla="*/ 32055 h 210277"/>
                <a:gd name="connsiteX10" fmla="*/ 70520 w 123089"/>
                <a:gd name="connsiteY10" fmla="*/ 18720 h 210277"/>
                <a:gd name="connsiteX11" fmla="*/ 71546 w 123089"/>
                <a:gd name="connsiteY11" fmla="*/ 3847 h 210277"/>
                <a:gd name="connsiteX12" fmla="*/ 85393 w 123089"/>
                <a:gd name="connsiteY12" fmla="*/ 4872 h 210277"/>
                <a:gd name="connsiteX13" fmla="*/ 84881 w 123089"/>
                <a:gd name="connsiteY13" fmla="*/ 19233 h 210277"/>
                <a:gd name="connsiteX14" fmla="*/ 102831 w 123089"/>
                <a:gd name="connsiteY14" fmla="*/ 24874 h 210277"/>
                <a:gd name="connsiteX15" fmla="*/ 119756 w 123089"/>
                <a:gd name="connsiteY15" fmla="*/ 35132 h 210277"/>
                <a:gd name="connsiteX16" fmla="*/ 104369 w 123089"/>
                <a:gd name="connsiteY16" fmla="*/ 64878 h 210277"/>
                <a:gd name="connsiteX17" fmla="*/ 90009 w 123089"/>
                <a:gd name="connsiteY17" fmla="*/ 55134 h 210277"/>
                <a:gd name="connsiteX18" fmla="*/ 75136 w 123089"/>
                <a:gd name="connsiteY18" fmla="*/ 51031 h 210277"/>
                <a:gd name="connsiteX19" fmla="*/ 62314 w 123089"/>
                <a:gd name="connsiteY19" fmla="*/ 54108 h 210277"/>
                <a:gd name="connsiteX20" fmla="*/ 57185 w 123089"/>
                <a:gd name="connsiteY20" fmla="*/ 63340 h 210277"/>
                <a:gd name="connsiteX21" fmla="*/ 60775 w 123089"/>
                <a:gd name="connsiteY21" fmla="*/ 73084 h 210277"/>
                <a:gd name="connsiteX22" fmla="*/ 76675 w 123089"/>
                <a:gd name="connsiteY22" fmla="*/ 80777 h 210277"/>
                <a:gd name="connsiteX23" fmla="*/ 78213 w 123089"/>
                <a:gd name="connsiteY23" fmla="*/ 81290 h 210277"/>
                <a:gd name="connsiteX24" fmla="*/ 111550 w 123089"/>
                <a:gd name="connsiteY24" fmla="*/ 98728 h 210277"/>
                <a:gd name="connsiteX25" fmla="*/ 119243 w 123089"/>
                <a:gd name="connsiteY25" fmla="*/ 113088 h 210277"/>
                <a:gd name="connsiteX26" fmla="*/ 121294 w 123089"/>
                <a:gd name="connsiteY26" fmla="*/ 131039 h 210277"/>
                <a:gd name="connsiteX27" fmla="*/ 105908 w 123089"/>
                <a:gd name="connsiteY27" fmla="*/ 166940 h 210277"/>
                <a:gd name="connsiteX28" fmla="*/ 68982 w 123089"/>
                <a:gd name="connsiteY28" fmla="*/ 181813 h 210277"/>
                <a:gd name="connsiteX29" fmla="*/ 67443 w 123089"/>
                <a:gd name="connsiteY29" fmla="*/ 207457 h 210277"/>
                <a:gd name="connsiteX30" fmla="*/ 53596 w 123089"/>
                <a:gd name="connsiteY30" fmla="*/ 206431 h 210277"/>
                <a:gd name="connsiteX31" fmla="*/ 55134 w 123089"/>
                <a:gd name="connsiteY31" fmla="*/ 180787 h 210277"/>
                <a:gd name="connsiteX32" fmla="*/ 27439 w 123089"/>
                <a:gd name="connsiteY32" fmla="*/ 173607 h 210277"/>
                <a:gd name="connsiteX33" fmla="*/ 3847 w 123089"/>
                <a:gd name="connsiteY33" fmla="*/ 155657 h 210277"/>
                <a:gd name="connsiteX34" fmla="*/ 25900 w 123089"/>
                <a:gd name="connsiteY34" fmla="*/ 12539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3089" h="210277">
                  <a:moveTo>
                    <a:pt x="25900" y="125397"/>
                  </a:moveTo>
                  <a:cubicBezTo>
                    <a:pt x="31542" y="132577"/>
                    <a:pt x="37696" y="138732"/>
                    <a:pt x="43338" y="142322"/>
                  </a:cubicBezTo>
                  <a:cubicBezTo>
                    <a:pt x="49492" y="146425"/>
                    <a:pt x="55646" y="148476"/>
                    <a:pt x="62314" y="148476"/>
                  </a:cubicBezTo>
                  <a:cubicBezTo>
                    <a:pt x="67443" y="148989"/>
                    <a:pt x="72059" y="147451"/>
                    <a:pt x="75649" y="144374"/>
                  </a:cubicBezTo>
                  <a:cubicBezTo>
                    <a:pt x="79239" y="141296"/>
                    <a:pt x="81290" y="137706"/>
                    <a:pt x="81290" y="133090"/>
                  </a:cubicBezTo>
                  <a:cubicBezTo>
                    <a:pt x="81803" y="127962"/>
                    <a:pt x="80265" y="123859"/>
                    <a:pt x="77700" y="121294"/>
                  </a:cubicBezTo>
                  <a:cubicBezTo>
                    <a:pt x="75136" y="118217"/>
                    <a:pt x="68468" y="115140"/>
                    <a:pt x="58211" y="111550"/>
                  </a:cubicBezTo>
                  <a:cubicBezTo>
                    <a:pt x="42312" y="106421"/>
                    <a:pt x="31542" y="100267"/>
                    <a:pt x="25388" y="93086"/>
                  </a:cubicBezTo>
                  <a:cubicBezTo>
                    <a:pt x="19233" y="86419"/>
                    <a:pt x="16668" y="77187"/>
                    <a:pt x="17181" y="65391"/>
                  </a:cubicBezTo>
                  <a:cubicBezTo>
                    <a:pt x="18207" y="51544"/>
                    <a:pt x="23336" y="40260"/>
                    <a:pt x="32567" y="32055"/>
                  </a:cubicBezTo>
                  <a:cubicBezTo>
                    <a:pt x="41799" y="23849"/>
                    <a:pt x="54621" y="19233"/>
                    <a:pt x="70520" y="18720"/>
                  </a:cubicBezTo>
                  <a:lnTo>
                    <a:pt x="71546" y="3847"/>
                  </a:lnTo>
                  <a:lnTo>
                    <a:pt x="85393" y="4872"/>
                  </a:lnTo>
                  <a:lnTo>
                    <a:pt x="84881" y="19233"/>
                  </a:lnTo>
                  <a:cubicBezTo>
                    <a:pt x="91035" y="20258"/>
                    <a:pt x="97190" y="21797"/>
                    <a:pt x="102831" y="24874"/>
                  </a:cubicBezTo>
                  <a:cubicBezTo>
                    <a:pt x="108473" y="27439"/>
                    <a:pt x="114114" y="31029"/>
                    <a:pt x="119756" y="35132"/>
                  </a:cubicBezTo>
                  <a:lnTo>
                    <a:pt x="104369" y="64878"/>
                  </a:lnTo>
                  <a:cubicBezTo>
                    <a:pt x="99754" y="60775"/>
                    <a:pt x="95138" y="57185"/>
                    <a:pt x="90009" y="55134"/>
                  </a:cubicBezTo>
                  <a:cubicBezTo>
                    <a:pt x="84881" y="52569"/>
                    <a:pt x="80265" y="51544"/>
                    <a:pt x="75136" y="51031"/>
                  </a:cubicBezTo>
                  <a:cubicBezTo>
                    <a:pt x="70007" y="50518"/>
                    <a:pt x="65904" y="51544"/>
                    <a:pt x="62314" y="54108"/>
                  </a:cubicBezTo>
                  <a:cubicBezTo>
                    <a:pt x="59237" y="56159"/>
                    <a:pt x="57185" y="59237"/>
                    <a:pt x="57185" y="63340"/>
                  </a:cubicBezTo>
                  <a:cubicBezTo>
                    <a:pt x="57185" y="67443"/>
                    <a:pt x="58211" y="70520"/>
                    <a:pt x="60775" y="73084"/>
                  </a:cubicBezTo>
                  <a:cubicBezTo>
                    <a:pt x="63340" y="75649"/>
                    <a:pt x="68468" y="78213"/>
                    <a:pt x="76675" y="80777"/>
                  </a:cubicBezTo>
                  <a:lnTo>
                    <a:pt x="78213" y="81290"/>
                  </a:lnTo>
                  <a:cubicBezTo>
                    <a:pt x="95138" y="86932"/>
                    <a:pt x="106421" y="92573"/>
                    <a:pt x="111550" y="98728"/>
                  </a:cubicBezTo>
                  <a:cubicBezTo>
                    <a:pt x="115140" y="102831"/>
                    <a:pt x="117705" y="107447"/>
                    <a:pt x="119243" y="113088"/>
                  </a:cubicBezTo>
                  <a:cubicBezTo>
                    <a:pt x="120782" y="118730"/>
                    <a:pt x="121294" y="124372"/>
                    <a:pt x="121294" y="131039"/>
                  </a:cubicBezTo>
                  <a:cubicBezTo>
                    <a:pt x="120269" y="145912"/>
                    <a:pt x="115140" y="157708"/>
                    <a:pt x="105908" y="166940"/>
                  </a:cubicBezTo>
                  <a:cubicBezTo>
                    <a:pt x="96164" y="176172"/>
                    <a:pt x="84368" y="181300"/>
                    <a:pt x="68982" y="181813"/>
                  </a:cubicBezTo>
                  <a:lnTo>
                    <a:pt x="67443" y="207457"/>
                  </a:lnTo>
                  <a:lnTo>
                    <a:pt x="53596" y="206431"/>
                  </a:lnTo>
                  <a:lnTo>
                    <a:pt x="55134" y="180787"/>
                  </a:lnTo>
                  <a:cubicBezTo>
                    <a:pt x="44876" y="180275"/>
                    <a:pt x="36158" y="177710"/>
                    <a:pt x="27439" y="173607"/>
                  </a:cubicBezTo>
                  <a:cubicBezTo>
                    <a:pt x="19233" y="169504"/>
                    <a:pt x="11540" y="163350"/>
                    <a:pt x="3847" y="155657"/>
                  </a:cubicBezTo>
                  <a:lnTo>
                    <a:pt x="25900" y="12539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840431" y="2767192"/>
            <a:ext cx="10522171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A5</a:t>
            </a:r>
            <a:r>
              <a:rPr kumimoji="1" lang="zh-CN" altLang="en-US" sz="1600" b="1" dirty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不会。</a:t>
            </a:r>
            <a:endParaRPr kumimoji="1" lang="en-US" altLang="zh-CN" sz="1600" dirty="0" smtClean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结合最大转化（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Nobid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功能预期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及行业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大盘数据，开启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Nobid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，系统进入探索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期，为优先起量可能导致成本涨幅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较大（部分客户瞬时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成本相较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常规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oCPC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模式提升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150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％到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％</a:t>
            </a:r>
            <a:r>
              <a:rPr lang="zh-CN" altLang="en-US" dirty="0" smtClean="0"/>
              <a:t>），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3-5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天后开始呈下降趋势并逐渐稳定。</a:t>
            </a:r>
            <a:endParaRPr kumimoji="1" lang="en-US" altLang="zh-CN" sz="1600" dirty="0" smtClean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 smtClean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若成本超出过多，与客户可接受预期偏差大，可提报给行业运营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/ims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，联系产运同学配置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costcap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（成本校准值），进行系统出价调控。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147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6985" y="-8890"/>
            <a:ext cx="12219305" cy="6882765"/>
            <a:chOff x="-43" y="-14"/>
            <a:chExt cx="19243" cy="10839"/>
          </a:xfrm>
        </p:grpSpPr>
        <p:sp>
          <p:nvSpPr>
            <p:cNvPr id="4" name="矩形 3"/>
            <p:cNvSpPr/>
            <p:nvPr userDrawn="1"/>
          </p:nvSpPr>
          <p:spPr>
            <a:xfrm>
              <a:off x="-26" y="-14"/>
              <a:ext cx="7250" cy="2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6230" y="-14"/>
              <a:ext cx="7222" cy="258"/>
            </a:xfrm>
            <a:prstGeom prst="rect">
              <a:avLst/>
            </a:prstGeom>
            <a:solidFill>
              <a:srgbClr val="5AC9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2960" y="-14"/>
              <a:ext cx="6240" cy="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43" y="10542"/>
              <a:ext cx="7250" cy="25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6213" y="10540"/>
              <a:ext cx="7222" cy="2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2943" y="10539"/>
              <a:ext cx="6240" cy="2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Rectangle 14"/>
          <p:cNvSpPr/>
          <p:nvPr/>
        </p:nvSpPr>
        <p:spPr>
          <a:xfrm>
            <a:off x="1283942" y="1006317"/>
            <a:ext cx="1261884" cy="372410"/>
          </a:xfrm>
          <a:prstGeom prst="rect">
            <a:avLst/>
          </a:prstGeom>
        </p:spPr>
        <p:txBody>
          <a:bodyPr wrap="none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8450" y="322580"/>
            <a:ext cx="226631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122C86"/>
                </a:solidFill>
                <a:latin typeface="Arial Black" panose="020B0A04020102020204" pitchFamily="34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PART  04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73445" y="1960900"/>
            <a:ext cx="1125156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Q6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Nobid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模式的包是否能切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回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常规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oCPC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模式，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切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回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常规模式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后，目标成本如何设置？</a:t>
            </a:r>
            <a:endParaRPr kumimoji="1" lang="en-US" altLang="zh-CN" sz="1600" b="1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A6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可以在投放包编辑页面手动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切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回常规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oCPC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  <a:sym typeface="+mn-ea"/>
              </a:rPr>
              <a:t>，即稳定投放模式；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短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期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需参照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Nobid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期间的实际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cpa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，上下浮动系数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0.8-1.2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设置目标出价，防止一下子消费掉太多；待跑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量稳定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后逐渐调整成本设置。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3445" y="3445413"/>
            <a:ext cx="10534071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Q7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若使用老包切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Nobid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模式，回切常规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oCPC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模式，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o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包会进入哪个阶段？</a:t>
            </a:r>
            <a:endParaRPr kumimoji="1" lang="en-US" altLang="zh-CN" sz="1600" b="1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A7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建议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使用学习期的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包切换</a:t>
            </a:r>
            <a:r>
              <a:rPr kumimoji="1" lang="en-US" altLang="zh-CN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Nobid</a:t>
            </a:r>
            <a:r>
              <a:rPr kumimoji="1" lang="zh-CN" altLang="en-US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模式跑量，回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切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oCPC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后重新从学习期进行进阶积累。</a:t>
            </a:r>
            <a:r>
              <a:rPr kumimoji="1" lang="en-US" altLang="zh-CN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Nobid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期间积累的转化样本不参与进阶门槛。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7651137" y="475046"/>
            <a:ext cx="4098904" cy="1297172"/>
            <a:chOff x="3203084" y="3864147"/>
            <a:chExt cx="8102353" cy="2124013"/>
          </a:xfrm>
        </p:grpSpPr>
        <p:sp>
          <p:nvSpPr>
            <p:cNvPr id="250" name="任意多边形: 形状 5"/>
            <p:cNvSpPr/>
            <p:nvPr/>
          </p:nvSpPr>
          <p:spPr>
            <a:xfrm>
              <a:off x="9087779" y="4773679"/>
              <a:ext cx="271822" cy="271822"/>
            </a:xfrm>
            <a:custGeom>
              <a:avLst/>
              <a:gdLst>
                <a:gd name="connsiteX0" fmla="*/ 270540 w 271822"/>
                <a:gd name="connsiteY0" fmla="*/ 137193 h 271822"/>
                <a:gd name="connsiteX1" fmla="*/ 137193 w 271822"/>
                <a:gd name="connsiteY1" fmla="*/ 270540 h 271822"/>
                <a:gd name="connsiteX2" fmla="*/ 3847 w 271822"/>
                <a:gd name="connsiteY2" fmla="*/ 137193 h 271822"/>
                <a:gd name="connsiteX3" fmla="*/ 137193 w 271822"/>
                <a:gd name="connsiteY3" fmla="*/ 3847 h 271822"/>
                <a:gd name="connsiteX4" fmla="*/ 270540 w 271822"/>
                <a:gd name="connsiteY4" fmla="*/ 137193 h 27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822" h="271822">
                  <a:moveTo>
                    <a:pt x="270540" y="137193"/>
                  </a:moveTo>
                  <a:cubicBezTo>
                    <a:pt x="270540" y="211047"/>
                    <a:pt x="210534" y="270540"/>
                    <a:pt x="137193" y="270540"/>
                  </a:cubicBezTo>
                  <a:cubicBezTo>
                    <a:pt x="63340" y="270540"/>
                    <a:pt x="3847" y="211047"/>
                    <a:pt x="3847" y="137193"/>
                  </a:cubicBezTo>
                  <a:cubicBezTo>
                    <a:pt x="3847" y="63853"/>
                    <a:pt x="63340" y="3847"/>
                    <a:pt x="137193" y="3847"/>
                  </a:cubicBezTo>
                  <a:cubicBezTo>
                    <a:pt x="211047" y="3847"/>
                    <a:pt x="270540" y="63853"/>
                    <a:pt x="270540" y="137193"/>
                  </a:cubicBezTo>
                  <a:close/>
                </a:path>
              </a:pathLst>
            </a:custGeom>
            <a:solidFill>
              <a:srgbClr val="23B1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6"/>
            <p:cNvSpPr/>
            <p:nvPr/>
          </p:nvSpPr>
          <p:spPr>
            <a:xfrm>
              <a:off x="9129321" y="4857790"/>
              <a:ext cx="184634" cy="133347"/>
            </a:xfrm>
            <a:custGeom>
              <a:avLst/>
              <a:gdLst>
                <a:gd name="connsiteX0" fmla="*/ 179249 w 184633"/>
                <a:gd name="connsiteY0" fmla="*/ 47954 h 133346"/>
                <a:gd name="connsiteX1" fmla="*/ 175659 w 184633"/>
                <a:gd name="connsiteY1" fmla="*/ 50005 h 133346"/>
                <a:gd name="connsiteX2" fmla="*/ 164376 w 184633"/>
                <a:gd name="connsiteY2" fmla="*/ 62827 h 133346"/>
                <a:gd name="connsiteX3" fmla="*/ 94625 w 184633"/>
                <a:gd name="connsiteY3" fmla="*/ 12052 h 133346"/>
                <a:gd name="connsiteX4" fmla="*/ 61801 w 184633"/>
                <a:gd name="connsiteY4" fmla="*/ 18720 h 133346"/>
                <a:gd name="connsiteX5" fmla="*/ 45902 w 184633"/>
                <a:gd name="connsiteY5" fmla="*/ 3847 h 133346"/>
                <a:gd name="connsiteX6" fmla="*/ 48466 w 184633"/>
                <a:gd name="connsiteY6" fmla="*/ 26413 h 133346"/>
                <a:gd name="connsiteX7" fmla="*/ 26413 w 184633"/>
                <a:gd name="connsiteY7" fmla="*/ 56672 h 133346"/>
                <a:gd name="connsiteX8" fmla="*/ 8463 w 184633"/>
                <a:gd name="connsiteY8" fmla="*/ 56672 h 133346"/>
                <a:gd name="connsiteX9" fmla="*/ 3847 w 184633"/>
                <a:gd name="connsiteY9" fmla="*/ 61288 h 133346"/>
                <a:gd name="connsiteX10" fmla="*/ 3847 w 184633"/>
                <a:gd name="connsiteY10" fmla="*/ 87958 h 133346"/>
                <a:gd name="connsiteX11" fmla="*/ 8463 w 184633"/>
                <a:gd name="connsiteY11" fmla="*/ 92061 h 133346"/>
                <a:gd name="connsiteX12" fmla="*/ 32055 w 184633"/>
                <a:gd name="connsiteY12" fmla="*/ 92061 h 133346"/>
                <a:gd name="connsiteX13" fmla="*/ 35132 w 184633"/>
                <a:gd name="connsiteY13" fmla="*/ 96676 h 133346"/>
                <a:gd name="connsiteX14" fmla="*/ 59750 w 184633"/>
                <a:gd name="connsiteY14" fmla="*/ 84367 h 133346"/>
                <a:gd name="connsiteX15" fmla="*/ 63852 w 184633"/>
                <a:gd name="connsiteY15" fmla="*/ 82829 h 133346"/>
                <a:gd name="connsiteX16" fmla="*/ 65391 w 184633"/>
                <a:gd name="connsiteY16" fmla="*/ 86932 h 133346"/>
                <a:gd name="connsiteX17" fmla="*/ 40260 w 184633"/>
                <a:gd name="connsiteY17" fmla="*/ 101805 h 133346"/>
                <a:gd name="connsiteX18" fmla="*/ 49492 w 184633"/>
                <a:gd name="connsiteY18" fmla="*/ 109498 h 133346"/>
                <a:gd name="connsiteX19" fmla="*/ 49492 w 184633"/>
                <a:gd name="connsiteY19" fmla="*/ 127962 h 133346"/>
                <a:gd name="connsiteX20" fmla="*/ 54108 w 184633"/>
                <a:gd name="connsiteY20" fmla="*/ 132065 h 133346"/>
                <a:gd name="connsiteX21" fmla="*/ 68981 w 184633"/>
                <a:gd name="connsiteY21" fmla="*/ 132065 h 133346"/>
                <a:gd name="connsiteX22" fmla="*/ 73597 w 184633"/>
                <a:gd name="connsiteY22" fmla="*/ 127962 h 133346"/>
                <a:gd name="connsiteX23" fmla="*/ 73597 w 184633"/>
                <a:gd name="connsiteY23" fmla="*/ 120269 h 133346"/>
                <a:gd name="connsiteX24" fmla="*/ 96164 w 184633"/>
                <a:gd name="connsiteY24" fmla="*/ 123346 h 133346"/>
                <a:gd name="connsiteX25" fmla="*/ 122833 w 184633"/>
                <a:gd name="connsiteY25" fmla="*/ 119243 h 133346"/>
                <a:gd name="connsiteX26" fmla="*/ 122833 w 184633"/>
                <a:gd name="connsiteY26" fmla="*/ 128474 h 133346"/>
                <a:gd name="connsiteX27" fmla="*/ 127449 w 184633"/>
                <a:gd name="connsiteY27" fmla="*/ 132577 h 133346"/>
                <a:gd name="connsiteX28" fmla="*/ 142322 w 184633"/>
                <a:gd name="connsiteY28" fmla="*/ 132577 h 133346"/>
                <a:gd name="connsiteX29" fmla="*/ 146938 w 184633"/>
                <a:gd name="connsiteY29" fmla="*/ 128474 h 133346"/>
                <a:gd name="connsiteX30" fmla="*/ 146938 w 184633"/>
                <a:gd name="connsiteY30" fmla="*/ 106934 h 133346"/>
                <a:gd name="connsiteX31" fmla="*/ 166940 w 184633"/>
                <a:gd name="connsiteY31" fmla="*/ 69494 h 133346"/>
                <a:gd name="connsiteX32" fmla="*/ 183865 w 184633"/>
                <a:gd name="connsiteY32" fmla="*/ 52056 h 133346"/>
                <a:gd name="connsiteX33" fmla="*/ 179249 w 184633"/>
                <a:gd name="connsiteY33" fmla="*/ 47954 h 133346"/>
                <a:gd name="connsiteX34" fmla="*/ 52057 w 184633"/>
                <a:gd name="connsiteY34" fmla="*/ 56159 h 133346"/>
                <a:gd name="connsiteX35" fmla="*/ 43851 w 184633"/>
                <a:gd name="connsiteY35" fmla="*/ 47954 h 133346"/>
                <a:gd name="connsiteX36" fmla="*/ 52057 w 184633"/>
                <a:gd name="connsiteY36" fmla="*/ 39748 h 133346"/>
                <a:gd name="connsiteX37" fmla="*/ 60262 w 184633"/>
                <a:gd name="connsiteY37" fmla="*/ 47954 h 133346"/>
                <a:gd name="connsiteX38" fmla="*/ 52057 w 184633"/>
                <a:gd name="connsiteY38" fmla="*/ 56159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4633" h="133346">
                  <a:moveTo>
                    <a:pt x="179249" y="47954"/>
                  </a:moveTo>
                  <a:cubicBezTo>
                    <a:pt x="177710" y="47441"/>
                    <a:pt x="175659" y="48466"/>
                    <a:pt x="175659" y="50005"/>
                  </a:cubicBezTo>
                  <a:cubicBezTo>
                    <a:pt x="175659" y="50005"/>
                    <a:pt x="173094" y="59237"/>
                    <a:pt x="164376" y="62827"/>
                  </a:cubicBezTo>
                  <a:cubicBezTo>
                    <a:pt x="161298" y="34106"/>
                    <a:pt x="131039" y="12052"/>
                    <a:pt x="94625" y="12052"/>
                  </a:cubicBezTo>
                  <a:cubicBezTo>
                    <a:pt x="82829" y="12052"/>
                    <a:pt x="71545" y="14617"/>
                    <a:pt x="61801" y="18720"/>
                  </a:cubicBezTo>
                  <a:lnTo>
                    <a:pt x="45902" y="3847"/>
                  </a:lnTo>
                  <a:lnTo>
                    <a:pt x="48466" y="26413"/>
                  </a:lnTo>
                  <a:cubicBezTo>
                    <a:pt x="37183" y="34106"/>
                    <a:pt x="29490" y="44876"/>
                    <a:pt x="26413" y="56672"/>
                  </a:cubicBezTo>
                  <a:lnTo>
                    <a:pt x="8463" y="56672"/>
                  </a:lnTo>
                  <a:cubicBezTo>
                    <a:pt x="5898" y="56672"/>
                    <a:pt x="3847" y="58724"/>
                    <a:pt x="3847" y="61288"/>
                  </a:cubicBezTo>
                  <a:lnTo>
                    <a:pt x="3847" y="87958"/>
                  </a:lnTo>
                  <a:cubicBezTo>
                    <a:pt x="3847" y="90522"/>
                    <a:pt x="5898" y="92061"/>
                    <a:pt x="8463" y="92061"/>
                  </a:cubicBezTo>
                  <a:lnTo>
                    <a:pt x="32055" y="92061"/>
                  </a:lnTo>
                  <a:cubicBezTo>
                    <a:pt x="33080" y="93599"/>
                    <a:pt x="34106" y="95138"/>
                    <a:pt x="35132" y="96676"/>
                  </a:cubicBezTo>
                  <a:cubicBezTo>
                    <a:pt x="54108" y="94625"/>
                    <a:pt x="59237" y="84880"/>
                    <a:pt x="59750" y="84367"/>
                  </a:cubicBezTo>
                  <a:cubicBezTo>
                    <a:pt x="60775" y="82829"/>
                    <a:pt x="62314" y="82316"/>
                    <a:pt x="63852" y="82829"/>
                  </a:cubicBezTo>
                  <a:cubicBezTo>
                    <a:pt x="65391" y="83855"/>
                    <a:pt x="65904" y="85393"/>
                    <a:pt x="65391" y="86932"/>
                  </a:cubicBezTo>
                  <a:cubicBezTo>
                    <a:pt x="64878" y="87445"/>
                    <a:pt x="59237" y="98215"/>
                    <a:pt x="40260" y="101805"/>
                  </a:cubicBezTo>
                  <a:cubicBezTo>
                    <a:pt x="42825" y="104882"/>
                    <a:pt x="45902" y="107447"/>
                    <a:pt x="49492" y="109498"/>
                  </a:cubicBezTo>
                  <a:lnTo>
                    <a:pt x="49492" y="127962"/>
                  </a:lnTo>
                  <a:cubicBezTo>
                    <a:pt x="49492" y="130526"/>
                    <a:pt x="51544" y="132065"/>
                    <a:pt x="54108" y="132065"/>
                  </a:cubicBezTo>
                  <a:lnTo>
                    <a:pt x="68981" y="132065"/>
                  </a:lnTo>
                  <a:cubicBezTo>
                    <a:pt x="71545" y="132065"/>
                    <a:pt x="73597" y="130013"/>
                    <a:pt x="73597" y="127962"/>
                  </a:cubicBezTo>
                  <a:lnTo>
                    <a:pt x="73597" y="120269"/>
                  </a:lnTo>
                  <a:cubicBezTo>
                    <a:pt x="80777" y="122320"/>
                    <a:pt x="88470" y="123346"/>
                    <a:pt x="96164" y="123346"/>
                  </a:cubicBezTo>
                  <a:cubicBezTo>
                    <a:pt x="105395" y="123346"/>
                    <a:pt x="114627" y="121807"/>
                    <a:pt x="122833" y="119243"/>
                  </a:cubicBezTo>
                  <a:lnTo>
                    <a:pt x="122833" y="128474"/>
                  </a:lnTo>
                  <a:cubicBezTo>
                    <a:pt x="122833" y="131039"/>
                    <a:pt x="124884" y="132577"/>
                    <a:pt x="127449" y="132577"/>
                  </a:cubicBezTo>
                  <a:lnTo>
                    <a:pt x="142322" y="132577"/>
                  </a:lnTo>
                  <a:cubicBezTo>
                    <a:pt x="144886" y="132577"/>
                    <a:pt x="146938" y="130526"/>
                    <a:pt x="146938" y="128474"/>
                  </a:cubicBezTo>
                  <a:lnTo>
                    <a:pt x="146938" y="106934"/>
                  </a:lnTo>
                  <a:cubicBezTo>
                    <a:pt x="158734" y="97189"/>
                    <a:pt x="166427" y="83855"/>
                    <a:pt x="166940" y="69494"/>
                  </a:cubicBezTo>
                  <a:cubicBezTo>
                    <a:pt x="179762" y="65391"/>
                    <a:pt x="183352" y="52569"/>
                    <a:pt x="183865" y="52056"/>
                  </a:cubicBezTo>
                  <a:cubicBezTo>
                    <a:pt x="181813" y="50005"/>
                    <a:pt x="180787" y="48466"/>
                    <a:pt x="179249" y="47954"/>
                  </a:cubicBezTo>
                  <a:close/>
                  <a:moveTo>
                    <a:pt x="52057" y="56159"/>
                  </a:moveTo>
                  <a:cubicBezTo>
                    <a:pt x="47441" y="56159"/>
                    <a:pt x="43851" y="52569"/>
                    <a:pt x="43851" y="47954"/>
                  </a:cubicBezTo>
                  <a:cubicBezTo>
                    <a:pt x="43851" y="43338"/>
                    <a:pt x="47441" y="39748"/>
                    <a:pt x="52057" y="39748"/>
                  </a:cubicBezTo>
                  <a:cubicBezTo>
                    <a:pt x="56673" y="39748"/>
                    <a:pt x="60262" y="43338"/>
                    <a:pt x="60262" y="47954"/>
                  </a:cubicBezTo>
                  <a:cubicBezTo>
                    <a:pt x="60262" y="52056"/>
                    <a:pt x="56673" y="56159"/>
                    <a:pt x="52057" y="5615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10"/>
            <p:cNvSpPr/>
            <p:nvPr/>
          </p:nvSpPr>
          <p:spPr>
            <a:xfrm>
              <a:off x="9194969" y="4819837"/>
              <a:ext cx="56416" cy="41030"/>
            </a:xfrm>
            <a:custGeom>
              <a:avLst/>
              <a:gdLst>
                <a:gd name="connsiteX0" fmla="*/ 52056 w 56415"/>
                <a:gd name="connsiteY0" fmla="*/ 41799 h 41029"/>
                <a:gd name="connsiteX1" fmla="*/ 55134 w 56415"/>
                <a:gd name="connsiteY1" fmla="*/ 29490 h 41029"/>
                <a:gd name="connsiteX2" fmla="*/ 29490 w 56415"/>
                <a:gd name="connsiteY2" fmla="*/ 3847 h 41029"/>
                <a:gd name="connsiteX3" fmla="*/ 3847 w 56415"/>
                <a:gd name="connsiteY3" fmla="*/ 29490 h 41029"/>
                <a:gd name="connsiteX4" fmla="*/ 6924 w 56415"/>
                <a:gd name="connsiteY4" fmla="*/ 41286 h 41029"/>
                <a:gd name="connsiteX5" fmla="*/ 28464 w 56415"/>
                <a:gd name="connsiteY5" fmla="*/ 38722 h 41029"/>
                <a:gd name="connsiteX6" fmla="*/ 52056 w 56415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5" h="41029">
                  <a:moveTo>
                    <a:pt x="52056" y="41799"/>
                  </a:moveTo>
                  <a:cubicBezTo>
                    <a:pt x="54108" y="38209"/>
                    <a:pt x="55134" y="34106"/>
                    <a:pt x="55134" y="29490"/>
                  </a:cubicBezTo>
                  <a:cubicBezTo>
                    <a:pt x="55134" y="15130"/>
                    <a:pt x="43850" y="3847"/>
                    <a:pt x="29490" y="3847"/>
                  </a:cubicBezTo>
                  <a:cubicBezTo>
                    <a:pt x="15129" y="3847"/>
                    <a:pt x="3847" y="15130"/>
                    <a:pt x="3847" y="29490"/>
                  </a:cubicBezTo>
                  <a:cubicBezTo>
                    <a:pt x="3847" y="33593"/>
                    <a:pt x="4872" y="37696"/>
                    <a:pt x="6924" y="41286"/>
                  </a:cubicBezTo>
                  <a:cubicBezTo>
                    <a:pt x="13591" y="39748"/>
                    <a:pt x="20771" y="38722"/>
                    <a:pt x="28464" y="38722"/>
                  </a:cubicBezTo>
                  <a:cubicBezTo>
                    <a:pt x="36670" y="38722"/>
                    <a:pt x="44876" y="39748"/>
                    <a:pt x="52056" y="417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11"/>
            <p:cNvSpPr/>
            <p:nvPr/>
          </p:nvSpPr>
          <p:spPr>
            <a:xfrm>
              <a:off x="6097221" y="5104482"/>
              <a:ext cx="292337" cy="148733"/>
            </a:xfrm>
            <a:custGeom>
              <a:avLst/>
              <a:gdLst>
                <a:gd name="connsiteX0" fmla="*/ 67956 w 292337"/>
                <a:gd name="connsiteY0" fmla="*/ 3847 h 148732"/>
                <a:gd name="connsiteX1" fmla="*/ 3847 w 292337"/>
                <a:gd name="connsiteY1" fmla="*/ 77700 h 148732"/>
                <a:gd name="connsiteX2" fmla="*/ 290029 w 292337"/>
                <a:gd name="connsiteY2" fmla="*/ 133603 h 148732"/>
                <a:gd name="connsiteX3" fmla="*/ 258744 w 292337"/>
                <a:gd name="connsiteY3" fmla="*/ 42825 h 148732"/>
                <a:gd name="connsiteX4" fmla="*/ 67956 w 292337"/>
                <a:gd name="connsiteY4" fmla="*/ 3847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7" h="148732">
                  <a:moveTo>
                    <a:pt x="67956" y="3847"/>
                  </a:moveTo>
                  <a:lnTo>
                    <a:pt x="3847" y="77700"/>
                  </a:lnTo>
                  <a:cubicBezTo>
                    <a:pt x="80265" y="143348"/>
                    <a:pt x="187968" y="167966"/>
                    <a:pt x="290029" y="133603"/>
                  </a:cubicBezTo>
                  <a:lnTo>
                    <a:pt x="258744" y="42825"/>
                  </a:lnTo>
                  <a:cubicBezTo>
                    <a:pt x="190532" y="64365"/>
                    <a:pt x="118730" y="47441"/>
                    <a:pt x="67956" y="3847"/>
                  </a:cubicBezTo>
                  <a:close/>
                </a:path>
              </a:pathLst>
            </a:custGeom>
            <a:solidFill>
              <a:srgbClr val="F48C3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12"/>
            <p:cNvSpPr/>
            <p:nvPr/>
          </p:nvSpPr>
          <p:spPr>
            <a:xfrm>
              <a:off x="6354170" y="4996265"/>
              <a:ext cx="225664" cy="241050"/>
            </a:xfrm>
            <a:custGeom>
              <a:avLst/>
              <a:gdLst>
                <a:gd name="connsiteX0" fmla="*/ 5385 w 225663"/>
                <a:gd name="connsiteY0" fmla="*/ 150015 h 241049"/>
                <a:gd name="connsiteX1" fmla="*/ 3847 w 225663"/>
                <a:gd name="connsiteY1" fmla="*/ 150528 h 241049"/>
                <a:gd name="connsiteX2" fmla="*/ 35132 w 225663"/>
                <a:gd name="connsiteY2" fmla="*/ 241306 h 241049"/>
                <a:gd name="connsiteX3" fmla="*/ 226433 w 225663"/>
                <a:gd name="connsiteY3" fmla="*/ 21797 h 241049"/>
                <a:gd name="connsiteX4" fmla="*/ 135142 w 225663"/>
                <a:gd name="connsiteY4" fmla="*/ 3847 h 241049"/>
                <a:gd name="connsiteX5" fmla="*/ 5385 w 225663"/>
                <a:gd name="connsiteY5" fmla="*/ 15001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663" h="241049">
                  <a:moveTo>
                    <a:pt x="5385" y="150015"/>
                  </a:moveTo>
                  <a:cubicBezTo>
                    <a:pt x="4872" y="150015"/>
                    <a:pt x="4359" y="150015"/>
                    <a:pt x="3847" y="150528"/>
                  </a:cubicBezTo>
                  <a:lnTo>
                    <a:pt x="35132" y="241306"/>
                  </a:lnTo>
                  <a:cubicBezTo>
                    <a:pt x="136680" y="205918"/>
                    <a:pt x="206944" y="120268"/>
                    <a:pt x="226433" y="21797"/>
                  </a:cubicBezTo>
                  <a:lnTo>
                    <a:pt x="135142" y="3847"/>
                  </a:lnTo>
                  <a:cubicBezTo>
                    <a:pt x="121294" y="69494"/>
                    <a:pt x="74110" y="126423"/>
                    <a:pt x="5385" y="150015"/>
                  </a:cubicBezTo>
                  <a:close/>
                </a:path>
              </a:pathLst>
            </a:custGeom>
            <a:solidFill>
              <a:srgbClr val="53BB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13"/>
            <p:cNvSpPr/>
            <p:nvPr/>
          </p:nvSpPr>
          <p:spPr>
            <a:xfrm>
              <a:off x="5995042" y="4900871"/>
              <a:ext cx="169248" cy="282080"/>
            </a:xfrm>
            <a:custGeom>
              <a:avLst/>
              <a:gdLst>
                <a:gd name="connsiteX0" fmla="*/ 103462 w 169247"/>
                <a:gd name="connsiteY0" fmla="*/ 22310 h 282079"/>
                <a:gd name="connsiteX1" fmla="*/ 9094 w 169247"/>
                <a:gd name="connsiteY1" fmla="*/ 3847 h 282079"/>
                <a:gd name="connsiteX2" fmla="*/ 19864 w 169247"/>
                <a:gd name="connsiteY2" fmla="*/ 154118 h 282079"/>
                <a:gd name="connsiteX3" fmla="*/ 103975 w 169247"/>
                <a:gd name="connsiteY3" fmla="*/ 279259 h 282079"/>
                <a:gd name="connsiteX4" fmla="*/ 168084 w 169247"/>
                <a:gd name="connsiteY4" fmla="*/ 205405 h 282079"/>
                <a:gd name="connsiteX5" fmla="*/ 111668 w 169247"/>
                <a:gd name="connsiteY5" fmla="*/ 120781 h 282079"/>
                <a:gd name="connsiteX6" fmla="*/ 103462 w 169247"/>
                <a:gd name="connsiteY6" fmla="*/ 22310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247" h="282079">
                  <a:moveTo>
                    <a:pt x="103462" y="22310"/>
                  </a:moveTo>
                  <a:lnTo>
                    <a:pt x="9094" y="3847"/>
                  </a:lnTo>
                  <a:cubicBezTo>
                    <a:pt x="-138" y="52569"/>
                    <a:pt x="2426" y="103857"/>
                    <a:pt x="19864" y="154118"/>
                  </a:cubicBezTo>
                  <a:cubicBezTo>
                    <a:pt x="37302" y="204380"/>
                    <a:pt x="66535" y="246948"/>
                    <a:pt x="103975" y="279259"/>
                  </a:cubicBezTo>
                  <a:lnTo>
                    <a:pt x="168084" y="205405"/>
                  </a:lnTo>
                  <a:cubicBezTo>
                    <a:pt x="142953" y="183352"/>
                    <a:pt x="122951" y="154631"/>
                    <a:pt x="111668" y="120781"/>
                  </a:cubicBezTo>
                  <a:cubicBezTo>
                    <a:pt x="99872" y="88470"/>
                    <a:pt x="97821" y="54621"/>
                    <a:pt x="103462" y="22310"/>
                  </a:cubicBezTo>
                  <a:close/>
                </a:path>
              </a:pathLst>
            </a:custGeom>
            <a:solidFill>
              <a:srgbClr val="F049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14"/>
            <p:cNvSpPr/>
            <p:nvPr/>
          </p:nvSpPr>
          <p:spPr>
            <a:xfrm>
              <a:off x="6422895" y="4735726"/>
              <a:ext cx="164119" cy="282080"/>
            </a:xfrm>
            <a:custGeom>
              <a:avLst/>
              <a:gdLst>
                <a:gd name="connsiteX0" fmla="*/ 67443 w 164119"/>
                <a:gd name="connsiteY0" fmla="*/ 261308 h 282079"/>
                <a:gd name="connsiteX1" fmla="*/ 158734 w 164119"/>
                <a:gd name="connsiteY1" fmla="*/ 279259 h 282079"/>
                <a:gd name="connsiteX2" fmla="*/ 147964 w 164119"/>
                <a:gd name="connsiteY2" fmla="*/ 128987 h 282079"/>
                <a:gd name="connsiteX3" fmla="*/ 63853 w 164119"/>
                <a:gd name="connsiteY3" fmla="*/ 3847 h 282079"/>
                <a:gd name="connsiteX4" fmla="*/ 3847 w 164119"/>
                <a:gd name="connsiteY4" fmla="*/ 72571 h 282079"/>
                <a:gd name="connsiteX5" fmla="*/ 60262 w 164119"/>
                <a:gd name="connsiteY5" fmla="*/ 157195 h 282079"/>
                <a:gd name="connsiteX6" fmla="*/ 67443 w 164119"/>
                <a:gd name="connsiteY6" fmla="*/ 261308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19" h="282079">
                  <a:moveTo>
                    <a:pt x="67443" y="261308"/>
                  </a:moveTo>
                  <a:lnTo>
                    <a:pt x="158734" y="279259"/>
                  </a:lnTo>
                  <a:cubicBezTo>
                    <a:pt x="167966" y="230536"/>
                    <a:pt x="165401" y="179249"/>
                    <a:pt x="147964" y="128987"/>
                  </a:cubicBezTo>
                  <a:cubicBezTo>
                    <a:pt x="130526" y="78726"/>
                    <a:pt x="101292" y="36158"/>
                    <a:pt x="63853" y="3847"/>
                  </a:cubicBezTo>
                  <a:lnTo>
                    <a:pt x="3847" y="72571"/>
                  </a:lnTo>
                  <a:cubicBezTo>
                    <a:pt x="28977" y="94625"/>
                    <a:pt x="48979" y="123346"/>
                    <a:pt x="60262" y="157195"/>
                  </a:cubicBezTo>
                  <a:cubicBezTo>
                    <a:pt x="72572" y="192071"/>
                    <a:pt x="74110" y="227459"/>
                    <a:pt x="67443" y="261308"/>
                  </a:cubicBezTo>
                  <a:close/>
                </a:path>
              </a:pathLst>
            </a:custGeom>
            <a:solidFill>
              <a:srgbClr val="348E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15"/>
            <p:cNvSpPr/>
            <p:nvPr/>
          </p:nvSpPr>
          <p:spPr>
            <a:xfrm>
              <a:off x="6574705" y="4403898"/>
              <a:ext cx="2420756" cy="1410398"/>
            </a:xfrm>
            <a:custGeom>
              <a:avLst/>
              <a:gdLst>
                <a:gd name="connsiteX0" fmla="*/ 2277408 w 2420756"/>
                <a:gd name="connsiteY0" fmla="*/ 3847 h 1410398"/>
                <a:gd name="connsiteX1" fmla="*/ 147451 w 2420756"/>
                <a:gd name="connsiteY1" fmla="*/ 3847 h 1410398"/>
                <a:gd name="connsiteX2" fmla="*/ 3847 w 2420756"/>
                <a:gd name="connsiteY2" fmla="*/ 147451 h 1410398"/>
                <a:gd name="connsiteX3" fmla="*/ 3847 w 2420756"/>
                <a:gd name="connsiteY3" fmla="*/ 1409116 h 1410398"/>
                <a:gd name="connsiteX4" fmla="*/ 2421526 w 2420756"/>
                <a:gd name="connsiteY4" fmla="*/ 1409116 h 1410398"/>
                <a:gd name="connsiteX5" fmla="*/ 2421526 w 2420756"/>
                <a:gd name="connsiteY5" fmla="*/ 147451 h 1410398"/>
                <a:gd name="connsiteX6" fmla="*/ 2277408 w 2420756"/>
                <a:gd name="connsiteY6" fmla="*/ 3847 h 141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0756" h="1410398">
                  <a:moveTo>
                    <a:pt x="2277408" y="3847"/>
                  </a:moveTo>
                  <a:lnTo>
                    <a:pt x="147451" y="3847"/>
                  </a:lnTo>
                  <a:cubicBezTo>
                    <a:pt x="67956" y="3847"/>
                    <a:pt x="3847" y="67956"/>
                    <a:pt x="3847" y="147451"/>
                  </a:cubicBezTo>
                  <a:lnTo>
                    <a:pt x="3847" y="1409116"/>
                  </a:lnTo>
                  <a:lnTo>
                    <a:pt x="2421526" y="1409116"/>
                  </a:lnTo>
                  <a:lnTo>
                    <a:pt x="2421526" y="147451"/>
                  </a:lnTo>
                  <a:cubicBezTo>
                    <a:pt x="2421012" y="67956"/>
                    <a:pt x="2356903" y="3847"/>
                    <a:pt x="2277408" y="3847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16"/>
            <p:cNvSpPr/>
            <p:nvPr/>
          </p:nvSpPr>
          <p:spPr>
            <a:xfrm>
              <a:off x="6673177" y="4502370"/>
              <a:ext cx="2225865" cy="1215507"/>
            </a:xfrm>
            <a:custGeom>
              <a:avLst/>
              <a:gdLst>
                <a:gd name="connsiteX0" fmla="*/ 2178937 w 2225864"/>
                <a:gd name="connsiteY0" fmla="*/ 3847 h 1215507"/>
                <a:gd name="connsiteX1" fmla="*/ 48980 w 2225864"/>
                <a:gd name="connsiteY1" fmla="*/ 3847 h 1215507"/>
                <a:gd name="connsiteX2" fmla="*/ 3847 w 2225864"/>
                <a:gd name="connsiteY2" fmla="*/ 48979 h 1215507"/>
                <a:gd name="connsiteX3" fmla="*/ 3847 w 2225864"/>
                <a:gd name="connsiteY3" fmla="*/ 1212686 h 1215507"/>
                <a:gd name="connsiteX4" fmla="*/ 2224583 w 2225864"/>
                <a:gd name="connsiteY4" fmla="*/ 1212686 h 1215507"/>
                <a:gd name="connsiteX5" fmla="*/ 2224583 w 2225864"/>
                <a:gd name="connsiteY5" fmla="*/ 48979 h 1215507"/>
                <a:gd name="connsiteX6" fmla="*/ 2178937 w 2225864"/>
                <a:gd name="connsiteY6" fmla="*/ 3847 h 121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5864" h="1215507">
                  <a:moveTo>
                    <a:pt x="2178937" y="3847"/>
                  </a:moveTo>
                  <a:lnTo>
                    <a:pt x="48980" y="3847"/>
                  </a:lnTo>
                  <a:cubicBezTo>
                    <a:pt x="23849" y="3847"/>
                    <a:pt x="3847" y="24361"/>
                    <a:pt x="3847" y="48979"/>
                  </a:cubicBezTo>
                  <a:lnTo>
                    <a:pt x="3847" y="1212686"/>
                  </a:lnTo>
                  <a:lnTo>
                    <a:pt x="2224583" y="1212686"/>
                  </a:lnTo>
                  <a:lnTo>
                    <a:pt x="2224583" y="48979"/>
                  </a:lnTo>
                  <a:cubicBezTo>
                    <a:pt x="2224070" y="23849"/>
                    <a:pt x="2204068" y="3847"/>
                    <a:pt x="2178937" y="38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17"/>
            <p:cNvSpPr/>
            <p:nvPr/>
          </p:nvSpPr>
          <p:spPr>
            <a:xfrm>
              <a:off x="6442384" y="5809681"/>
              <a:ext cx="2707964" cy="138475"/>
            </a:xfrm>
            <a:custGeom>
              <a:avLst/>
              <a:gdLst>
                <a:gd name="connsiteX0" fmla="*/ 3847 w 2707964"/>
                <a:gd name="connsiteY0" fmla="*/ 3847 h 138475"/>
                <a:gd name="connsiteX1" fmla="*/ 137706 w 2707964"/>
                <a:gd name="connsiteY1" fmla="*/ 137706 h 138475"/>
                <a:gd name="connsiteX2" fmla="*/ 2571797 w 2707964"/>
                <a:gd name="connsiteY2" fmla="*/ 137706 h 138475"/>
                <a:gd name="connsiteX3" fmla="*/ 2705657 w 2707964"/>
                <a:gd name="connsiteY3" fmla="*/ 3847 h 138475"/>
                <a:gd name="connsiteX4" fmla="*/ 3847 w 2707964"/>
                <a:gd name="connsiteY4" fmla="*/ 3847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7964" h="138475">
                  <a:moveTo>
                    <a:pt x="3847" y="3847"/>
                  </a:moveTo>
                  <a:cubicBezTo>
                    <a:pt x="3847" y="77700"/>
                    <a:pt x="63853" y="137706"/>
                    <a:pt x="137706" y="137706"/>
                  </a:cubicBezTo>
                  <a:lnTo>
                    <a:pt x="2571797" y="137706"/>
                  </a:lnTo>
                  <a:cubicBezTo>
                    <a:pt x="2645650" y="137706"/>
                    <a:pt x="2705657" y="77700"/>
                    <a:pt x="2705657" y="3847"/>
                  </a:cubicBezTo>
                  <a:lnTo>
                    <a:pt x="3847" y="3847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18"/>
            <p:cNvSpPr/>
            <p:nvPr/>
          </p:nvSpPr>
          <p:spPr>
            <a:xfrm>
              <a:off x="6574705" y="5784037"/>
              <a:ext cx="2420756" cy="30772"/>
            </a:xfrm>
            <a:custGeom>
              <a:avLst/>
              <a:gdLst>
                <a:gd name="connsiteX0" fmla="*/ 3847 w 2420756"/>
                <a:gd name="connsiteY0" fmla="*/ 3847 h 30772"/>
                <a:gd name="connsiteX1" fmla="*/ 2421526 w 2420756"/>
                <a:gd name="connsiteY1" fmla="*/ 3847 h 30772"/>
                <a:gd name="connsiteX2" fmla="*/ 2421526 w 2420756"/>
                <a:gd name="connsiteY2" fmla="*/ 29490 h 30772"/>
                <a:gd name="connsiteX3" fmla="*/ 3847 w 2420756"/>
                <a:gd name="connsiteY3" fmla="*/ 29490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0756" h="30772">
                  <a:moveTo>
                    <a:pt x="3847" y="3847"/>
                  </a:moveTo>
                  <a:lnTo>
                    <a:pt x="2421526" y="3847"/>
                  </a:lnTo>
                  <a:lnTo>
                    <a:pt x="2421526" y="29490"/>
                  </a:lnTo>
                  <a:lnTo>
                    <a:pt x="3847" y="29490"/>
                  </a:lnTo>
                  <a:close/>
                </a:path>
              </a:pathLst>
            </a:custGeom>
            <a:solidFill>
              <a:srgbClr val="464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19"/>
            <p:cNvSpPr/>
            <p:nvPr/>
          </p:nvSpPr>
          <p:spPr>
            <a:xfrm>
              <a:off x="7499414" y="5809681"/>
              <a:ext cx="574417" cy="41030"/>
            </a:xfrm>
            <a:custGeom>
              <a:avLst/>
              <a:gdLst>
                <a:gd name="connsiteX0" fmla="*/ 533131 w 574416"/>
                <a:gd name="connsiteY0" fmla="*/ 41799 h 41029"/>
                <a:gd name="connsiteX1" fmla="*/ 41799 w 574416"/>
                <a:gd name="connsiteY1" fmla="*/ 41799 h 41029"/>
                <a:gd name="connsiteX2" fmla="*/ 3847 w 574416"/>
                <a:gd name="connsiteY2" fmla="*/ 3847 h 41029"/>
                <a:gd name="connsiteX3" fmla="*/ 3847 w 574416"/>
                <a:gd name="connsiteY3" fmla="*/ 3847 h 41029"/>
                <a:gd name="connsiteX4" fmla="*/ 571083 w 574416"/>
                <a:gd name="connsiteY4" fmla="*/ 3847 h 41029"/>
                <a:gd name="connsiteX5" fmla="*/ 571083 w 574416"/>
                <a:gd name="connsiteY5" fmla="*/ 3847 h 41029"/>
                <a:gd name="connsiteX6" fmla="*/ 533131 w 574416"/>
                <a:gd name="connsiteY6" fmla="*/ 41799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4416" h="41029">
                  <a:moveTo>
                    <a:pt x="533131" y="41799"/>
                  </a:moveTo>
                  <a:lnTo>
                    <a:pt x="41799" y="41799"/>
                  </a:lnTo>
                  <a:cubicBezTo>
                    <a:pt x="20771" y="41799"/>
                    <a:pt x="3847" y="24874"/>
                    <a:pt x="3847" y="3847"/>
                  </a:cubicBezTo>
                  <a:lnTo>
                    <a:pt x="3847" y="3847"/>
                  </a:lnTo>
                  <a:lnTo>
                    <a:pt x="571083" y="3847"/>
                  </a:lnTo>
                  <a:lnTo>
                    <a:pt x="571083" y="3847"/>
                  </a:lnTo>
                  <a:cubicBezTo>
                    <a:pt x="571596" y="24874"/>
                    <a:pt x="554158" y="41799"/>
                    <a:pt x="533131" y="41799"/>
                  </a:cubicBezTo>
                  <a:close/>
                </a:path>
              </a:pathLst>
            </a:custGeom>
            <a:solidFill>
              <a:srgbClr val="4040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0"/>
            <p:cNvSpPr/>
            <p:nvPr/>
          </p:nvSpPr>
          <p:spPr>
            <a:xfrm>
              <a:off x="5454080" y="5376304"/>
              <a:ext cx="687249" cy="600060"/>
            </a:xfrm>
            <a:custGeom>
              <a:avLst/>
              <a:gdLst>
                <a:gd name="connsiteX0" fmla="*/ 19746 w 687248"/>
                <a:gd name="connsiteY0" fmla="*/ 398245 h 600060"/>
                <a:gd name="connsiteX1" fmla="*/ 3847 w 687248"/>
                <a:gd name="connsiteY1" fmla="*/ 363883 h 600060"/>
                <a:gd name="connsiteX2" fmla="*/ 122320 w 687248"/>
                <a:gd name="connsiteY2" fmla="*/ 156169 h 600060"/>
                <a:gd name="connsiteX3" fmla="*/ 335162 w 687248"/>
                <a:gd name="connsiteY3" fmla="*/ 3847 h 600060"/>
                <a:gd name="connsiteX4" fmla="*/ 686992 w 687248"/>
                <a:gd name="connsiteY4" fmla="*/ 152579 h 600060"/>
                <a:gd name="connsiteX5" fmla="*/ 631602 w 687248"/>
                <a:gd name="connsiteY5" fmla="*/ 282849 h 600060"/>
                <a:gd name="connsiteX6" fmla="*/ 558774 w 687248"/>
                <a:gd name="connsiteY6" fmla="*/ 454148 h 600060"/>
                <a:gd name="connsiteX7" fmla="*/ 497229 w 687248"/>
                <a:gd name="connsiteY7" fmla="*/ 600317 h 60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248" h="600060">
                  <a:moveTo>
                    <a:pt x="19746" y="398245"/>
                  </a:moveTo>
                  <a:lnTo>
                    <a:pt x="3847" y="363883"/>
                  </a:lnTo>
                  <a:lnTo>
                    <a:pt x="122320" y="156169"/>
                  </a:lnTo>
                  <a:lnTo>
                    <a:pt x="335162" y="3847"/>
                  </a:lnTo>
                  <a:lnTo>
                    <a:pt x="686992" y="152579"/>
                  </a:lnTo>
                  <a:lnTo>
                    <a:pt x="631602" y="282849"/>
                  </a:lnTo>
                  <a:lnTo>
                    <a:pt x="558774" y="454148"/>
                  </a:lnTo>
                  <a:lnTo>
                    <a:pt x="497229" y="600317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1"/>
            <p:cNvSpPr/>
            <p:nvPr/>
          </p:nvSpPr>
          <p:spPr>
            <a:xfrm>
              <a:off x="5454080" y="5736340"/>
              <a:ext cx="497486" cy="241050"/>
            </a:xfrm>
            <a:custGeom>
              <a:avLst/>
              <a:gdLst>
                <a:gd name="connsiteX0" fmla="*/ 19746 w 497485"/>
                <a:gd name="connsiteY0" fmla="*/ 38209 h 241049"/>
                <a:gd name="connsiteX1" fmla="*/ 3847 w 497485"/>
                <a:gd name="connsiteY1" fmla="*/ 3847 h 241049"/>
                <a:gd name="connsiteX2" fmla="*/ 466970 w 497485"/>
                <a:gd name="connsiteY2" fmla="*/ 174120 h 241049"/>
                <a:gd name="connsiteX3" fmla="*/ 497229 w 497485"/>
                <a:gd name="connsiteY3" fmla="*/ 240281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485" h="241049">
                  <a:moveTo>
                    <a:pt x="19746" y="38209"/>
                  </a:moveTo>
                  <a:lnTo>
                    <a:pt x="3847" y="3847"/>
                  </a:lnTo>
                  <a:lnTo>
                    <a:pt x="466970" y="174120"/>
                  </a:lnTo>
                  <a:lnTo>
                    <a:pt x="497229" y="24028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2"/>
            <p:cNvSpPr/>
            <p:nvPr/>
          </p:nvSpPr>
          <p:spPr>
            <a:xfrm>
              <a:off x="6075168" y="5491187"/>
              <a:ext cx="66673" cy="148733"/>
            </a:xfrm>
            <a:custGeom>
              <a:avLst/>
              <a:gdLst>
                <a:gd name="connsiteX0" fmla="*/ 19745 w 66673"/>
                <a:gd name="connsiteY0" fmla="*/ 145912 h 148732"/>
                <a:gd name="connsiteX1" fmla="*/ 65904 w 66673"/>
                <a:gd name="connsiteY1" fmla="*/ 37696 h 148732"/>
                <a:gd name="connsiteX2" fmla="*/ 50005 w 66673"/>
                <a:gd name="connsiteY2" fmla="*/ 3847 h 148732"/>
                <a:gd name="connsiteX3" fmla="*/ 3847 w 66673"/>
                <a:gd name="connsiteY3" fmla="*/ 111550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48732">
                  <a:moveTo>
                    <a:pt x="19745" y="145912"/>
                  </a:moveTo>
                  <a:lnTo>
                    <a:pt x="65904" y="37696"/>
                  </a:lnTo>
                  <a:lnTo>
                    <a:pt x="50005" y="3847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3"/>
            <p:cNvSpPr/>
            <p:nvPr/>
          </p:nvSpPr>
          <p:spPr>
            <a:xfrm>
              <a:off x="5454080" y="5288603"/>
              <a:ext cx="671862" cy="656476"/>
            </a:xfrm>
            <a:custGeom>
              <a:avLst/>
              <a:gdLst>
                <a:gd name="connsiteX0" fmla="*/ 3847 w 671862"/>
                <a:gd name="connsiteY0" fmla="*/ 451584 h 656476"/>
                <a:gd name="connsiteX1" fmla="*/ 65391 w 671862"/>
                <a:gd name="connsiteY1" fmla="*/ 305928 h 656476"/>
                <a:gd name="connsiteX2" fmla="*/ 193609 w 671862"/>
                <a:gd name="connsiteY2" fmla="*/ 3847 h 656476"/>
                <a:gd name="connsiteX3" fmla="*/ 319263 w 671862"/>
                <a:gd name="connsiteY3" fmla="*/ 57185 h 656476"/>
                <a:gd name="connsiteX4" fmla="*/ 671093 w 671862"/>
                <a:gd name="connsiteY4" fmla="*/ 206431 h 656476"/>
                <a:gd name="connsiteX5" fmla="*/ 615703 w 671862"/>
                <a:gd name="connsiteY5" fmla="*/ 336188 h 656476"/>
                <a:gd name="connsiteX6" fmla="*/ 542875 w 671862"/>
                <a:gd name="connsiteY6" fmla="*/ 508000 h 656476"/>
                <a:gd name="connsiteX7" fmla="*/ 481330 w 671862"/>
                <a:gd name="connsiteY7" fmla="*/ 653656 h 65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1862" h="656476">
                  <a:moveTo>
                    <a:pt x="3847" y="451584"/>
                  </a:moveTo>
                  <a:lnTo>
                    <a:pt x="65391" y="305928"/>
                  </a:lnTo>
                  <a:lnTo>
                    <a:pt x="193609" y="3847"/>
                  </a:lnTo>
                  <a:lnTo>
                    <a:pt x="319263" y="57185"/>
                  </a:lnTo>
                  <a:lnTo>
                    <a:pt x="671093" y="206431"/>
                  </a:lnTo>
                  <a:lnTo>
                    <a:pt x="615703" y="336188"/>
                  </a:lnTo>
                  <a:lnTo>
                    <a:pt x="542875" y="508000"/>
                  </a:lnTo>
                  <a:lnTo>
                    <a:pt x="481330" y="65365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4"/>
            <p:cNvSpPr/>
            <p:nvPr/>
          </p:nvSpPr>
          <p:spPr>
            <a:xfrm>
              <a:off x="5597684" y="5288603"/>
              <a:ext cx="528258" cy="317981"/>
            </a:xfrm>
            <a:custGeom>
              <a:avLst/>
              <a:gdLst>
                <a:gd name="connsiteX0" fmla="*/ 481330 w 528258"/>
                <a:gd name="connsiteY0" fmla="*/ 314134 h 317980"/>
                <a:gd name="connsiteX1" fmla="*/ 527489 w 528258"/>
                <a:gd name="connsiteY1" fmla="*/ 206431 h 317980"/>
                <a:gd name="connsiteX2" fmla="*/ 50005 w 528258"/>
                <a:gd name="connsiteY2" fmla="*/ 3847 h 317980"/>
                <a:gd name="connsiteX3" fmla="*/ 3847 w 528258"/>
                <a:gd name="connsiteY3" fmla="*/ 112063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258" h="317980">
                  <a:moveTo>
                    <a:pt x="481330" y="314134"/>
                  </a:moveTo>
                  <a:lnTo>
                    <a:pt x="527489" y="206431"/>
                  </a:lnTo>
                  <a:lnTo>
                    <a:pt x="50005" y="3847"/>
                  </a:lnTo>
                  <a:lnTo>
                    <a:pt x="3847" y="112063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5"/>
            <p:cNvSpPr/>
            <p:nvPr/>
          </p:nvSpPr>
          <p:spPr>
            <a:xfrm>
              <a:off x="5710676" y="53795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536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868"/>
                    <a:pt x="6251" y="44716"/>
                    <a:pt x="18560" y="49845"/>
                  </a:cubicBezTo>
                  <a:cubicBezTo>
                    <a:pt x="30869" y="54973"/>
                    <a:pt x="44716" y="49332"/>
                    <a:pt x="49845" y="37023"/>
                  </a:cubicBezTo>
                  <a:cubicBezTo>
                    <a:pt x="54974" y="24714"/>
                    <a:pt x="49332" y="10866"/>
                    <a:pt x="37536" y="5738"/>
                  </a:cubicBezTo>
                  <a:cubicBezTo>
                    <a:pt x="24714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"/>
            <p:cNvSpPr/>
            <p:nvPr/>
          </p:nvSpPr>
          <p:spPr>
            <a:xfrm>
              <a:off x="5682588" y="5288883"/>
              <a:ext cx="117961" cy="128218"/>
            </a:xfrm>
            <a:custGeom>
              <a:avLst/>
              <a:gdLst>
                <a:gd name="connsiteX0" fmla="*/ 57418 w 117960"/>
                <a:gd name="connsiteY0" fmla="*/ 106654 h 128218"/>
                <a:gd name="connsiteX1" fmla="*/ 50238 w 117960"/>
                <a:gd name="connsiteY1" fmla="*/ 103577 h 128218"/>
                <a:gd name="connsiteX2" fmla="*/ 43058 w 117960"/>
                <a:gd name="connsiteY2" fmla="*/ 85113 h 128218"/>
                <a:gd name="connsiteX3" fmla="*/ 61521 w 117960"/>
                <a:gd name="connsiteY3" fmla="*/ 41519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654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654"/>
                  </a:moveTo>
                  <a:lnTo>
                    <a:pt x="50238" y="103577"/>
                  </a:lnTo>
                  <a:cubicBezTo>
                    <a:pt x="43058" y="100499"/>
                    <a:pt x="39980" y="92293"/>
                    <a:pt x="43058" y="85113"/>
                  </a:cubicBezTo>
                  <a:lnTo>
                    <a:pt x="61521" y="41519"/>
                  </a:lnTo>
                  <a:cubicBezTo>
                    <a:pt x="64598" y="34339"/>
                    <a:pt x="72804" y="31262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69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5373"/>
                    <a:pt x="63060" y="109218"/>
                    <a:pt x="57418" y="10665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7"/>
            <p:cNvSpPr/>
            <p:nvPr/>
          </p:nvSpPr>
          <p:spPr>
            <a:xfrm>
              <a:off x="5707109" y="5299422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0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6114 h 117960"/>
                <a:gd name="connsiteX6" fmla="*/ 25204 w 92316"/>
                <a:gd name="connsiteY6" fmla="*/ 93037 h 117960"/>
                <a:gd name="connsiteX7" fmla="*/ 18024 w 92316"/>
                <a:gd name="connsiteY7" fmla="*/ 74573 h 117960"/>
                <a:gd name="connsiteX8" fmla="*/ 36487 w 92316"/>
                <a:gd name="connsiteY8" fmla="*/ 30979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0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6114"/>
                  </a:cubicBezTo>
                  <a:lnTo>
                    <a:pt x="25204" y="93037"/>
                  </a:lnTo>
                  <a:cubicBezTo>
                    <a:pt x="18024" y="89960"/>
                    <a:pt x="14947" y="81754"/>
                    <a:pt x="18024" y="74573"/>
                  </a:cubicBezTo>
                  <a:lnTo>
                    <a:pt x="36487" y="30979"/>
                  </a:lnTo>
                  <a:cubicBezTo>
                    <a:pt x="39565" y="23799"/>
                    <a:pt x="47771" y="20722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8"/>
            <p:cNvSpPr/>
            <p:nvPr/>
          </p:nvSpPr>
          <p:spPr>
            <a:xfrm>
              <a:off x="5954803" y="5483141"/>
              <a:ext cx="51287" cy="51287"/>
            </a:xfrm>
            <a:custGeom>
              <a:avLst/>
              <a:gdLst>
                <a:gd name="connsiteX0" fmla="*/ 5738 w 51287"/>
                <a:gd name="connsiteY0" fmla="*/ 18560 h 51287"/>
                <a:gd name="connsiteX1" fmla="*/ 18560 w 51287"/>
                <a:gd name="connsiteY1" fmla="*/ 49845 h 51287"/>
                <a:gd name="connsiteX2" fmla="*/ 49845 w 51287"/>
                <a:gd name="connsiteY2" fmla="*/ 37023 h 51287"/>
                <a:gd name="connsiteX3" fmla="*/ 37023 w 51287"/>
                <a:gd name="connsiteY3" fmla="*/ 5738 h 51287"/>
                <a:gd name="connsiteX4" fmla="*/ 5738 w 51287"/>
                <a:gd name="connsiteY4" fmla="*/ 18560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738" y="18560"/>
                  </a:moveTo>
                  <a:cubicBezTo>
                    <a:pt x="609" y="30356"/>
                    <a:pt x="6251" y="44716"/>
                    <a:pt x="18560" y="49845"/>
                  </a:cubicBezTo>
                  <a:cubicBezTo>
                    <a:pt x="30868" y="54974"/>
                    <a:pt x="44716" y="49332"/>
                    <a:pt x="49845" y="37023"/>
                  </a:cubicBezTo>
                  <a:cubicBezTo>
                    <a:pt x="54973" y="24714"/>
                    <a:pt x="49332" y="10866"/>
                    <a:pt x="37023" y="5738"/>
                  </a:cubicBezTo>
                  <a:cubicBezTo>
                    <a:pt x="25227" y="609"/>
                    <a:pt x="10866" y="6251"/>
                    <a:pt x="5738" y="18560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9"/>
            <p:cNvSpPr/>
            <p:nvPr/>
          </p:nvSpPr>
          <p:spPr>
            <a:xfrm>
              <a:off x="5927228" y="5392996"/>
              <a:ext cx="117961" cy="128218"/>
            </a:xfrm>
            <a:custGeom>
              <a:avLst/>
              <a:gdLst>
                <a:gd name="connsiteX0" fmla="*/ 57418 w 117960"/>
                <a:gd name="connsiteY0" fmla="*/ 106141 h 128218"/>
                <a:gd name="connsiteX1" fmla="*/ 50238 w 117960"/>
                <a:gd name="connsiteY1" fmla="*/ 103064 h 128218"/>
                <a:gd name="connsiteX2" fmla="*/ 43058 w 117960"/>
                <a:gd name="connsiteY2" fmla="*/ 84600 h 128218"/>
                <a:gd name="connsiteX3" fmla="*/ 61521 w 117960"/>
                <a:gd name="connsiteY3" fmla="*/ 41006 h 128218"/>
                <a:gd name="connsiteX4" fmla="*/ 79984 w 117960"/>
                <a:gd name="connsiteY4" fmla="*/ 33826 h 128218"/>
                <a:gd name="connsiteX5" fmla="*/ 87165 w 117960"/>
                <a:gd name="connsiteY5" fmla="*/ 36903 h 128218"/>
                <a:gd name="connsiteX6" fmla="*/ 94858 w 117960"/>
                <a:gd name="connsiteY6" fmla="*/ 53828 h 128218"/>
                <a:gd name="connsiteX7" fmla="*/ 115373 w 117960"/>
                <a:gd name="connsiteY7" fmla="*/ 62547 h 128218"/>
                <a:gd name="connsiteX8" fmla="*/ 95883 w 117960"/>
                <a:gd name="connsiteY8" fmla="*/ 16388 h 128218"/>
                <a:gd name="connsiteX9" fmla="*/ 72804 w 117960"/>
                <a:gd name="connsiteY9" fmla="*/ 6644 h 128218"/>
                <a:gd name="connsiteX10" fmla="*/ 25107 w 117960"/>
                <a:gd name="connsiteY10" fmla="*/ 26133 h 128218"/>
                <a:gd name="connsiteX11" fmla="*/ 6644 w 117960"/>
                <a:gd name="connsiteY11" fmla="*/ 69727 h 128218"/>
                <a:gd name="connsiteX12" fmla="*/ 26133 w 117960"/>
                <a:gd name="connsiteY12" fmla="*/ 117424 h 128218"/>
                <a:gd name="connsiteX13" fmla="*/ 49212 w 117960"/>
                <a:gd name="connsiteY13" fmla="*/ 127169 h 128218"/>
                <a:gd name="connsiteX14" fmla="*/ 64085 w 117960"/>
                <a:gd name="connsiteY14" fmla="*/ 121014 h 128218"/>
                <a:gd name="connsiteX15" fmla="*/ 57418 w 117960"/>
                <a:gd name="connsiteY15" fmla="*/ 106141 h 1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7960" h="128218">
                  <a:moveTo>
                    <a:pt x="57418" y="106141"/>
                  </a:moveTo>
                  <a:lnTo>
                    <a:pt x="50238" y="103064"/>
                  </a:lnTo>
                  <a:cubicBezTo>
                    <a:pt x="43058" y="99987"/>
                    <a:pt x="39980" y="91781"/>
                    <a:pt x="43058" y="84600"/>
                  </a:cubicBezTo>
                  <a:lnTo>
                    <a:pt x="61521" y="41006"/>
                  </a:lnTo>
                  <a:cubicBezTo>
                    <a:pt x="64598" y="33826"/>
                    <a:pt x="72804" y="30749"/>
                    <a:pt x="79984" y="33826"/>
                  </a:cubicBezTo>
                  <a:lnTo>
                    <a:pt x="87165" y="36903"/>
                  </a:lnTo>
                  <a:cubicBezTo>
                    <a:pt x="93832" y="39980"/>
                    <a:pt x="96909" y="47161"/>
                    <a:pt x="94858" y="53828"/>
                  </a:cubicBezTo>
                  <a:lnTo>
                    <a:pt x="115373" y="62547"/>
                  </a:lnTo>
                  <a:cubicBezTo>
                    <a:pt x="122040" y="44596"/>
                    <a:pt x="113834" y="24081"/>
                    <a:pt x="95883" y="16388"/>
                  </a:cubicBezTo>
                  <a:lnTo>
                    <a:pt x="72804" y="6644"/>
                  </a:lnTo>
                  <a:cubicBezTo>
                    <a:pt x="54341" y="-1049"/>
                    <a:pt x="32800" y="7670"/>
                    <a:pt x="25107" y="26133"/>
                  </a:cubicBezTo>
                  <a:lnTo>
                    <a:pt x="6644" y="69727"/>
                  </a:lnTo>
                  <a:cubicBezTo>
                    <a:pt x="-1049" y="88190"/>
                    <a:pt x="7670" y="109731"/>
                    <a:pt x="26133" y="117424"/>
                  </a:cubicBezTo>
                  <a:lnTo>
                    <a:pt x="49212" y="127169"/>
                  </a:lnTo>
                  <a:cubicBezTo>
                    <a:pt x="54854" y="129733"/>
                    <a:pt x="61521" y="126656"/>
                    <a:pt x="64085" y="121014"/>
                  </a:cubicBezTo>
                  <a:cubicBezTo>
                    <a:pt x="65624" y="114860"/>
                    <a:pt x="63060" y="108192"/>
                    <a:pt x="57418" y="1061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30"/>
            <p:cNvSpPr/>
            <p:nvPr/>
          </p:nvSpPr>
          <p:spPr>
            <a:xfrm>
              <a:off x="5951749" y="5403023"/>
              <a:ext cx="92317" cy="117961"/>
            </a:xfrm>
            <a:custGeom>
              <a:avLst/>
              <a:gdLst>
                <a:gd name="connsiteX0" fmla="*/ 71876 w 92316"/>
                <a:gd name="connsiteY0" fmla="*/ 6361 h 117960"/>
                <a:gd name="connsiteX1" fmla="*/ 25204 w 92316"/>
                <a:gd name="connsiteY1" fmla="*/ 25851 h 117960"/>
                <a:gd name="connsiteX2" fmla="*/ 6741 w 92316"/>
                <a:gd name="connsiteY2" fmla="*/ 69445 h 117960"/>
                <a:gd name="connsiteX3" fmla="*/ 24691 w 92316"/>
                <a:gd name="connsiteY3" fmla="*/ 116629 h 117960"/>
                <a:gd name="connsiteX4" fmla="*/ 38539 w 92316"/>
                <a:gd name="connsiteY4" fmla="*/ 110474 h 117960"/>
                <a:gd name="connsiteX5" fmla="*/ 32384 w 92316"/>
                <a:gd name="connsiteY5" fmla="*/ 95601 h 117960"/>
                <a:gd name="connsiteX6" fmla="*/ 25204 w 92316"/>
                <a:gd name="connsiteY6" fmla="*/ 92524 h 117960"/>
                <a:gd name="connsiteX7" fmla="*/ 18024 w 92316"/>
                <a:gd name="connsiteY7" fmla="*/ 74061 h 117960"/>
                <a:gd name="connsiteX8" fmla="*/ 36487 w 92316"/>
                <a:gd name="connsiteY8" fmla="*/ 30466 h 117960"/>
                <a:gd name="connsiteX9" fmla="*/ 54951 w 92316"/>
                <a:gd name="connsiteY9" fmla="*/ 23286 h 117960"/>
                <a:gd name="connsiteX10" fmla="*/ 62131 w 92316"/>
                <a:gd name="connsiteY10" fmla="*/ 26363 h 117960"/>
                <a:gd name="connsiteX11" fmla="*/ 69824 w 92316"/>
                <a:gd name="connsiteY11" fmla="*/ 43288 h 117960"/>
                <a:gd name="connsiteX12" fmla="*/ 90339 w 92316"/>
                <a:gd name="connsiteY12" fmla="*/ 52007 h 117960"/>
                <a:gd name="connsiteX13" fmla="*/ 71876 w 92316"/>
                <a:gd name="connsiteY13" fmla="*/ 6361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2316" h="117960">
                  <a:moveTo>
                    <a:pt x="71876" y="6361"/>
                  </a:moveTo>
                  <a:cubicBezTo>
                    <a:pt x="53412" y="-819"/>
                    <a:pt x="32897" y="7900"/>
                    <a:pt x="25204" y="25851"/>
                  </a:cubicBezTo>
                  <a:lnTo>
                    <a:pt x="6741" y="69445"/>
                  </a:lnTo>
                  <a:cubicBezTo>
                    <a:pt x="-952" y="87395"/>
                    <a:pt x="7254" y="108423"/>
                    <a:pt x="24691" y="116629"/>
                  </a:cubicBezTo>
                  <a:cubicBezTo>
                    <a:pt x="30333" y="118680"/>
                    <a:pt x="36487" y="116116"/>
                    <a:pt x="38539" y="110474"/>
                  </a:cubicBezTo>
                  <a:cubicBezTo>
                    <a:pt x="41103" y="104833"/>
                    <a:pt x="38539" y="98165"/>
                    <a:pt x="32384" y="95601"/>
                  </a:cubicBezTo>
                  <a:lnTo>
                    <a:pt x="25204" y="92524"/>
                  </a:lnTo>
                  <a:cubicBezTo>
                    <a:pt x="18024" y="89447"/>
                    <a:pt x="14947" y="81241"/>
                    <a:pt x="18024" y="74061"/>
                  </a:cubicBezTo>
                  <a:lnTo>
                    <a:pt x="36487" y="30466"/>
                  </a:lnTo>
                  <a:cubicBezTo>
                    <a:pt x="39565" y="23286"/>
                    <a:pt x="47771" y="20209"/>
                    <a:pt x="54951" y="23286"/>
                  </a:cubicBezTo>
                  <a:lnTo>
                    <a:pt x="62131" y="26363"/>
                  </a:lnTo>
                  <a:cubicBezTo>
                    <a:pt x="68798" y="29441"/>
                    <a:pt x="71876" y="36621"/>
                    <a:pt x="69824" y="43288"/>
                  </a:cubicBezTo>
                  <a:lnTo>
                    <a:pt x="90339" y="52007"/>
                  </a:lnTo>
                  <a:cubicBezTo>
                    <a:pt x="97519" y="34569"/>
                    <a:pt x="89313" y="14567"/>
                    <a:pt x="71876" y="6361"/>
                  </a:cubicBezTo>
                  <a:close/>
                </a:path>
              </a:pathLst>
            </a:custGeom>
            <a:solidFill>
              <a:srgbClr val="CDD5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592"/>
            <p:cNvSpPr/>
            <p:nvPr/>
          </p:nvSpPr>
          <p:spPr>
            <a:xfrm>
              <a:off x="5589553" y="544971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593"/>
            <p:cNvSpPr/>
            <p:nvPr/>
          </p:nvSpPr>
          <p:spPr>
            <a:xfrm>
              <a:off x="5651536" y="547682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594"/>
            <p:cNvSpPr/>
            <p:nvPr/>
          </p:nvSpPr>
          <p:spPr>
            <a:xfrm>
              <a:off x="5710955" y="5501342"/>
              <a:ext cx="71802" cy="66673"/>
            </a:xfrm>
            <a:custGeom>
              <a:avLst/>
              <a:gdLst>
                <a:gd name="connsiteX0" fmla="*/ 5043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3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595"/>
            <p:cNvSpPr/>
            <p:nvPr/>
          </p:nvSpPr>
          <p:spPr>
            <a:xfrm>
              <a:off x="5772300" y="552720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596"/>
            <p:cNvSpPr/>
            <p:nvPr/>
          </p:nvSpPr>
          <p:spPr>
            <a:xfrm>
              <a:off x="5832844" y="5553186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597"/>
            <p:cNvSpPr/>
            <p:nvPr/>
          </p:nvSpPr>
          <p:spPr>
            <a:xfrm>
              <a:off x="5893630" y="5578761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598"/>
            <p:cNvSpPr/>
            <p:nvPr/>
          </p:nvSpPr>
          <p:spPr>
            <a:xfrm>
              <a:off x="5955669" y="560555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2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2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599"/>
            <p:cNvSpPr/>
            <p:nvPr/>
          </p:nvSpPr>
          <p:spPr>
            <a:xfrm>
              <a:off x="5567425" y="5505547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600"/>
            <p:cNvSpPr/>
            <p:nvPr/>
          </p:nvSpPr>
          <p:spPr>
            <a:xfrm>
              <a:off x="5627307" y="5530542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601"/>
            <p:cNvSpPr/>
            <p:nvPr/>
          </p:nvSpPr>
          <p:spPr>
            <a:xfrm>
              <a:off x="5688975" y="5557348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602"/>
            <p:cNvSpPr/>
            <p:nvPr/>
          </p:nvSpPr>
          <p:spPr>
            <a:xfrm>
              <a:off x="5748712" y="558216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603"/>
            <p:cNvSpPr/>
            <p:nvPr/>
          </p:nvSpPr>
          <p:spPr>
            <a:xfrm>
              <a:off x="5809942" y="560784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604"/>
            <p:cNvSpPr/>
            <p:nvPr/>
          </p:nvSpPr>
          <p:spPr>
            <a:xfrm>
              <a:off x="5870736" y="563343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605"/>
            <p:cNvSpPr/>
            <p:nvPr/>
          </p:nvSpPr>
          <p:spPr>
            <a:xfrm>
              <a:off x="5931523" y="565900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606"/>
            <p:cNvSpPr/>
            <p:nvPr/>
          </p:nvSpPr>
          <p:spPr>
            <a:xfrm>
              <a:off x="5544345" y="5560425"/>
              <a:ext cx="66673" cy="66673"/>
            </a:xfrm>
            <a:custGeom>
              <a:avLst/>
              <a:gdLst>
                <a:gd name="connsiteX0" fmla="*/ 50518 w 66673"/>
                <a:gd name="connsiteY0" fmla="*/ 63852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2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607"/>
            <p:cNvSpPr/>
            <p:nvPr/>
          </p:nvSpPr>
          <p:spPr>
            <a:xfrm>
              <a:off x="5603677" y="558498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608"/>
            <p:cNvSpPr/>
            <p:nvPr/>
          </p:nvSpPr>
          <p:spPr>
            <a:xfrm>
              <a:off x="5665896" y="5612225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609"/>
            <p:cNvSpPr/>
            <p:nvPr/>
          </p:nvSpPr>
          <p:spPr>
            <a:xfrm>
              <a:off x="5725557" y="5636802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610"/>
            <p:cNvSpPr/>
            <p:nvPr/>
          </p:nvSpPr>
          <p:spPr>
            <a:xfrm>
              <a:off x="5786529" y="566233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611"/>
            <p:cNvSpPr/>
            <p:nvPr/>
          </p:nvSpPr>
          <p:spPr>
            <a:xfrm>
              <a:off x="5847312" y="568790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612"/>
            <p:cNvSpPr/>
            <p:nvPr/>
          </p:nvSpPr>
          <p:spPr>
            <a:xfrm>
              <a:off x="5909510" y="5715312"/>
              <a:ext cx="66673" cy="66673"/>
            </a:xfrm>
            <a:custGeom>
              <a:avLst/>
              <a:gdLst>
                <a:gd name="connsiteX0" fmla="*/ 50518 w 66673"/>
                <a:gd name="connsiteY0" fmla="*/ 63340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2 w 66673"/>
                <a:gd name="connsiteY3" fmla="*/ 23336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340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2" y="23336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613"/>
            <p:cNvSpPr/>
            <p:nvPr/>
          </p:nvSpPr>
          <p:spPr>
            <a:xfrm>
              <a:off x="5520134" y="5613998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614"/>
            <p:cNvSpPr/>
            <p:nvPr/>
          </p:nvSpPr>
          <p:spPr>
            <a:xfrm>
              <a:off x="5580934" y="5639594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3 h 66673"/>
                <a:gd name="connsiteX2" fmla="*/ 68802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3"/>
                  </a:lnTo>
                  <a:lnTo>
                    <a:pt x="68802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615"/>
            <p:cNvSpPr/>
            <p:nvPr/>
          </p:nvSpPr>
          <p:spPr>
            <a:xfrm>
              <a:off x="5642817" y="5666589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3851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3851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616"/>
            <p:cNvSpPr/>
            <p:nvPr/>
          </p:nvSpPr>
          <p:spPr>
            <a:xfrm>
              <a:off x="5702365" y="5691307"/>
              <a:ext cx="71802" cy="66673"/>
            </a:xfrm>
            <a:custGeom>
              <a:avLst/>
              <a:gdLst>
                <a:gd name="connsiteX0" fmla="*/ 5041 w 71802"/>
                <a:gd name="connsiteY0" fmla="*/ 45192 h 66673"/>
                <a:gd name="connsiteX1" fmla="*/ 22026 w 71802"/>
                <a:gd name="connsiteY1" fmla="*/ 5041 h 66673"/>
                <a:gd name="connsiteX2" fmla="*/ 68789 w 71802"/>
                <a:gd name="connsiteY2" fmla="*/ 24823 h 66673"/>
                <a:gd name="connsiteX3" fmla="*/ 51804 w 71802"/>
                <a:gd name="connsiteY3" fmla="*/ 6497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1" y="45192"/>
                  </a:moveTo>
                  <a:lnTo>
                    <a:pt x="22026" y="5041"/>
                  </a:lnTo>
                  <a:lnTo>
                    <a:pt x="68789" y="24823"/>
                  </a:lnTo>
                  <a:lnTo>
                    <a:pt x="51804" y="64973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617"/>
            <p:cNvSpPr/>
            <p:nvPr/>
          </p:nvSpPr>
          <p:spPr>
            <a:xfrm>
              <a:off x="5763611" y="571701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618"/>
            <p:cNvSpPr/>
            <p:nvPr/>
          </p:nvSpPr>
          <p:spPr>
            <a:xfrm>
              <a:off x="5824418" y="574257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619"/>
            <p:cNvSpPr/>
            <p:nvPr/>
          </p:nvSpPr>
          <p:spPr>
            <a:xfrm>
              <a:off x="5885011" y="5768609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2620"/>
            <p:cNvSpPr/>
            <p:nvPr/>
          </p:nvSpPr>
          <p:spPr>
            <a:xfrm>
              <a:off x="5496744" y="5668477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2 h 66673"/>
                <a:gd name="connsiteX2" fmla="*/ 68801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2"/>
                  </a:lnTo>
                  <a:lnTo>
                    <a:pt x="68801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2621"/>
            <p:cNvSpPr/>
            <p:nvPr/>
          </p:nvSpPr>
          <p:spPr>
            <a:xfrm>
              <a:off x="5558706" y="5695310"/>
              <a:ext cx="66673" cy="66673"/>
            </a:xfrm>
            <a:custGeom>
              <a:avLst/>
              <a:gdLst>
                <a:gd name="connsiteX0" fmla="*/ 50518 w 66673"/>
                <a:gd name="connsiteY0" fmla="*/ 63853 h 66673"/>
                <a:gd name="connsiteX1" fmla="*/ 3847 w 66673"/>
                <a:gd name="connsiteY1" fmla="*/ 44363 h 66673"/>
                <a:gd name="connsiteX2" fmla="*/ 20771 w 66673"/>
                <a:gd name="connsiteY2" fmla="*/ 3847 h 66673"/>
                <a:gd name="connsiteX3" fmla="*/ 67443 w 66673"/>
                <a:gd name="connsiteY3" fmla="*/ 23849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66673">
                  <a:moveTo>
                    <a:pt x="50518" y="63853"/>
                  </a:moveTo>
                  <a:lnTo>
                    <a:pt x="3847" y="44363"/>
                  </a:lnTo>
                  <a:lnTo>
                    <a:pt x="20771" y="3847"/>
                  </a:lnTo>
                  <a:lnTo>
                    <a:pt x="67443" y="23849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2622"/>
            <p:cNvSpPr/>
            <p:nvPr/>
          </p:nvSpPr>
          <p:spPr>
            <a:xfrm>
              <a:off x="5618414" y="5720263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2623"/>
            <p:cNvSpPr/>
            <p:nvPr/>
          </p:nvSpPr>
          <p:spPr>
            <a:xfrm>
              <a:off x="5679203" y="5745850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A4D8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2624"/>
            <p:cNvSpPr/>
            <p:nvPr/>
          </p:nvSpPr>
          <p:spPr>
            <a:xfrm>
              <a:off x="5740019" y="5771431"/>
              <a:ext cx="71802" cy="66673"/>
            </a:xfrm>
            <a:custGeom>
              <a:avLst/>
              <a:gdLst>
                <a:gd name="connsiteX0" fmla="*/ 5042 w 71802"/>
                <a:gd name="connsiteY0" fmla="*/ 45180 h 66673"/>
                <a:gd name="connsiteX1" fmla="*/ 22053 w 71802"/>
                <a:gd name="connsiteY1" fmla="*/ 5042 h 66673"/>
                <a:gd name="connsiteX2" fmla="*/ 68801 w 71802"/>
                <a:gd name="connsiteY2" fmla="*/ 24855 h 66673"/>
                <a:gd name="connsiteX3" fmla="*/ 51790 w 71802"/>
                <a:gd name="connsiteY3" fmla="*/ 64992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0"/>
                  </a:moveTo>
                  <a:lnTo>
                    <a:pt x="22053" y="5042"/>
                  </a:lnTo>
                  <a:lnTo>
                    <a:pt x="68801" y="24855"/>
                  </a:lnTo>
                  <a:lnTo>
                    <a:pt x="51790" y="64992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2625"/>
            <p:cNvSpPr/>
            <p:nvPr/>
          </p:nvSpPr>
          <p:spPr>
            <a:xfrm>
              <a:off x="5801275" y="5797733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9 w 71802"/>
                <a:gd name="connsiteY1" fmla="*/ 5042 h 66673"/>
                <a:gd name="connsiteX2" fmla="*/ 68802 w 71802"/>
                <a:gd name="connsiteY2" fmla="*/ 24849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9" y="5042"/>
                  </a:lnTo>
                  <a:lnTo>
                    <a:pt x="68802" y="24849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2626"/>
            <p:cNvSpPr/>
            <p:nvPr/>
          </p:nvSpPr>
          <p:spPr>
            <a:xfrm>
              <a:off x="5862103" y="5823280"/>
              <a:ext cx="71802" cy="66673"/>
            </a:xfrm>
            <a:custGeom>
              <a:avLst/>
              <a:gdLst>
                <a:gd name="connsiteX0" fmla="*/ 5042 w 71802"/>
                <a:gd name="connsiteY0" fmla="*/ 45184 h 66673"/>
                <a:gd name="connsiteX1" fmla="*/ 22048 w 71802"/>
                <a:gd name="connsiteY1" fmla="*/ 5043 h 66673"/>
                <a:gd name="connsiteX2" fmla="*/ 68801 w 71802"/>
                <a:gd name="connsiteY2" fmla="*/ 24850 h 66673"/>
                <a:gd name="connsiteX3" fmla="*/ 51795 w 71802"/>
                <a:gd name="connsiteY3" fmla="*/ 64991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66673">
                  <a:moveTo>
                    <a:pt x="5042" y="45184"/>
                  </a:moveTo>
                  <a:lnTo>
                    <a:pt x="22048" y="5043"/>
                  </a:lnTo>
                  <a:lnTo>
                    <a:pt x="68801" y="24850"/>
                  </a:lnTo>
                  <a:lnTo>
                    <a:pt x="51795" y="64991"/>
                  </a:lnTo>
                  <a:close/>
                </a:path>
              </a:pathLst>
            </a:custGeom>
            <a:solidFill>
              <a:srgbClr val="CFEAF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2627"/>
            <p:cNvSpPr/>
            <p:nvPr/>
          </p:nvSpPr>
          <p:spPr>
            <a:xfrm>
              <a:off x="3224112" y="5556322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2628"/>
            <p:cNvSpPr/>
            <p:nvPr/>
          </p:nvSpPr>
          <p:spPr>
            <a:xfrm>
              <a:off x="3224112" y="5556322"/>
              <a:ext cx="35901" cy="246179"/>
            </a:xfrm>
            <a:custGeom>
              <a:avLst/>
              <a:gdLst>
                <a:gd name="connsiteX0" fmla="*/ 33593 w 35901"/>
                <a:gd name="connsiteY0" fmla="*/ 15643 h 246178"/>
                <a:gd name="connsiteX1" fmla="*/ 3847 w 35901"/>
                <a:gd name="connsiteY1" fmla="*/ 3847 h 246178"/>
                <a:gd name="connsiteX2" fmla="*/ 3847 w 35901"/>
                <a:gd name="connsiteY2" fmla="*/ 232588 h 246178"/>
                <a:gd name="connsiteX3" fmla="*/ 33593 w 35901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01" h="246178">
                  <a:moveTo>
                    <a:pt x="33593" y="15643"/>
                  </a:moveTo>
                  <a:lnTo>
                    <a:pt x="3847" y="3847"/>
                  </a:lnTo>
                  <a:lnTo>
                    <a:pt x="3847" y="232588"/>
                  </a:lnTo>
                  <a:lnTo>
                    <a:pt x="33593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2629"/>
            <p:cNvSpPr/>
            <p:nvPr/>
          </p:nvSpPr>
          <p:spPr>
            <a:xfrm>
              <a:off x="3203084" y="5568118"/>
              <a:ext cx="56416" cy="251307"/>
            </a:xfrm>
            <a:custGeom>
              <a:avLst/>
              <a:gdLst>
                <a:gd name="connsiteX0" fmla="*/ 54621 w 56415"/>
                <a:gd name="connsiteY0" fmla="*/ 232588 h 251307"/>
                <a:gd name="connsiteX1" fmla="*/ 3847 w 56415"/>
                <a:gd name="connsiteY1" fmla="*/ 248999 h 251307"/>
                <a:gd name="connsiteX2" fmla="*/ 3847 w 56415"/>
                <a:gd name="connsiteY2" fmla="*/ 20258 h 251307"/>
                <a:gd name="connsiteX3" fmla="*/ 54621 w 56415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5" h="251307">
                  <a:moveTo>
                    <a:pt x="54621" y="232588"/>
                  </a:moveTo>
                  <a:lnTo>
                    <a:pt x="3847" y="248999"/>
                  </a:lnTo>
                  <a:lnTo>
                    <a:pt x="3847" y="20258"/>
                  </a:lnTo>
                  <a:lnTo>
                    <a:pt x="54621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2630"/>
            <p:cNvSpPr/>
            <p:nvPr/>
          </p:nvSpPr>
          <p:spPr>
            <a:xfrm>
              <a:off x="3399514" y="5556322"/>
              <a:ext cx="41030" cy="246179"/>
            </a:xfrm>
            <a:custGeom>
              <a:avLst/>
              <a:gdLst>
                <a:gd name="connsiteX0" fmla="*/ 3847 w 41029"/>
                <a:gd name="connsiteY0" fmla="*/ 15643 h 246178"/>
                <a:gd name="connsiteX1" fmla="*/ 40773 w 41029"/>
                <a:gd name="connsiteY1" fmla="*/ 3847 h 246178"/>
                <a:gd name="connsiteX2" fmla="*/ 40773 w 41029"/>
                <a:gd name="connsiteY2" fmla="*/ 232588 h 246178"/>
                <a:gd name="connsiteX3" fmla="*/ 3847 w 41029"/>
                <a:gd name="connsiteY3" fmla="*/ 244384 h 24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29" h="246178">
                  <a:moveTo>
                    <a:pt x="3847" y="15643"/>
                  </a:moveTo>
                  <a:lnTo>
                    <a:pt x="40773" y="3847"/>
                  </a:lnTo>
                  <a:lnTo>
                    <a:pt x="40773" y="232588"/>
                  </a:lnTo>
                  <a:lnTo>
                    <a:pt x="3847" y="244384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2631"/>
            <p:cNvSpPr/>
            <p:nvPr/>
          </p:nvSpPr>
          <p:spPr>
            <a:xfrm>
              <a:off x="3399514" y="5568118"/>
              <a:ext cx="20515" cy="251307"/>
            </a:xfrm>
            <a:custGeom>
              <a:avLst/>
              <a:gdLst>
                <a:gd name="connsiteX0" fmla="*/ 3847 w 20514"/>
                <a:gd name="connsiteY0" fmla="*/ 232588 h 251307"/>
                <a:gd name="connsiteX1" fmla="*/ 19233 w 20514"/>
                <a:gd name="connsiteY1" fmla="*/ 251051 h 251307"/>
                <a:gd name="connsiteX2" fmla="*/ 18207 w 20514"/>
                <a:gd name="connsiteY2" fmla="*/ 20258 h 251307"/>
                <a:gd name="connsiteX3" fmla="*/ 3847 w 20514"/>
                <a:gd name="connsiteY3" fmla="*/ 3847 h 2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4" h="251307">
                  <a:moveTo>
                    <a:pt x="3847" y="232588"/>
                  </a:moveTo>
                  <a:lnTo>
                    <a:pt x="19233" y="251051"/>
                  </a:lnTo>
                  <a:lnTo>
                    <a:pt x="18207" y="20258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2632"/>
            <p:cNvSpPr/>
            <p:nvPr/>
          </p:nvSpPr>
          <p:spPr>
            <a:xfrm>
              <a:off x="3203084" y="5584530"/>
              <a:ext cx="220535" cy="235921"/>
            </a:xfrm>
            <a:custGeom>
              <a:avLst/>
              <a:gdLst>
                <a:gd name="connsiteX0" fmla="*/ 3847 w 220534"/>
                <a:gd name="connsiteY0" fmla="*/ 3846 h 235921"/>
                <a:gd name="connsiteX1" fmla="*/ 216688 w 220534"/>
                <a:gd name="connsiteY1" fmla="*/ 3846 h 235921"/>
                <a:gd name="connsiteX2" fmla="*/ 216688 w 220534"/>
                <a:gd name="connsiteY2" fmla="*/ 232588 h 235921"/>
                <a:gd name="connsiteX3" fmla="*/ 3847 w 220534"/>
                <a:gd name="connsiteY3" fmla="*/ 232588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534" h="235921">
                  <a:moveTo>
                    <a:pt x="3847" y="3846"/>
                  </a:moveTo>
                  <a:lnTo>
                    <a:pt x="216688" y="3846"/>
                  </a:lnTo>
                  <a:lnTo>
                    <a:pt x="216688" y="232588"/>
                  </a:lnTo>
                  <a:lnTo>
                    <a:pt x="3847" y="232588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2633"/>
            <p:cNvSpPr/>
            <p:nvPr/>
          </p:nvSpPr>
          <p:spPr>
            <a:xfrm>
              <a:off x="3250782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2634"/>
            <p:cNvSpPr/>
            <p:nvPr/>
          </p:nvSpPr>
          <p:spPr>
            <a:xfrm>
              <a:off x="3358998" y="5605045"/>
              <a:ext cx="20515" cy="20515"/>
            </a:xfrm>
            <a:custGeom>
              <a:avLst/>
              <a:gdLst>
                <a:gd name="connsiteX0" fmla="*/ 19233 w 20514"/>
                <a:gd name="connsiteY0" fmla="*/ 11540 h 20514"/>
                <a:gd name="connsiteX1" fmla="*/ 11540 w 20514"/>
                <a:gd name="connsiteY1" fmla="*/ 19233 h 20514"/>
                <a:gd name="connsiteX2" fmla="*/ 3847 w 20514"/>
                <a:gd name="connsiteY2" fmla="*/ 11540 h 20514"/>
                <a:gd name="connsiteX3" fmla="*/ 11540 w 20514"/>
                <a:gd name="connsiteY3" fmla="*/ 3847 h 20514"/>
                <a:gd name="connsiteX4" fmla="*/ 19233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9233" y="11540"/>
                  </a:moveTo>
                  <a:cubicBezTo>
                    <a:pt x="19233" y="16156"/>
                    <a:pt x="15643" y="19233"/>
                    <a:pt x="11540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6924"/>
                    <a:pt x="7437" y="3847"/>
                    <a:pt x="11540" y="3847"/>
                  </a:cubicBezTo>
                  <a:cubicBezTo>
                    <a:pt x="15643" y="3847"/>
                    <a:pt x="19233" y="6924"/>
                    <a:pt x="19233" y="11540"/>
                  </a:cubicBezTo>
                  <a:close/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2635"/>
            <p:cNvSpPr/>
            <p:nvPr/>
          </p:nvSpPr>
          <p:spPr>
            <a:xfrm>
              <a:off x="3253859" y="5608635"/>
              <a:ext cx="123089" cy="92317"/>
            </a:xfrm>
            <a:custGeom>
              <a:avLst/>
              <a:gdLst>
                <a:gd name="connsiteX0" fmla="*/ 71546 w 123089"/>
                <a:gd name="connsiteY0" fmla="*/ 90522 h 92316"/>
                <a:gd name="connsiteX1" fmla="*/ 52569 w 123089"/>
                <a:gd name="connsiteY1" fmla="*/ 90522 h 92316"/>
                <a:gd name="connsiteX2" fmla="*/ 3847 w 123089"/>
                <a:gd name="connsiteY2" fmla="*/ 36670 h 92316"/>
                <a:gd name="connsiteX3" fmla="*/ 3847 w 123089"/>
                <a:gd name="connsiteY3" fmla="*/ 7949 h 92316"/>
                <a:gd name="connsiteX4" fmla="*/ 7950 w 123089"/>
                <a:gd name="connsiteY4" fmla="*/ 3847 h 92316"/>
                <a:gd name="connsiteX5" fmla="*/ 12052 w 123089"/>
                <a:gd name="connsiteY5" fmla="*/ 7949 h 92316"/>
                <a:gd name="connsiteX6" fmla="*/ 12052 w 123089"/>
                <a:gd name="connsiteY6" fmla="*/ 36670 h 92316"/>
                <a:gd name="connsiteX7" fmla="*/ 52569 w 123089"/>
                <a:gd name="connsiteY7" fmla="*/ 82316 h 92316"/>
                <a:gd name="connsiteX8" fmla="*/ 71546 w 123089"/>
                <a:gd name="connsiteY8" fmla="*/ 82316 h 92316"/>
                <a:gd name="connsiteX9" fmla="*/ 112063 w 123089"/>
                <a:gd name="connsiteY9" fmla="*/ 36670 h 92316"/>
                <a:gd name="connsiteX10" fmla="*/ 112063 w 123089"/>
                <a:gd name="connsiteY10" fmla="*/ 7949 h 92316"/>
                <a:gd name="connsiteX11" fmla="*/ 116166 w 123089"/>
                <a:gd name="connsiteY11" fmla="*/ 3847 h 92316"/>
                <a:gd name="connsiteX12" fmla="*/ 120268 w 123089"/>
                <a:gd name="connsiteY12" fmla="*/ 7949 h 92316"/>
                <a:gd name="connsiteX13" fmla="*/ 120268 w 123089"/>
                <a:gd name="connsiteY13" fmla="*/ 36670 h 92316"/>
                <a:gd name="connsiteX14" fmla="*/ 71546 w 123089"/>
                <a:gd name="connsiteY14" fmla="*/ 90522 h 92316"/>
                <a:gd name="connsiteX15" fmla="*/ 71546 w 123089"/>
                <a:gd name="connsiteY15" fmla="*/ 90522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92316">
                  <a:moveTo>
                    <a:pt x="71546" y="90522"/>
                  </a:moveTo>
                  <a:lnTo>
                    <a:pt x="52569" y="90522"/>
                  </a:lnTo>
                  <a:cubicBezTo>
                    <a:pt x="25387" y="90522"/>
                    <a:pt x="3847" y="66417"/>
                    <a:pt x="3847" y="36670"/>
                  </a:cubicBezTo>
                  <a:lnTo>
                    <a:pt x="3847" y="7949"/>
                  </a:lnTo>
                  <a:cubicBezTo>
                    <a:pt x="3847" y="5385"/>
                    <a:pt x="5898" y="3847"/>
                    <a:pt x="7950" y="3847"/>
                  </a:cubicBezTo>
                  <a:cubicBezTo>
                    <a:pt x="10514" y="3847"/>
                    <a:pt x="12052" y="5898"/>
                    <a:pt x="12052" y="7949"/>
                  </a:cubicBezTo>
                  <a:lnTo>
                    <a:pt x="12052" y="36670"/>
                  </a:lnTo>
                  <a:cubicBezTo>
                    <a:pt x="12052" y="61801"/>
                    <a:pt x="30003" y="82316"/>
                    <a:pt x="52569" y="82316"/>
                  </a:cubicBezTo>
                  <a:lnTo>
                    <a:pt x="71546" y="82316"/>
                  </a:lnTo>
                  <a:cubicBezTo>
                    <a:pt x="93599" y="82316"/>
                    <a:pt x="112063" y="61801"/>
                    <a:pt x="112063" y="36670"/>
                  </a:cubicBezTo>
                  <a:lnTo>
                    <a:pt x="112063" y="7949"/>
                  </a:lnTo>
                  <a:cubicBezTo>
                    <a:pt x="112063" y="5385"/>
                    <a:pt x="114114" y="3847"/>
                    <a:pt x="116166" y="3847"/>
                  </a:cubicBezTo>
                  <a:cubicBezTo>
                    <a:pt x="118730" y="3847"/>
                    <a:pt x="120268" y="5898"/>
                    <a:pt x="120268" y="7949"/>
                  </a:cubicBezTo>
                  <a:lnTo>
                    <a:pt x="120268" y="36670"/>
                  </a:lnTo>
                  <a:cubicBezTo>
                    <a:pt x="120268" y="66417"/>
                    <a:pt x="98215" y="90522"/>
                    <a:pt x="71546" y="90522"/>
                  </a:cubicBezTo>
                  <a:lnTo>
                    <a:pt x="71546" y="90522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2636"/>
            <p:cNvSpPr/>
            <p:nvPr/>
          </p:nvSpPr>
          <p:spPr>
            <a:xfrm>
              <a:off x="3271296" y="5629150"/>
              <a:ext cx="82060" cy="148733"/>
            </a:xfrm>
            <a:custGeom>
              <a:avLst/>
              <a:gdLst>
                <a:gd name="connsiteX0" fmla="*/ 33593 w 82059"/>
                <a:gd name="connsiteY0" fmla="*/ 147964 h 148732"/>
                <a:gd name="connsiteX1" fmla="*/ 33593 w 82059"/>
                <a:gd name="connsiteY1" fmla="*/ 131039 h 148732"/>
                <a:gd name="connsiteX2" fmla="*/ 3847 w 82059"/>
                <a:gd name="connsiteY2" fmla="*/ 123346 h 148732"/>
                <a:gd name="connsiteX3" fmla="*/ 8975 w 82059"/>
                <a:gd name="connsiteY3" fmla="*/ 102831 h 148732"/>
                <a:gd name="connsiteX4" fmla="*/ 38209 w 82059"/>
                <a:gd name="connsiteY4" fmla="*/ 110524 h 148732"/>
                <a:gd name="connsiteX5" fmla="*/ 55134 w 82059"/>
                <a:gd name="connsiteY5" fmla="*/ 99754 h 148732"/>
                <a:gd name="connsiteX6" fmla="*/ 36157 w 82059"/>
                <a:gd name="connsiteY6" fmla="*/ 84368 h 148732"/>
                <a:gd name="connsiteX7" fmla="*/ 4359 w 82059"/>
                <a:gd name="connsiteY7" fmla="*/ 52056 h 148732"/>
                <a:gd name="connsiteX8" fmla="*/ 34106 w 82059"/>
                <a:gd name="connsiteY8" fmla="*/ 20771 h 148732"/>
                <a:gd name="connsiteX9" fmla="*/ 34106 w 82059"/>
                <a:gd name="connsiteY9" fmla="*/ 3847 h 148732"/>
                <a:gd name="connsiteX10" fmla="*/ 51544 w 82059"/>
                <a:gd name="connsiteY10" fmla="*/ 3847 h 148732"/>
                <a:gd name="connsiteX11" fmla="*/ 51544 w 82059"/>
                <a:gd name="connsiteY11" fmla="*/ 19233 h 148732"/>
                <a:gd name="connsiteX12" fmla="*/ 77187 w 82059"/>
                <a:gd name="connsiteY12" fmla="*/ 24874 h 148732"/>
                <a:gd name="connsiteX13" fmla="*/ 72059 w 82059"/>
                <a:gd name="connsiteY13" fmla="*/ 44876 h 148732"/>
                <a:gd name="connsiteX14" fmla="*/ 46415 w 82059"/>
                <a:gd name="connsiteY14" fmla="*/ 38722 h 148732"/>
                <a:gd name="connsiteX15" fmla="*/ 31029 w 82059"/>
                <a:gd name="connsiteY15" fmla="*/ 48979 h 148732"/>
                <a:gd name="connsiteX16" fmla="*/ 52569 w 82059"/>
                <a:gd name="connsiteY16" fmla="*/ 63853 h 148732"/>
                <a:gd name="connsiteX17" fmla="*/ 81803 w 82059"/>
                <a:gd name="connsiteY17" fmla="*/ 97189 h 148732"/>
                <a:gd name="connsiteX18" fmla="*/ 50518 w 82059"/>
                <a:gd name="connsiteY18" fmla="*/ 129500 h 148732"/>
                <a:gd name="connsiteX19" fmla="*/ 50518 w 82059"/>
                <a:gd name="connsiteY19" fmla="*/ 147451 h 148732"/>
                <a:gd name="connsiteX20" fmla="*/ 33593 w 82059"/>
                <a:gd name="connsiteY20" fmla="*/ 147451 h 14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059" h="148732">
                  <a:moveTo>
                    <a:pt x="33593" y="147964"/>
                  </a:moveTo>
                  <a:lnTo>
                    <a:pt x="33593" y="131039"/>
                  </a:lnTo>
                  <a:cubicBezTo>
                    <a:pt x="21797" y="130526"/>
                    <a:pt x="10514" y="126936"/>
                    <a:pt x="3847" y="123346"/>
                  </a:cubicBezTo>
                  <a:lnTo>
                    <a:pt x="8975" y="102831"/>
                  </a:lnTo>
                  <a:cubicBezTo>
                    <a:pt x="16155" y="106934"/>
                    <a:pt x="26926" y="110524"/>
                    <a:pt x="38209" y="110524"/>
                  </a:cubicBezTo>
                  <a:cubicBezTo>
                    <a:pt x="48466" y="110524"/>
                    <a:pt x="55134" y="106421"/>
                    <a:pt x="55134" y="99754"/>
                  </a:cubicBezTo>
                  <a:cubicBezTo>
                    <a:pt x="55134" y="93086"/>
                    <a:pt x="49492" y="88983"/>
                    <a:pt x="36157" y="84368"/>
                  </a:cubicBezTo>
                  <a:cubicBezTo>
                    <a:pt x="17181" y="78213"/>
                    <a:pt x="4359" y="68981"/>
                    <a:pt x="4359" y="52056"/>
                  </a:cubicBezTo>
                  <a:cubicBezTo>
                    <a:pt x="4359" y="36157"/>
                    <a:pt x="15130" y="24361"/>
                    <a:pt x="34106" y="20771"/>
                  </a:cubicBezTo>
                  <a:lnTo>
                    <a:pt x="34106" y="3847"/>
                  </a:lnTo>
                  <a:lnTo>
                    <a:pt x="51544" y="3847"/>
                  </a:lnTo>
                  <a:lnTo>
                    <a:pt x="51544" y="19233"/>
                  </a:lnTo>
                  <a:cubicBezTo>
                    <a:pt x="63340" y="19746"/>
                    <a:pt x="71033" y="22310"/>
                    <a:pt x="77187" y="24874"/>
                  </a:cubicBezTo>
                  <a:lnTo>
                    <a:pt x="72059" y="44876"/>
                  </a:lnTo>
                  <a:cubicBezTo>
                    <a:pt x="67443" y="42825"/>
                    <a:pt x="59237" y="38722"/>
                    <a:pt x="46415" y="38722"/>
                  </a:cubicBezTo>
                  <a:cubicBezTo>
                    <a:pt x="35132" y="38722"/>
                    <a:pt x="31029" y="43851"/>
                    <a:pt x="31029" y="48979"/>
                  </a:cubicBezTo>
                  <a:cubicBezTo>
                    <a:pt x="31029" y="54621"/>
                    <a:pt x="37183" y="58724"/>
                    <a:pt x="52569" y="63853"/>
                  </a:cubicBezTo>
                  <a:cubicBezTo>
                    <a:pt x="73597" y="71033"/>
                    <a:pt x="81803" y="80777"/>
                    <a:pt x="81803" y="97189"/>
                  </a:cubicBezTo>
                  <a:cubicBezTo>
                    <a:pt x="81803" y="113088"/>
                    <a:pt x="71033" y="126423"/>
                    <a:pt x="50518" y="129500"/>
                  </a:cubicBezTo>
                  <a:lnTo>
                    <a:pt x="50518" y="147451"/>
                  </a:lnTo>
                  <a:lnTo>
                    <a:pt x="33593" y="147451"/>
                  </a:ln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2637"/>
            <p:cNvSpPr/>
            <p:nvPr/>
          </p:nvSpPr>
          <p:spPr>
            <a:xfrm>
              <a:off x="3315403" y="5489136"/>
              <a:ext cx="46158" cy="82060"/>
            </a:xfrm>
            <a:custGeom>
              <a:avLst/>
              <a:gdLst>
                <a:gd name="connsiteX0" fmla="*/ 20258 w 46158"/>
                <a:gd name="connsiteY0" fmla="*/ 82316 h 82059"/>
                <a:gd name="connsiteX1" fmla="*/ 20258 w 46158"/>
                <a:gd name="connsiteY1" fmla="*/ 73084 h 82059"/>
                <a:gd name="connsiteX2" fmla="*/ 3847 w 46158"/>
                <a:gd name="connsiteY2" fmla="*/ 68981 h 82059"/>
                <a:gd name="connsiteX3" fmla="*/ 6924 w 46158"/>
                <a:gd name="connsiteY3" fmla="*/ 57698 h 82059"/>
                <a:gd name="connsiteX4" fmla="*/ 22823 w 46158"/>
                <a:gd name="connsiteY4" fmla="*/ 61801 h 82059"/>
                <a:gd name="connsiteX5" fmla="*/ 32055 w 46158"/>
                <a:gd name="connsiteY5" fmla="*/ 55647 h 82059"/>
                <a:gd name="connsiteX6" fmla="*/ 21797 w 46158"/>
                <a:gd name="connsiteY6" fmla="*/ 47441 h 82059"/>
                <a:gd name="connsiteX7" fmla="*/ 4359 w 46158"/>
                <a:gd name="connsiteY7" fmla="*/ 30003 h 82059"/>
                <a:gd name="connsiteX8" fmla="*/ 20771 w 46158"/>
                <a:gd name="connsiteY8" fmla="*/ 13078 h 82059"/>
                <a:gd name="connsiteX9" fmla="*/ 20771 w 46158"/>
                <a:gd name="connsiteY9" fmla="*/ 3847 h 82059"/>
                <a:gd name="connsiteX10" fmla="*/ 30003 w 46158"/>
                <a:gd name="connsiteY10" fmla="*/ 3847 h 82059"/>
                <a:gd name="connsiteX11" fmla="*/ 30003 w 46158"/>
                <a:gd name="connsiteY11" fmla="*/ 12565 h 82059"/>
                <a:gd name="connsiteX12" fmla="*/ 43851 w 46158"/>
                <a:gd name="connsiteY12" fmla="*/ 15643 h 82059"/>
                <a:gd name="connsiteX13" fmla="*/ 40773 w 46158"/>
                <a:gd name="connsiteY13" fmla="*/ 26413 h 82059"/>
                <a:gd name="connsiteX14" fmla="*/ 26926 w 46158"/>
                <a:gd name="connsiteY14" fmla="*/ 22823 h 82059"/>
                <a:gd name="connsiteX15" fmla="*/ 18720 w 46158"/>
                <a:gd name="connsiteY15" fmla="*/ 28464 h 82059"/>
                <a:gd name="connsiteX16" fmla="*/ 30516 w 46158"/>
                <a:gd name="connsiteY16" fmla="*/ 36670 h 82059"/>
                <a:gd name="connsiteX17" fmla="*/ 46415 w 46158"/>
                <a:gd name="connsiteY17" fmla="*/ 54621 h 82059"/>
                <a:gd name="connsiteX18" fmla="*/ 29490 w 46158"/>
                <a:gd name="connsiteY18" fmla="*/ 72571 h 82059"/>
                <a:gd name="connsiteX19" fmla="*/ 29490 w 46158"/>
                <a:gd name="connsiteY19" fmla="*/ 82316 h 82059"/>
                <a:gd name="connsiteX20" fmla="*/ 20258 w 46158"/>
                <a:gd name="connsiteY20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158" h="82059">
                  <a:moveTo>
                    <a:pt x="20258" y="82316"/>
                  </a:moveTo>
                  <a:lnTo>
                    <a:pt x="20258" y="73084"/>
                  </a:lnTo>
                  <a:cubicBezTo>
                    <a:pt x="13591" y="72571"/>
                    <a:pt x="7437" y="71033"/>
                    <a:pt x="3847" y="68981"/>
                  </a:cubicBezTo>
                  <a:lnTo>
                    <a:pt x="6924" y="57698"/>
                  </a:lnTo>
                  <a:cubicBezTo>
                    <a:pt x="11027" y="59750"/>
                    <a:pt x="16668" y="61801"/>
                    <a:pt x="22823" y="61801"/>
                  </a:cubicBezTo>
                  <a:cubicBezTo>
                    <a:pt x="28464" y="61801"/>
                    <a:pt x="32055" y="59750"/>
                    <a:pt x="32055" y="55647"/>
                  </a:cubicBezTo>
                  <a:cubicBezTo>
                    <a:pt x="32055" y="52056"/>
                    <a:pt x="28977" y="49492"/>
                    <a:pt x="21797" y="47441"/>
                  </a:cubicBezTo>
                  <a:cubicBezTo>
                    <a:pt x="11540" y="43851"/>
                    <a:pt x="4359" y="39235"/>
                    <a:pt x="4359" y="30003"/>
                  </a:cubicBezTo>
                  <a:cubicBezTo>
                    <a:pt x="4359" y="21284"/>
                    <a:pt x="10514" y="14617"/>
                    <a:pt x="20771" y="13078"/>
                  </a:cubicBezTo>
                  <a:lnTo>
                    <a:pt x="20771" y="3847"/>
                  </a:lnTo>
                  <a:lnTo>
                    <a:pt x="30003" y="3847"/>
                  </a:lnTo>
                  <a:lnTo>
                    <a:pt x="30003" y="12565"/>
                  </a:lnTo>
                  <a:cubicBezTo>
                    <a:pt x="36157" y="12565"/>
                    <a:pt x="40773" y="14104"/>
                    <a:pt x="43851" y="15643"/>
                  </a:cubicBezTo>
                  <a:lnTo>
                    <a:pt x="40773" y="26413"/>
                  </a:lnTo>
                  <a:cubicBezTo>
                    <a:pt x="38209" y="25387"/>
                    <a:pt x="34106" y="22823"/>
                    <a:pt x="26926" y="22823"/>
                  </a:cubicBezTo>
                  <a:cubicBezTo>
                    <a:pt x="20771" y="22823"/>
                    <a:pt x="18720" y="25900"/>
                    <a:pt x="18720" y="28464"/>
                  </a:cubicBezTo>
                  <a:cubicBezTo>
                    <a:pt x="18720" y="31542"/>
                    <a:pt x="22310" y="33593"/>
                    <a:pt x="30516" y="36670"/>
                  </a:cubicBezTo>
                  <a:cubicBezTo>
                    <a:pt x="41799" y="40773"/>
                    <a:pt x="46415" y="45902"/>
                    <a:pt x="46415" y="54621"/>
                  </a:cubicBezTo>
                  <a:cubicBezTo>
                    <a:pt x="46415" y="63340"/>
                    <a:pt x="40260" y="70520"/>
                    <a:pt x="29490" y="72571"/>
                  </a:cubicBezTo>
                  <a:lnTo>
                    <a:pt x="29490" y="82316"/>
                  </a:lnTo>
                  <a:lnTo>
                    <a:pt x="20258" y="82316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2638"/>
            <p:cNvSpPr/>
            <p:nvPr/>
          </p:nvSpPr>
          <p:spPr>
            <a:xfrm>
              <a:off x="3279502" y="5464005"/>
              <a:ext cx="30772" cy="51287"/>
            </a:xfrm>
            <a:custGeom>
              <a:avLst/>
              <a:gdLst>
                <a:gd name="connsiteX0" fmla="*/ 13078 w 30772"/>
                <a:gd name="connsiteY0" fmla="*/ 47954 h 51287"/>
                <a:gd name="connsiteX1" fmla="*/ 13078 w 30772"/>
                <a:gd name="connsiteY1" fmla="*/ 42825 h 51287"/>
                <a:gd name="connsiteX2" fmla="*/ 3847 w 30772"/>
                <a:gd name="connsiteY2" fmla="*/ 40260 h 51287"/>
                <a:gd name="connsiteX3" fmla="*/ 5385 w 30772"/>
                <a:gd name="connsiteY3" fmla="*/ 34106 h 51287"/>
                <a:gd name="connsiteX4" fmla="*/ 14617 w 30772"/>
                <a:gd name="connsiteY4" fmla="*/ 36670 h 51287"/>
                <a:gd name="connsiteX5" fmla="*/ 19746 w 30772"/>
                <a:gd name="connsiteY5" fmla="*/ 33080 h 51287"/>
                <a:gd name="connsiteX6" fmla="*/ 14104 w 30772"/>
                <a:gd name="connsiteY6" fmla="*/ 28464 h 51287"/>
                <a:gd name="connsiteX7" fmla="*/ 4359 w 30772"/>
                <a:gd name="connsiteY7" fmla="*/ 18720 h 51287"/>
                <a:gd name="connsiteX8" fmla="*/ 13591 w 30772"/>
                <a:gd name="connsiteY8" fmla="*/ 8975 h 51287"/>
                <a:gd name="connsiteX9" fmla="*/ 13591 w 30772"/>
                <a:gd name="connsiteY9" fmla="*/ 3847 h 51287"/>
                <a:gd name="connsiteX10" fmla="*/ 18720 w 30772"/>
                <a:gd name="connsiteY10" fmla="*/ 3847 h 51287"/>
                <a:gd name="connsiteX11" fmla="*/ 18720 w 30772"/>
                <a:gd name="connsiteY11" fmla="*/ 8463 h 51287"/>
                <a:gd name="connsiteX12" fmla="*/ 26926 w 30772"/>
                <a:gd name="connsiteY12" fmla="*/ 10001 h 51287"/>
                <a:gd name="connsiteX13" fmla="*/ 25387 w 30772"/>
                <a:gd name="connsiteY13" fmla="*/ 16156 h 51287"/>
                <a:gd name="connsiteX14" fmla="*/ 17694 w 30772"/>
                <a:gd name="connsiteY14" fmla="*/ 14104 h 51287"/>
                <a:gd name="connsiteX15" fmla="*/ 13078 w 30772"/>
                <a:gd name="connsiteY15" fmla="*/ 17181 h 51287"/>
                <a:gd name="connsiteX16" fmla="*/ 19746 w 30772"/>
                <a:gd name="connsiteY16" fmla="*/ 21797 h 51287"/>
                <a:gd name="connsiteX17" fmla="*/ 28977 w 30772"/>
                <a:gd name="connsiteY17" fmla="*/ 32055 h 51287"/>
                <a:gd name="connsiteX18" fmla="*/ 19233 w 30772"/>
                <a:gd name="connsiteY18" fmla="*/ 42312 h 51287"/>
                <a:gd name="connsiteX19" fmla="*/ 19233 w 30772"/>
                <a:gd name="connsiteY19" fmla="*/ 47954 h 51287"/>
                <a:gd name="connsiteX20" fmla="*/ 13078 w 30772"/>
                <a:gd name="connsiteY20" fmla="*/ 47954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772" h="51287">
                  <a:moveTo>
                    <a:pt x="13078" y="47954"/>
                  </a:moveTo>
                  <a:lnTo>
                    <a:pt x="13078" y="42825"/>
                  </a:lnTo>
                  <a:cubicBezTo>
                    <a:pt x="9488" y="42825"/>
                    <a:pt x="5898" y="41799"/>
                    <a:pt x="3847" y="40260"/>
                  </a:cubicBezTo>
                  <a:lnTo>
                    <a:pt x="5385" y="34106"/>
                  </a:lnTo>
                  <a:cubicBezTo>
                    <a:pt x="7437" y="35645"/>
                    <a:pt x="11027" y="36670"/>
                    <a:pt x="14617" y="36670"/>
                  </a:cubicBezTo>
                  <a:cubicBezTo>
                    <a:pt x="17694" y="36670"/>
                    <a:pt x="19746" y="35132"/>
                    <a:pt x="19746" y="33080"/>
                  </a:cubicBezTo>
                  <a:cubicBezTo>
                    <a:pt x="19746" y="31029"/>
                    <a:pt x="18207" y="29490"/>
                    <a:pt x="14104" y="28464"/>
                  </a:cubicBezTo>
                  <a:cubicBezTo>
                    <a:pt x="8462" y="26413"/>
                    <a:pt x="4359" y="23849"/>
                    <a:pt x="4359" y="18720"/>
                  </a:cubicBezTo>
                  <a:cubicBezTo>
                    <a:pt x="4359" y="14104"/>
                    <a:pt x="7950" y="10001"/>
                    <a:pt x="13591" y="8975"/>
                  </a:cubicBezTo>
                  <a:lnTo>
                    <a:pt x="13591" y="3847"/>
                  </a:lnTo>
                  <a:lnTo>
                    <a:pt x="18720" y="3847"/>
                  </a:lnTo>
                  <a:lnTo>
                    <a:pt x="18720" y="8463"/>
                  </a:lnTo>
                  <a:cubicBezTo>
                    <a:pt x="22310" y="8463"/>
                    <a:pt x="24874" y="9488"/>
                    <a:pt x="26926" y="10001"/>
                  </a:cubicBezTo>
                  <a:lnTo>
                    <a:pt x="25387" y="16156"/>
                  </a:lnTo>
                  <a:cubicBezTo>
                    <a:pt x="23849" y="15643"/>
                    <a:pt x="21284" y="14104"/>
                    <a:pt x="17694" y="14104"/>
                  </a:cubicBezTo>
                  <a:cubicBezTo>
                    <a:pt x="14104" y="14104"/>
                    <a:pt x="13078" y="15643"/>
                    <a:pt x="13078" y="17181"/>
                  </a:cubicBezTo>
                  <a:cubicBezTo>
                    <a:pt x="13078" y="18720"/>
                    <a:pt x="15130" y="20259"/>
                    <a:pt x="19746" y="21797"/>
                  </a:cubicBezTo>
                  <a:cubicBezTo>
                    <a:pt x="26413" y="23849"/>
                    <a:pt x="28977" y="26926"/>
                    <a:pt x="28977" y="32055"/>
                  </a:cubicBezTo>
                  <a:cubicBezTo>
                    <a:pt x="28977" y="36670"/>
                    <a:pt x="25387" y="41286"/>
                    <a:pt x="19233" y="42312"/>
                  </a:cubicBezTo>
                  <a:lnTo>
                    <a:pt x="19233" y="47954"/>
                  </a:lnTo>
                  <a:lnTo>
                    <a:pt x="13078" y="47954"/>
                  </a:ln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2639"/>
            <p:cNvSpPr/>
            <p:nvPr/>
          </p:nvSpPr>
          <p:spPr>
            <a:xfrm>
              <a:off x="3253859" y="5608635"/>
              <a:ext cx="123089" cy="82060"/>
            </a:xfrm>
            <a:custGeom>
              <a:avLst/>
              <a:gdLst>
                <a:gd name="connsiteX0" fmla="*/ 71546 w 123089"/>
                <a:gd name="connsiteY0" fmla="*/ 82316 h 82059"/>
                <a:gd name="connsiteX1" fmla="*/ 52569 w 123089"/>
                <a:gd name="connsiteY1" fmla="*/ 82316 h 82059"/>
                <a:gd name="connsiteX2" fmla="*/ 3847 w 123089"/>
                <a:gd name="connsiteY2" fmla="*/ 33593 h 82059"/>
                <a:gd name="connsiteX3" fmla="*/ 3847 w 123089"/>
                <a:gd name="connsiteY3" fmla="*/ 7949 h 82059"/>
                <a:gd name="connsiteX4" fmla="*/ 7950 w 123089"/>
                <a:gd name="connsiteY4" fmla="*/ 3847 h 82059"/>
                <a:gd name="connsiteX5" fmla="*/ 12052 w 123089"/>
                <a:gd name="connsiteY5" fmla="*/ 7949 h 82059"/>
                <a:gd name="connsiteX6" fmla="*/ 12052 w 123089"/>
                <a:gd name="connsiteY6" fmla="*/ 33593 h 82059"/>
                <a:gd name="connsiteX7" fmla="*/ 52569 w 123089"/>
                <a:gd name="connsiteY7" fmla="*/ 74110 h 82059"/>
                <a:gd name="connsiteX8" fmla="*/ 71546 w 123089"/>
                <a:gd name="connsiteY8" fmla="*/ 74110 h 82059"/>
                <a:gd name="connsiteX9" fmla="*/ 112063 w 123089"/>
                <a:gd name="connsiteY9" fmla="*/ 33593 h 82059"/>
                <a:gd name="connsiteX10" fmla="*/ 112063 w 123089"/>
                <a:gd name="connsiteY10" fmla="*/ 7949 h 82059"/>
                <a:gd name="connsiteX11" fmla="*/ 116166 w 123089"/>
                <a:gd name="connsiteY11" fmla="*/ 3847 h 82059"/>
                <a:gd name="connsiteX12" fmla="*/ 120268 w 123089"/>
                <a:gd name="connsiteY12" fmla="*/ 7949 h 82059"/>
                <a:gd name="connsiteX13" fmla="*/ 120268 w 123089"/>
                <a:gd name="connsiteY13" fmla="*/ 33593 h 82059"/>
                <a:gd name="connsiteX14" fmla="*/ 71546 w 123089"/>
                <a:gd name="connsiteY14" fmla="*/ 82316 h 82059"/>
                <a:gd name="connsiteX15" fmla="*/ 71546 w 123089"/>
                <a:gd name="connsiteY15" fmla="*/ 8231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089" h="82059">
                  <a:moveTo>
                    <a:pt x="71546" y="82316"/>
                  </a:moveTo>
                  <a:lnTo>
                    <a:pt x="52569" y="82316"/>
                  </a:lnTo>
                  <a:cubicBezTo>
                    <a:pt x="25900" y="82316"/>
                    <a:pt x="3847" y="60775"/>
                    <a:pt x="3847" y="33593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33593"/>
                  </a:lnTo>
                  <a:cubicBezTo>
                    <a:pt x="12052" y="56160"/>
                    <a:pt x="30003" y="74110"/>
                    <a:pt x="52569" y="74110"/>
                  </a:cubicBezTo>
                  <a:lnTo>
                    <a:pt x="71546" y="74110"/>
                  </a:lnTo>
                  <a:cubicBezTo>
                    <a:pt x="94112" y="74110"/>
                    <a:pt x="112063" y="56160"/>
                    <a:pt x="112063" y="33593"/>
                  </a:cubicBezTo>
                  <a:lnTo>
                    <a:pt x="112063" y="7949"/>
                  </a:lnTo>
                  <a:cubicBezTo>
                    <a:pt x="112063" y="5898"/>
                    <a:pt x="114114" y="3847"/>
                    <a:pt x="116166" y="3847"/>
                  </a:cubicBezTo>
                  <a:cubicBezTo>
                    <a:pt x="118217" y="3847"/>
                    <a:pt x="120268" y="5898"/>
                    <a:pt x="120268" y="7949"/>
                  </a:cubicBezTo>
                  <a:lnTo>
                    <a:pt x="120268" y="33593"/>
                  </a:lnTo>
                  <a:cubicBezTo>
                    <a:pt x="120268" y="60262"/>
                    <a:pt x="98215" y="82316"/>
                    <a:pt x="71546" y="82316"/>
                  </a:cubicBezTo>
                  <a:lnTo>
                    <a:pt x="71546" y="8231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2640"/>
            <p:cNvSpPr/>
            <p:nvPr/>
          </p:nvSpPr>
          <p:spPr>
            <a:xfrm>
              <a:off x="4506805" y="5634278"/>
              <a:ext cx="353882" cy="353882"/>
            </a:xfrm>
            <a:custGeom>
              <a:avLst/>
              <a:gdLst>
                <a:gd name="connsiteX0" fmla="*/ 354651 w 353881"/>
                <a:gd name="connsiteY0" fmla="*/ 179249 h 353881"/>
                <a:gd name="connsiteX1" fmla="*/ 179249 w 353881"/>
                <a:gd name="connsiteY1" fmla="*/ 354651 h 353881"/>
                <a:gd name="connsiteX2" fmla="*/ 3847 w 353881"/>
                <a:gd name="connsiteY2" fmla="*/ 179249 h 353881"/>
                <a:gd name="connsiteX3" fmla="*/ 179249 w 353881"/>
                <a:gd name="connsiteY3" fmla="*/ 3847 h 353881"/>
                <a:gd name="connsiteX4" fmla="*/ 354651 w 353881"/>
                <a:gd name="connsiteY4" fmla="*/ 179249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353881">
                  <a:moveTo>
                    <a:pt x="354651" y="179249"/>
                  </a:moveTo>
                  <a:cubicBezTo>
                    <a:pt x="354651" y="276182"/>
                    <a:pt x="276182" y="354651"/>
                    <a:pt x="179249" y="354651"/>
                  </a:cubicBezTo>
                  <a:cubicBezTo>
                    <a:pt x="82316" y="354651"/>
                    <a:pt x="3847" y="276182"/>
                    <a:pt x="3847" y="179249"/>
                  </a:cubicBezTo>
                  <a:cubicBezTo>
                    <a:pt x="3847" y="82316"/>
                    <a:pt x="82316" y="3847"/>
                    <a:pt x="179249" y="3847"/>
                  </a:cubicBezTo>
                  <a:cubicBezTo>
                    <a:pt x="276182" y="3847"/>
                    <a:pt x="354651" y="82316"/>
                    <a:pt x="354651" y="1792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2641"/>
            <p:cNvSpPr/>
            <p:nvPr/>
          </p:nvSpPr>
          <p:spPr>
            <a:xfrm>
              <a:off x="4682207" y="5634278"/>
              <a:ext cx="179505" cy="353882"/>
            </a:xfrm>
            <a:custGeom>
              <a:avLst/>
              <a:gdLst>
                <a:gd name="connsiteX0" fmla="*/ 3847 w 179505"/>
                <a:gd name="connsiteY0" fmla="*/ 3847 h 353881"/>
                <a:gd name="connsiteX1" fmla="*/ 179249 w 179505"/>
                <a:gd name="connsiteY1" fmla="*/ 179249 h 353881"/>
                <a:gd name="connsiteX2" fmla="*/ 3847 w 179505"/>
                <a:gd name="connsiteY2" fmla="*/ 354651 h 35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9505" h="353881">
                  <a:moveTo>
                    <a:pt x="3847" y="3847"/>
                  </a:moveTo>
                  <a:cubicBezTo>
                    <a:pt x="100779" y="3847"/>
                    <a:pt x="179249" y="82316"/>
                    <a:pt x="179249" y="179249"/>
                  </a:cubicBezTo>
                  <a:cubicBezTo>
                    <a:pt x="179249" y="276182"/>
                    <a:pt x="100779" y="354651"/>
                    <a:pt x="3847" y="354651"/>
                  </a:cubicBezTo>
                </a:path>
              </a:pathLst>
            </a:custGeom>
            <a:solidFill>
              <a:srgbClr val="1695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2642"/>
            <p:cNvSpPr/>
            <p:nvPr/>
          </p:nvSpPr>
          <p:spPr>
            <a:xfrm>
              <a:off x="4545783" y="5673257"/>
              <a:ext cx="276951" cy="276951"/>
            </a:xfrm>
            <a:custGeom>
              <a:avLst/>
              <a:gdLst>
                <a:gd name="connsiteX0" fmla="*/ 276695 w 276950"/>
                <a:gd name="connsiteY0" fmla="*/ 140271 h 276950"/>
                <a:gd name="connsiteX1" fmla="*/ 140271 w 276950"/>
                <a:gd name="connsiteY1" fmla="*/ 276694 h 276950"/>
                <a:gd name="connsiteX2" fmla="*/ 3847 w 276950"/>
                <a:gd name="connsiteY2" fmla="*/ 140271 h 276950"/>
                <a:gd name="connsiteX3" fmla="*/ 140271 w 276950"/>
                <a:gd name="connsiteY3" fmla="*/ 3847 h 276950"/>
                <a:gd name="connsiteX4" fmla="*/ 276695 w 276950"/>
                <a:gd name="connsiteY4" fmla="*/ 140271 h 27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50" h="276950">
                  <a:moveTo>
                    <a:pt x="276695" y="140271"/>
                  </a:moveTo>
                  <a:cubicBezTo>
                    <a:pt x="276695" y="215663"/>
                    <a:pt x="215663" y="276694"/>
                    <a:pt x="140271" y="276694"/>
                  </a:cubicBezTo>
                  <a:cubicBezTo>
                    <a:pt x="64878" y="276694"/>
                    <a:pt x="3847" y="215663"/>
                    <a:pt x="3847" y="140271"/>
                  </a:cubicBezTo>
                  <a:cubicBezTo>
                    <a:pt x="3847" y="64878"/>
                    <a:pt x="64878" y="3847"/>
                    <a:pt x="140271" y="3847"/>
                  </a:cubicBezTo>
                  <a:cubicBezTo>
                    <a:pt x="215663" y="3847"/>
                    <a:pt x="276695" y="64878"/>
                    <a:pt x="276695" y="1402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2643"/>
            <p:cNvSpPr/>
            <p:nvPr/>
          </p:nvSpPr>
          <p:spPr>
            <a:xfrm>
              <a:off x="4546296" y="5673257"/>
              <a:ext cx="225664" cy="261565"/>
            </a:xfrm>
            <a:custGeom>
              <a:avLst/>
              <a:gdLst>
                <a:gd name="connsiteX0" fmla="*/ 18207 w 225663"/>
                <a:gd name="connsiteY0" fmla="*/ 150015 h 261564"/>
                <a:gd name="connsiteX1" fmla="*/ 154631 w 225663"/>
                <a:gd name="connsiteY1" fmla="*/ 13591 h 261564"/>
                <a:gd name="connsiteX2" fmla="*/ 222843 w 225663"/>
                <a:gd name="connsiteY2" fmla="*/ 32055 h 261564"/>
                <a:gd name="connsiteX3" fmla="*/ 140271 w 225663"/>
                <a:gd name="connsiteY3" fmla="*/ 3847 h 261564"/>
                <a:gd name="connsiteX4" fmla="*/ 3847 w 225663"/>
                <a:gd name="connsiteY4" fmla="*/ 140271 h 261564"/>
                <a:gd name="connsiteX5" fmla="*/ 72059 w 225663"/>
                <a:gd name="connsiteY5" fmla="*/ 258231 h 261564"/>
                <a:gd name="connsiteX6" fmla="*/ 18207 w 225663"/>
                <a:gd name="connsiteY6" fmla="*/ 150015 h 26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663" h="261564">
                  <a:moveTo>
                    <a:pt x="18207" y="150015"/>
                  </a:moveTo>
                  <a:cubicBezTo>
                    <a:pt x="18207" y="74623"/>
                    <a:pt x="79239" y="13591"/>
                    <a:pt x="154631" y="13591"/>
                  </a:cubicBezTo>
                  <a:cubicBezTo>
                    <a:pt x="179249" y="13591"/>
                    <a:pt x="202841" y="20258"/>
                    <a:pt x="222843" y="32055"/>
                  </a:cubicBezTo>
                  <a:cubicBezTo>
                    <a:pt x="199764" y="14617"/>
                    <a:pt x="171043" y="3847"/>
                    <a:pt x="140271" y="3847"/>
                  </a:cubicBezTo>
                  <a:cubicBezTo>
                    <a:pt x="64878" y="3847"/>
                    <a:pt x="3847" y="64878"/>
                    <a:pt x="3847" y="140271"/>
                  </a:cubicBezTo>
                  <a:cubicBezTo>
                    <a:pt x="3847" y="190532"/>
                    <a:pt x="31542" y="234639"/>
                    <a:pt x="72059" y="258231"/>
                  </a:cubicBezTo>
                  <a:cubicBezTo>
                    <a:pt x="39235" y="233100"/>
                    <a:pt x="18207" y="194122"/>
                    <a:pt x="18207" y="150015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2644"/>
            <p:cNvSpPr/>
            <p:nvPr/>
          </p:nvSpPr>
          <p:spPr>
            <a:xfrm>
              <a:off x="4658615" y="5785558"/>
              <a:ext cx="51287" cy="51287"/>
            </a:xfrm>
            <a:custGeom>
              <a:avLst/>
              <a:gdLst>
                <a:gd name="connsiteX0" fmla="*/ 52057 w 51287"/>
                <a:gd name="connsiteY0" fmla="*/ 27969 h 51287"/>
                <a:gd name="connsiteX1" fmla="*/ 27952 w 51287"/>
                <a:gd name="connsiteY1" fmla="*/ 52074 h 51287"/>
                <a:gd name="connsiteX2" fmla="*/ 3847 w 51287"/>
                <a:gd name="connsiteY2" fmla="*/ 27969 h 51287"/>
                <a:gd name="connsiteX3" fmla="*/ 27952 w 51287"/>
                <a:gd name="connsiteY3" fmla="*/ 3864 h 51287"/>
                <a:gd name="connsiteX4" fmla="*/ 52057 w 51287"/>
                <a:gd name="connsiteY4" fmla="*/ 27969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87" h="51287">
                  <a:moveTo>
                    <a:pt x="52057" y="27969"/>
                  </a:moveTo>
                  <a:cubicBezTo>
                    <a:pt x="52057" y="41304"/>
                    <a:pt x="41286" y="52074"/>
                    <a:pt x="27952" y="52074"/>
                  </a:cubicBezTo>
                  <a:cubicBezTo>
                    <a:pt x="14617" y="52074"/>
                    <a:pt x="3847" y="41304"/>
                    <a:pt x="3847" y="27969"/>
                  </a:cubicBezTo>
                  <a:cubicBezTo>
                    <a:pt x="3847" y="14634"/>
                    <a:pt x="14617" y="3864"/>
                    <a:pt x="27952" y="3864"/>
                  </a:cubicBezTo>
                  <a:cubicBezTo>
                    <a:pt x="40773" y="3351"/>
                    <a:pt x="52057" y="14122"/>
                    <a:pt x="52057" y="27969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2645"/>
            <p:cNvSpPr/>
            <p:nvPr/>
          </p:nvSpPr>
          <p:spPr>
            <a:xfrm>
              <a:off x="4738286" y="57006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4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4" y="4696"/>
                  </a:lnTo>
                  <a:cubicBezTo>
                    <a:pt x="8287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2646"/>
            <p:cNvSpPr/>
            <p:nvPr/>
          </p:nvSpPr>
          <p:spPr>
            <a:xfrm>
              <a:off x="4618787" y="5907815"/>
              <a:ext cx="10257" cy="15386"/>
            </a:xfrm>
            <a:custGeom>
              <a:avLst/>
              <a:gdLst>
                <a:gd name="connsiteX0" fmla="*/ 5722 w 10257"/>
                <a:gd name="connsiteY0" fmla="*/ 14441 h 15386"/>
                <a:gd name="connsiteX1" fmla="*/ 4696 w 10257"/>
                <a:gd name="connsiteY1" fmla="*/ 13928 h 15386"/>
                <a:gd name="connsiteX2" fmla="*/ 4183 w 10257"/>
                <a:gd name="connsiteY2" fmla="*/ 11364 h 15386"/>
                <a:gd name="connsiteX3" fmla="*/ 7773 w 10257"/>
                <a:gd name="connsiteY3" fmla="*/ 4696 h 15386"/>
                <a:gd name="connsiteX4" fmla="*/ 10338 w 10257"/>
                <a:gd name="connsiteY4" fmla="*/ 4183 h 15386"/>
                <a:gd name="connsiteX5" fmla="*/ 10851 w 10257"/>
                <a:gd name="connsiteY5" fmla="*/ 6748 h 15386"/>
                <a:gd name="connsiteX6" fmla="*/ 7261 w 10257"/>
                <a:gd name="connsiteY6" fmla="*/ 13415 h 15386"/>
                <a:gd name="connsiteX7" fmla="*/ 5722 w 10257"/>
                <a:gd name="connsiteY7" fmla="*/ 14441 h 15386"/>
                <a:gd name="connsiteX8" fmla="*/ 5722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5722" y="14441"/>
                  </a:moveTo>
                  <a:cubicBezTo>
                    <a:pt x="5209" y="14441"/>
                    <a:pt x="5209" y="14441"/>
                    <a:pt x="4696" y="13928"/>
                  </a:cubicBezTo>
                  <a:cubicBezTo>
                    <a:pt x="3671" y="13415"/>
                    <a:pt x="3671" y="12389"/>
                    <a:pt x="4183" y="11364"/>
                  </a:cubicBezTo>
                  <a:lnTo>
                    <a:pt x="7773" y="4696"/>
                  </a:lnTo>
                  <a:cubicBezTo>
                    <a:pt x="8286" y="3671"/>
                    <a:pt x="9312" y="3671"/>
                    <a:pt x="10338" y="4183"/>
                  </a:cubicBezTo>
                  <a:cubicBezTo>
                    <a:pt x="11364" y="4696"/>
                    <a:pt x="11364" y="5722"/>
                    <a:pt x="10851" y="6748"/>
                  </a:cubicBezTo>
                  <a:lnTo>
                    <a:pt x="7261" y="13415"/>
                  </a:lnTo>
                  <a:cubicBezTo>
                    <a:pt x="7261" y="13928"/>
                    <a:pt x="6235" y="14441"/>
                    <a:pt x="5722" y="14441"/>
                  </a:cubicBezTo>
                  <a:lnTo>
                    <a:pt x="5722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2647"/>
            <p:cNvSpPr/>
            <p:nvPr/>
          </p:nvSpPr>
          <p:spPr>
            <a:xfrm>
              <a:off x="4780855" y="5865760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7" y="11364"/>
                    <a:pt x="11877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0851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2648"/>
            <p:cNvSpPr/>
            <p:nvPr/>
          </p:nvSpPr>
          <p:spPr>
            <a:xfrm>
              <a:off x="4573655" y="5745748"/>
              <a:ext cx="15386" cy="10257"/>
            </a:xfrm>
            <a:custGeom>
              <a:avLst/>
              <a:gdLst>
                <a:gd name="connsiteX0" fmla="*/ 12389 w 15386"/>
                <a:gd name="connsiteY0" fmla="*/ 11364 h 10257"/>
                <a:gd name="connsiteX1" fmla="*/ 11364 w 15386"/>
                <a:gd name="connsiteY1" fmla="*/ 10851 h 10257"/>
                <a:gd name="connsiteX2" fmla="*/ 4696 w 15386"/>
                <a:gd name="connsiteY2" fmla="*/ 7261 h 10257"/>
                <a:gd name="connsiteX3" fmla="*/ 4183 w 15386"/>
                <a:gd name="connsiteY3" fmla="*/ 4696 h 10257"/>
                <a:gd name="connsiteX4" fmla="*/ 6748 w 15386"/>
                <a:gd name="connsiteY4" fmla="*/ 4183 h 10257"/>
                <a:gd name="connsiteX5" fmla="*/ 13415 w 15386"/>
                <a:gd name="connsiteY5" fmla="*/ 7773 h 10257"/>
                <a:gd name="connsiteX6" fmla="*/ 13928 w 15386"/>
                <a:gd name="connsiteY6" fmla="*/ 10338 h 10257"/>
                <a:gd name="connsiteX7" fmla="*/ 12389 w 15386"/>
                <a:gd name="connsiteY7" fmla="*/ 11364 h 10257"/>
                <a:gd name="connsiteX8" fmla="*/ 12389 w 15386"/>
                <a:gd name="connsiteY8" fmla="*/ 11364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12389" y="11364"/>
                  </a:moveTo>
                  <a:cubicBezTo>
                    <a:pt x="11876" y="11364"/>
                    <a:pt x="11876" y="11364"/>
                    <a:pt x="11364" y="10851"/>
                  </a:cubicBezTo>
                  <a:lnTo>
                    <a:pt x="4696" y="7261"/>
                  </a:lnTo>
                  <a:cubicBezTo>
                    <a:pt x="3671" y="6748"/>
                    <a:pt x="3671" y="5722"/>
                    <a:pt x="4183" y="4696"/>
                  </a:cubicBezTo>
                  <a:cubicBezTo>
                    <a:pt x="4696" y="3671"/>
                    <a:pt x="5722" y="3671"/>
                    <a:pt x="6748" y="4183"/>
                  </a:cubicBezTo>
                  <a:lnTo>
                    <a:pt x="13415" y="7773"/>
                  </a:lnTo>
                  <a:cubicBezTo>
                    <a:pt x="14441" y="8286"/>
                    <a:pt x="14441" y="9312"/>
                    <a:pt x="13928" y="10338"/>
                  </a:cubicBezTo>
                  <a:cubicBezTo>
                    <a:pt x="13415" y="11364"/>
                    <a:pt x="12902" y="11364"/>
                    <a:pt x="12389" y="11364"/>
                  </a:cubicBezTo>
                  <a:lnTo>
                    <a:pt x="12389" y="11364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2649"/>
            <p:cNvSpPr/>
            <p:nvPr/>
          </p:nvSpPr>
          <p:spPr>
            <a:xfrm>
              <a:off x="4618912" y="5700739"/>
              <a:ext cx="10257" cy="15386"/>
            </a:xfrm>
            <a:custGeom>
              <a:avLst/>
              <a:gdLst>
                <a:gd name="connsiteX0" fmla="*/ 9188 w 10257"/>
                <a:gd name="connsiteY0" fmla="*/ 14316 h 15386"/>
                <a:gd name="connsiteX1" fmla="*/ 7649 w 10257"/>
                <a:gd name="connsiteY1" fmla="*/ 13291 h 15386"/>
                <a:gd name="connsiteX2" fmla="*/ 4059 w 10257"/>
                <a:gd name="connsiteY2" fmla="*/ 6623 h 15386"/>
                <a:gd name="connsiteX3" fmla="*/ 4572 w 10257"/>
                <a:gd name="connsiteY3" fmla="*/ 4059 h 15386"/>
                <a:gd name="connsiteX4" fmla="*/ 7136 w 10257"/>
                <a:gd name="connsiteY4" fmla="*/ 4572 h 15386"/>
                <a:gd name="connsiteX5" fmla="*/ 10726 w 10257"/>
                <a:gd name="connsiteY5" fmla="*/ 11239 h 15386"/>
                <a:gd name="connsiteX6" fmla="*/ 10213 w 10257"/>
                <a:gd name="connsiteY6" fmla="*/ 13804 h 15386"/>
                <a:gd name="connsiteX7" fmla="*/ 9188 w 10257"/>
                <a:gd name="connsiteY7" fmla="*/ 14316 h 15386"/>
                <a:gd name="connsiteX8" fmla="*/ 9188 w 10257"/>
                <a:gd name="connsiteY8" fmla="*/ 1431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316"/>
                  </a:moveTo>
                  <a:cubicBezTo>
                    <a:pt x="8675" y="14316"/>
                    <a:pt x="7649" y="13804"/>
                    <a:pt x="7649" y="13291"/>
                  </a:cubicBezTo>
                  <a:lnTo>
                    <a:pt x="4059" y="6623"/>
                  </a:lnTo>
                  <a:cubicBezTo>
                    <a:pt x="3546" y="5598"/>
                    <a:pt x="4059" y="4572"/>
                    <a:pt x="4572" y="4059"/>
                  </a:cubicBezTo>
                  <a:cubicBezTo>
                    <a:pt x="5598" y="3546"/>
                    <a:pt x="6623" y="4059"/>
                    <a:pt x="7136" y="4572"/>
                  </a:cubicBezTo>
                  <a:lnTo>
                    <a:pt x="10726" y="11239"/>
                  </a:lnTo>
                  <a:cubicBezTo>
                    <a:pt x="11239" y="12265"/>
                    <a:pt x="10726" y="13291"/>
                    <a:pt x="10213" y="13804"/>
                  </a:cubicBezTo>
                  <a:cubicBezTo>
                    <a:pt x="10213" y="14316"/>
                    <a:pt x="9701" y="14316"/>
                    <a:pt x="9188" y="14316"/>
                  </a:cubicBezTo>
                  <a:lnTo>
                    <a:pt x="9188" y="14316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2650"/>
            <p:cNvSpPr/>
            <p:nvPr/>
          </p:nvSpPr>
          <p:spPr>
            <a:xfrm>
              <a:off x="4738924" y="5907815"/>
              <a:ext cx="10257" cy="15386"/>
            </a:xfrm>
            <a:custGeom>
              <a:avLst/>
              <a:gdLst>
                <a:gd name="connsiteX0" fmla="*/ 9188 w 10257"/>
                <a:gd name="connsiteY0" fmla="*/ 14441 h 15386"/>
                <a:gd name="connsiteX1" fmla="*/ 7649 w 10257"/>
                <a:gd name="connsiteY1" fmla="*/ 13415 h 15386"/>
                <a:gd name="connsiteX2" fmla="*/ 4059 w 10257"/>
                <a:gd name="connsiteY2" fmla="*/ 6748 h 15386"/>
                <a:gd name="connsiteX3" fmla="*/ 4572 w 10257"/>
                <a:gd name="connsiteY3" fmla="*/ 4183 h 15386"/>
                <a:gd name="connsiteX4" fmla="*/ 7136 w 10257"/>
                <a:gd name="connsiteY4" fmla="*/ 4696 h 15386"/>
                <a:gd name="connsiteX5" fmla="*/ 10726 w 10257"/>
                <a:gd name="connsiteY5" fmla="*/ 11364 h 15386"/>
                <a:gd name="connsiteX6" fmla="*/ 10214 w 10257"/>
                <a:gd name="connsiteY6" fmla="*/ 13928 h 15386"/>
                <a:gd name="connsiteX7" fmla="*/ 9188 w 10257"/>
                <a:gd name="connsiteY7" fmla="*/ 14441 h 15386"/>
                <a:gd name="connsiteX8" fmla="*/ 9188 w 10257"/>
                <a:gd name="connsiteY8" fmla="*/ 14441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57" h="15386">
                  <a:moveTo>
                    <a:pt x="9188" y="14441"/>
                  </a:moveTo>
                  <a:cubicBezTo>
                    <a:pt x="8675" y="14441"/>
                    <a:pt x="7649" y="13928"/>
                    <a:pt x="7649" y="13415"/>
                  </a:cubicBezTo>
                  <a:lnTo>
                    <a:pt x="4059" y="6748"/>
                  </a:lnTo>
                  <a:cubicBezTo>
                    <a:pt x="3546" y="5722"/>
                    <a:pt x="4059" y="4696"/>
                    <a:pt x="4572" y="4183"/>
                  </a:cubicBezTo>
                  <a:cubicBezTo>
                    <a:pt x="5598" y="3671"/>
                    <a:pt x="6623" y="3671"/>
                    <a:pt x="7136" y="4696"/>
                  </a:cubicBezTo>
                  <a:lnTo>
                    <a:pt x="10726" y="11364"/>
                  </a:lnTo>
                  <a:cubicBezTo>
                    <a:pt x="11239" y="12389"/>
                    <a:pt x="10726" y="13415"/>
                    <a:pt x="10214" y="13928"/>
                  </a:cubicBezTo>
                  <a:cubicBezTo>
                    <a:pt x="9701" y="14441"/>
                    <a:pt x="9188" y="14441"/>
                    <a:pt x="9188" y="14441"/>
                  </a:cubicBezTo>
                  <a:lnTo>
                    <a:pt x="9188" y="1444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2651"/>
            <p:cNvSpPr/>
            <p:nvPr/>
          </p:nvSpPr>
          <p:spPr>
            <a:xfrm>
              <a:off x="4573779" y="5865884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1" y="10726"/>
                    <a:pt x="6111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2652"/>
            <p:cNvSpPr/>
            <p:nvPr/>
          </p:nvSpPr>
          <p:spPr>
            <a:xfrm>
              <a:off x="4780979" y="5745872"/>
              <a:ext cx="15386" cy="10257"/>
            </a:xfrm>
            <a:custGeom>
              <a:avLst/>
              <a:gdLst>
                <a:gd name="connsiteX0" fmla="*/ 5598 w 15386"/>
                <a:gd name="connsiteY0" fmla="*/ 11239 h 10257"/>
                <a:gd name="connsiteX1" fmla="*/ 4059 w 15386"/>
                <a:gd name="connsiteY1" fmla="*/ 10213 h 10257"/>
                <a:gd name="connsiteX2" fmla="*/ 4572 w 15386"/>
                <a:gd name="connsiteY2" fmla="*/ 7649 h 10257"/>
                <a:gd name="connsiteX3" fmla="*/ 11239 w 15386"/>
                <a:gd name="connsiteY3" fmla="*/ 4059 h 10257"/>
                <a:gd name="connsiteX4" fmla="*/ 13804 w 15386"/>
                <a:gd name="connsiteY4" fmla="*/ 4572 h 10257"/>
                <a:gd name="connsiteX5" fmla="*/ 13291 w 15386"/>
                <a:gd name="connsiteY5" fmla="*/ 7136 h 10257"/>
                <a:gd name="connsiteX6" fmla="*/ 6623 w 15386"/>
                <a:gd name="connsiteY6" fmla="*/ 10726 h 10257"/>
                <a:gd name="connsiteX7" fmla="*/ 5598 w 15386"/>
                <a:gd name="connsiteY7" fmla="*/ 11239 h 10257"/>
                <a:gd name="connsiteX8" fmla="*/ 5598 w 15386"/>
                <a:gd name="connsiteY8" fmla="*/ 112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6" h="10257">
                  <a:moveTo>
                    <a:pt x="5598" y="11239"/>
                  </a:moveTo>
                  <a:cubicBezTo>
                    <a:pt x="5085" y="11239"/>
                    <a:pt x="4059" y="10726"/>
                    <a:pt x="4059" y="10213"/>
                  </a:cubicBezTo>
                  <a:cubicBezTo>
                    <a:pt x="3546" y="9188"/>
                    <a:pt x="4059" y="8162"/>
                    <a:pt x="4572" y="7649"/>
                  </a:cubicBezTo>
                  <a:lnTo>
                    <a:pt x="11239" y="4059"/>
                  </a:lnTo>
                  <a:cubicBezTo>
                    <a:pt x="12265" y="3546"/>
                    <a:pt x="13291" y="4059"/>
                    <a:pt x="13804" y="4572"/>
                  </a:cubicBezTo>
                  <a:cubicBezTo>
                    <a:pt x="14316" y="5598"/>
                    <a:pt x="13804" y="6623"/>
                    <a:pt x="13291" y="7136"/>
                  </a:cubicBezTo>
                  <a:lnTo>
                    <a:pt x="6623" y="10726"/>
                  </a:lnTo>
                  <a:cubicBezTo>
                    <a:pt x="6110" y="11239"/>
                    <a:pt x="6110" y="11239"/>
                    <a:pt x="5598" y="11239"/>
                  </a:cubicBezTo>
                  <a:lnTo>
                    <a:pt x="5598" y="1123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2653"/>
            <p:cNvSpPr/>
            <p:nvPr/>
          </p:nvSpPr>
          <p:spPr>
            <a:xfrm>
              <a:off x="4556554" y="5807116"/>
              <a:ext cx="15386" cy="10257"/>
            </a:xfrm>
            <a:custGeom>
              <a:avLst/>
              <a:gdLst>
                <a:gd name="connsiteX0" fmla="*/ 13591 w 15386"/>
                <a:gd name="connsiteY0" fmla="*/ 7949 h 10257"/>
                <a:gd name="connsiteX1" fmla="*/ 13591 w 15386"/>
                <a:gd name="connsiteY1" fmla="*/ 7949 h 10257"/>
                <a:gd name="connsiteX2" fmla="*/ 5898 w 15386"/>
                <a:gd name="connsiteY2" fmla="*/ 7949 h 10257"/>
                <a:gd name="connsiteX3" fmla="*/ 3847 w 15386"/>
                <a:gd name="connsiteY3" fmla="*/ 5898 h 10257"/>
                <a:gd name="connsiteX4" fmla="*/ 5898 w 15386"/>
                <a:gd name="connsiteY4" fmla="*/ 3847 h 10257"/>
                <a:gd name="connsiteX5" fmla="*/ 5898 w 15386"/>
                <a:gd name="connsiteY5" fmla="*/ 3847 h 10257"/>
                <a:gd name="connsiteX6" fmla="*/ 13591 w 15386"/>
                <a:gd name="connsiteY6" fmla="*/ 3847 h 10257"/>
                <a:gd name="connsiteX7" fmla="*/ 15643 w 15386"/>
                <a:gd name="connsiteY7" fmla="*/ 5898 h 10257"/>
                <a:gd name="connsiteX8" fmla="*/ 13591 w 15386"/>
                <a:gd name="connsiteY8" fmla="*/ 7949 h 10257"/>
                <a:gd name="connsiteX9" fmla="*/ 13591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13591" y="7949"/>
                  </a:moveTo>
                  <a:lnTo>
                    <a:pt x="13591" y="7949"/>
                  </a:lnTo>
                  <a:lnTo>
                    <a:pt x="5898" y="7949"/>
                  </a:ln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13591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2654"/>
            <p:cNvSpPr/>
            <p:nvPr/>
          </p:nvSpPr>
          <p:spPr>
            <a:xfrm>
              <a:off x="4796065" y="5807116"/>
              <a:ext cx="15386" cy="10257"/>
            </a:xfrm>
            <a:custGeom>
              <a:avLst/>
              <a:gdLst>
                <a:gd name="connsiteX0" fmla="*/ 5898 w 15386"/>
                <a:gd name="connsiteY0" fmla="*/ 7949 h 10257"/>
                <a:gd name="connsiteX1" fmla="*/ 3847 w 15386"/>
                <a:gd name="connsiteY1" fmla="*/ 5898 h 10257"/>
                <a:gd name="connsiteX2" fmla="*/ 5898 w 15386"/>
                <a:gd name="connsiteY2" fmla="*/ 3847 h 10257"/>
                <a:gd name="connsiteX3" fmla="*/ 13591 w 15386"/>
                <a:gd name="connsiteY3" fmla="*/ 3847 h 10257"/>
                <a:gd name="connsiteX4" fmla="*/ 13591 w 15386"/>
                <a:gd name="connsiteY4" fmla="*/ 3847 h 10257"/>
                <a:gd name="connsiteX5" fmla="*/ 15643 w 15386"/>
                <a:gd name="connsiteY5" fmla="*/ 5898 h 10257"/>
                <a:gd name="connsiteX6" fmla="*/ 13591 w 15386"/>
                <a:gd name="connsiteY6" fmla="*/ 7949 h 10257"/>
                <a:gd name="connsiteX7" fmla="*/ 5898 w 15386"/>
                <a:gd name="connsiteY7" fmla="*/ 7949 h 10257"/>
                <a:gd name="connsiteX8" fmla="*/ 5898 w 15386"/>
                <a:gd name="connsiteY8" fmla="*/ 7949 h 10257"/>
                <a:gd name="connsiteX9" fmla="*/ 5898 w 15386"/>
                <a:gd name="connsiteY9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0257">
                  <a:moveTo>
                    <a:pt x="5898" y="7949"/>
                  </a:moveTo>
                  <a:cubicBezTo>
                    <a:pt x="4872" y="7949"/>
                    <a:pt x="3847" y="6924"/>
                    <a:pt x="3847" y="5898"/>
                  </a:cubicBezTo>
                  <a:cubicBezTo>
                    <a:pt x="3847" y="4872"/>
                    <a:pt x="4872" y="3847"/>
                    <a:pt x="5898" y="3847"/>
                  </a:cubicBezTo>
                  <a:lnTo>
                    <a:pt x="13591" y="3847"/>
                  </a:lnTo>
                  <a:lnTo>
                    <a:pt x="13591" y="3847"/>
                  </a:lnTo>
                  <a:cubicBezTo>
                    <a:pt x="14617" y="3847"/>
                    <a:pt x="15643" y="4872"/>
                    <a:pt x="15643" y="5898"/>
                  </a:cubicBezTo>
                  <a:cubicBezTo>
                    <a:pt x="15643" y="6924"/>
                    <a:pt x="14617" y="7949"/>
                    <a:pt x="13591" y="7949"/>
                  </a:cubicBezTo>
                  <a:lnTo>
                    <a:pt x="5898" y="7949"/>
                  </a:lnTo>
                  <a:lnTo>
                    <a:pt x="5898" y="7949"/>
                  </a:lnTo>
                  <a:lnTo>
                    <a:pt x="5898" y="794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2655"/>
            <p:cNvSpPr/>
            <p:nvPr/>
          </p:nvSpPr>
          <p:spPr>
            <a:xfrm>
              <a:off x="4680156" y="5923025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5898 w 10257"/>
                <a:gd name="connsiteY1" fmla="*/ 15643 h 15386"/>
                <a:gd name="connsiteX2" fmla="*/ 3847 w 10257"/>
                <a:gd name="connsiteY2" fmla="*/ 13591 h 15386"/>
                <a:gd name="connsiteX3" fmla="*/ 3847 w 10257"/>
                <a:gd name="connsiteY3" fmla="*/ 5898 h 15386"/>
                <a:gd name="connsiteX4" fmla="*/ 5898 w 10257"/>
                <a:gd name="connsiteY4" fmla="*/ 3847 h 15386"/>
                <a:gd name="connsiteX5" fmla="*/ 5898 w 10257"/>
                <a:gd name="connsiteY5" fmla="*/ 3847 h 15386"/>
                <a:gd name="connsiteX6" fmla="*/ 7949 w 10257"/>
                <a:gd name="connsiteY6" fmla="*/ 5898 h 15386"/>
                <a:gd name="connsiteX7" fmla="*/ 7949 w 10257"/>
                <a:gd name="connsiteY7" fmla="*/ 13591 h 15386"/>
                <a:gd name="connsiteX8" fmla="*/ 5898 w 10257"/>
                <a:gd name="connsiteY8" fmla="*/ 15643 h 15386"/>
                <a:gd name="connsiteX9" fmla="*/ 5898 w 10257"/>
                <a:gd name="connsiteY9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lnTo>
                    <a:pt x="5898" y="15643"/>
                  </a:ln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lnTo>
                    <a:pt x="5898" y="3847"/>
                  </a:ln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4617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2656"/>
            <p:cNvSpPr/>
            <p:nvPr/>
          </p:nvSpPr>
          <p:spPr>
            <a:xfrm>
              <a:off x="4680156" y="5683514"/>
              <a:ext cx="10257" cy="15386"/>
            </a:xfrm>
            <a:custGeom>
              <a:avLst/>
              <a:gdLst>
                <a:gd name="connsiteX0" fmla="*/ 5898 w 10257"/>
                <a:gd name="connsiteY0" fmla="*/ 15643 h 15386"/>
                <a:gd name="connsiteX1" fmla="*/ 3847 w 10257"/>
                <a:gd name="connsiteY1" fmla="*/ 13591 h 15386"/>
                <a:gd name="connsiteX2" fmla="*/ 3847 w 10257"/>
                <a:gd name="connsiteY2" fmla="*/ 5898 h 15386"/>
                <a:gd name="connsiteX3" fmla="*/ 5898 w 10257"/>
                <a:gd name="connsiteY3" fmla="*/ 3847 h 15386"/>
                <a:gd name="connsiteX4" fmla="*/ 7949 w 10257"/>
                <a:gd name="connsiteY4" fmla="*/ 5898 h 15386"/>
                <a:gd name="connsiteX5" fmla="*/ 7949 w 10257"/>
                <a:gd name="connsiteY5" fmla="*/ 13591 h 15386"/>
                <a:gd name="connsiteX6" fmla="*/ 5898 w 10257"/>
                <a:gd name="connsiteY6" fmla="*/ 15643 h 15386"/>
                <a:gd name="connsiteX7" fmla="*/ 5898 w 10257"/>
                <a:gd name="connsiteY7" fmla="*/ 15643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57" h="15386">
                  <a:moveTo>
                    <a:pt x="5898" y="15643"/>
                  </a:moveTo>
                  <a:cubicBezTo>
                    <a:pt x="4872" y="15643"/>
                    <a:pt x="3847" y="14617"/>
                    <a:pt x="3847" y="13591"/>
                  </a:cubicBezTo>
                  <a:lnTo>
                    <a:pt x="3847" y="5898"/>
                  </a:lnTo>
                  <a:cubicBezTo>
                    <a:pt x="3847" y="4872"/>
                    <a:pt x="4872" y="3847"/>
                    <a:pt x="5898" y="3847"/>
                  </a:cubicBezTo>
                  <a:cubicBezTo>
                    <a:pt x="6924" y="3847"/>
                    <a:pt x="7949" y="4872"/>
                    <a:pt x="7949" y="5898"/>
                  </a:cubicBezTo>
                  <a:lnTo>
                    <a:pt x="7949" y="13591"/>
                  </a:lnTo>
                  <a:cubicBezTo>
                    <a:pt x="7949" y="15130"/>
                    <a:pt x="6924" y="15643"/>
                    <a:pt x="5898" y="15643"/>
                  </a:cubicBezTo>
                  <a:lnTo>
                    <a:pt x="5898" y="1564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2657"/>
            <p:cNvSpPr/>
            <p:nvPr/>
          </p:nvSpPr>
          <p:spPr>
            <a:xfrm>
              <a:off x="4675540" y="5706080"/>
              <a:ext cx="20515" cy="112832"/>
            </a:xfrm>
            <a:custGeom>
              <a:avLst/>
              <a:gdLst>
                <a:gd name="connsiteX0" fmla="*/ 10514 w 20514"/>
                <a:gd name="connsiteY0" fmla="*/ 113601 h 112831"/>
                <a:gd name="connsiteX1" fmla="*/ 3847 w 20514"/>
                <a:gd name="connsiteY1" fmla="*/ 106934 h 112831"/>
                <a:gd name="connsiteX2" fmla="*/ 3847 w 20514"/>
                <a:gd name="connsiteY2" fmla="*/ 10514 h 112831"/>
                <a:gd name="connsiteX3" fmla="*/ 10514 w 20514"/>
                <a:gd name="connsiteY3" fmla="*/ 3847 h 112831"/>
                <a:gd name="connsiteX4" fmla="*/ 17181 w 20514"/>
                <a:gd name="connsiteY4" fmla="*/ 10514 h 112831"/>
                <a:gd name="connsiteX5" fmla="*/ 17181 w 20514"/>
                <a:gd name="connsiteY5" fmla="*/ 106934 h 112831"/>
                <a:gd name="connsiteX6" fmla="*/ 10514 w 20514"/>
                <a:gd name="connsiteY6" fmla="*/ 113601 h 112831"/>
                <a:gd name="connsiteX7" fmla="*/ 10514 w 20514"/>
                <a:gd name="connsiteY7" fmla="*/ 113601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514" h="112831">
                  <a:moveTo>
                    <a:pt x="10514" y="113601"/>
                  </a:moveTo>
                  <a:cubicBezTo>
                    <a:pt x="6924" y="113601"/>
                    <a:pt x="3847" y="110524"/>
                    <a:pt x="3847" y="106934"/>
                  </a:cubicBezTo>
                  <a:lnTo>
                    <a:pt x="3847" y="10514"/>
                  </a:lnTo>
                  <a:cubicBezTo>
                    <a:pt x="3847" y="6924"/>
                    <a:pt x="6924" y="3847"/>
                    <a:pt x="10514" y="3847"/>
                  </a:cubicBezTo>
                  <a:cubicBezTo>
                    <a:pt x="14104" y="3847"/>
                    <a:pt x="17181" y="6924"/>
                    <a:pt x="17181" y="10514"/>
                  </a:cubicBezTo>
                  <a:lnTo>
                    <a:pt x="17181" y="106934"/>
                  </a:lnTo>
                  <a:cubicBezTo>
                    <a:pt x="17181" y="111037"/>
                    <a:pt x="14104" y="113601"/>
                    <a:pt x="10514" y="113601"/>
                  </a:cubicBezTo>
                  <a:lnTo>
                    <a:pt x="10514" y="113601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2658"/>
            <p:cNvSpPr/>
            <p:nvPr/>
          </p:nvSpPr>
          <p:spPr>
            <a:xfrm>
              <a:off x="4633613" y="5804680"/>
              <a:ext cx="56416" cy="56416"/>
            </a:xfrm>
            <a:custGeom>
              <a:avLst/>
              <a:gdLst>
                <a:gd name="connsiteX0" fmla="*/ 10386 w 56415"/>
                <a:gd name="connsiteY0" fmla="*/ 57570 h 56415"/>
                <a:gd name="connsiteX1" fmla="*/ 5770 w 56415"/>
                <a:gd name="connsiteY1" fmla="*/ 55518 h 56415"/>
                <a:gd name="connsiteX2" fmla="*/ 5770 w 56415"/>
                <a:gd name="connsiteY2" fmla="*/ 46287 h 56415"/>
                <a:gd name="connsiteX3" fmla="*/ 46287 w 56415"/>
                <a:gd name="connsiteY3" fmla="*/ 5770 h 56415"/>
                <a:gd name="connsiteX4" fmla="*/ 55518 w 56415"/>
                <a:gd name="connsiteY4" fmla="*/ 5770 h 56415"/>
                <a:gd name="connsiteX5" fmla="*/ 55518 w 56415"/>
                <a:gd name="connsiteY5" fmla="*/ 15001 h 56415"/>
                <a:gd name="connsiteX6" fmla="*/ 15002 w 56415"/>
                <a:gd name="connsiteY6" fmla="*/ 55518 h 56415"/>
                <a:gd name="connsiteX7" fmla="*/ 10386 w 56415"/>
                <a:gd name="connsiteY7" fmla="*/ 57570 h 56415"/>
                <a:gd name="connsiteX8" fmla="*/ 10386 w 56415"/>
                <a:gd name="connsiteY8" fmla="*/ 57570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415" h="56415">
                  <a:moveTo>
                    <a:pt x="10386" y="57570"/>
                  </a:moveTo>
                  <a:cubicBezTo>
                    <a:pt x="8847" y="57570"/>
                    <a:pt x="7309" y="57057"/>
                    <a:pt x="5770" y="55518"/>
                  </a:cubicBezTo>
                  <a:cubicBezTo>
                    <a:pt x="3205" y="52954"/>
                    <a:pt x="3205" y="48851"/>
                    <a:pt x="5770" y="46287"/>
                  </a:cubicBezTo>
                  <a:lnTo>
                    <a:pt x="46287" y="5770"/>
                  </a:lnTo>
                  <a:cubicBezTo>
                    <a:pt x="48851" y="3205"/>
                    <a:pt x="52954" y="3205"/>
                    <a:pt x="55518" y="5770"/>
                  </a:cubicBezTo>
                  <a:cubicBezTo>
                    <a:pt x="58083" y="8334"/>
                    <a:pt x="58083" y="12437"/>
                    <a:pt x="55518" y="15001"/>
                  </a:cubicBezTo>
                  <a:lnTo>
                    <a:pt x="15002" y="55518"/>
                  </a:lnTo>
                  <a:cubicBezTo>
                    <a:pt x="13463" y="56544"/>
                    <a:pt x="11924" y="57570"/>
                    <a:pt x="10386" y="57570"/>
                  </a:cubicBezTo>
                  <a:lnTo>
                    <a:pt x="10386" y="57570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2659"/>
            <p:cNvSpPr/>
            <p:nvPr/>
          </p:nvSpPr>
          <p:spPr>
            <a:xfrm>
              <a:off x="4667847" y="5794781"/>
              <a:ext cx="35901" cy="35901"/>
            </a:xfrm>
            <a:custGeom>
              <a:avLst/>
              <a:gdLst>
                <a:gd name="connsiteX0" fmla="*/ 33593 w 35901"/>
                <a:gd name="connsiteY0" fmla="*/ 18746 h 35901"/>
                <a:gd name="connsiteX1" fmla="*/ 18720 w 35901"/>
                <a:gd name="connsiteY1" fmla="*/ 33619 h 35901"/>
                <a:gd name="connsiteX2" fmla="*/ 3847 w 35901"/>
                <a:gd name="connsiteY2" fmla="*/ 18746 h 35901"/>
                <a:gd name="connsiteX3" fmla="*/ 18720 w 35901"/>
                <a:gd name="connsiteY3" fmla="*/ 3872 h 35901"/>
                <a:gd name="connsiteX4" fmla="*/ 33593 w 35901"/>
                <a:gd name="connsiteY4" fmla="*/ 18746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01" h="35901">
                  <a:moveTo>
                    <a:pt x="33593" y="18746"/>
                  </a:moveTo>
                  <a:cubicBezTo>
                    <a:pt x="33593" y="26952"/>
                    <a:pt x="26926" y="33619"/>
                    <a:pt x="18720" y="33619"/>
                  </a:cubicBezTo>
                  <a:cubicBezTo>
                    <a:pt x="10514" y="33619"/>
                    <a:pt x="3847" y="26952"/>
                    <a:pt x="3847" y="18746"/>
                  </a:cubicBezTo>
                  <a:cubicBezTo>
                    <a:pt x="3847" y="10540"/>
                    <a:pt x="10514" y="3872"/>
                    <a:pt x="18720" y="3872"/>
                  </a:cubicBezTo>
                  <a:cubicBezTo>
                    <a:pt x="26413" y="3360"/>
                    <a:pt x="33593" y="10540"/>
                    <a:pt x="33593" y="187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2660"/>
            <p:cNvSpPr/>
            <p:nvPr/>
          </p:nvSpPr>
          <p:spPr>
            <a:xfrm>
              <a:off x="4675027" y="5801988"/>
              <a:ext cx="20515" cy="20515"/>
            </a:xfrm>
            <a:custGeom>
              <a:avLst/>
              <a:gdLst>
                <a:gd name="connsiteX0" fmla="*/ 18720 w 20514"/>
                <a:gd name="connsiteY0" fmla="*/ 11540 h 20514"/>
                <a:gd name="connsiteX1" fmla="*/ 11027 w 20514"/>
                <a:gd name="connsiteY1" fmla="*/ 19233 h 20514"/>
                <a:gd name="connsiteX2" fmla="*/ 3847 w 20514"/>
                <a:gd name="connsiteY2" fmla="*/ 11540 h 20514"/>
                <a:gd name="connsiteX3" fmla="*/ 11027 w 20514"/>
                <a:gd name="connsiteY3" fmla="*/ 3847 h 20514"/>
                <a:gd name="connsiteX4" fmla="*/ 18720 w 20514"/>
                <a:gd name="connsiteY4" fmla="*/ 11540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14" h="20514">
                  <a:moveTo>
                    <a:pt x="18720" y="11540"/>
                  </a:moveTo>
                  <a:cubicBezTo>
                    <a:pt x="18720" y="15643"/>
                    <a:pt x="15130" y="19233"/>
                    <a:pt x="11027" y="19233"/>
                  </a:cubicBezTo>
                  <a:cubicBezTo>
                    <a:pt x="6924" y="19233"/>
                    <a:pt x="3847" y="15643"/>
                    <a:pt x="3847" y="11540"/>
                  </a:cubicBezTo>
                  <a:cubicBezTo>
                    <a:pt x="3847" y="7437"/>
                    <a:pt x="7437" y="3847"/>
                    <a:pt x="11027" y="3847"/>
                  </a:cubicBezTo>
                  <a:cubicBezTo>
                    <a:pt x="15130" y="3847"/>
                    <a:pt x="18720" y="7437"/>
                    <a:pt x="18720" y="11540"/>
                  </a:cubicBez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2661"/>
            <p:cNvSpPr/>
            <p:nvPr/>
          </p:nvSpPr>
          <p:spPr>
            <a:xfrm>
              <a:off x="4678997" y="5780314"/>
              <a:ext cx="97446" cy="35901"/>
            </a:xfrm>
            <a:custGeom>
              <a:avLst/>
              <a:gdLst>
                <a:gd name="connsiteX0" fmla="*/ 7057 w 97445"/>
                <a:gd name="connsiteY0" fmla="*/ 36291 h 35901"/>
                <a:gd name="connsiteX1" fmla="*/ 3980 w 97445"/>
                <a:gd name="connsiteY1" fmla="*/ 33726 h 35901"/>
                <a:gd name="connsiteX2" fmla="*/ 6032 w 97445"/>
                <a:gd name="connsiteY2" fmla="*/ 29624 h 35901"/>
                <a:gd name="connsiteX3" fmla="*/ 90143 w 97445"/>
                <a:gd name="connsiteY3" fmla="*/ 3980 h 35901"/>
                <a:gd name="connsiteX4" fmla="*/ 94245 w 97445"/>
                <a:gd name="connsiteY4" fmla="*/ 6031 h 35901"/>
                <a:gd name="connsiteX5" fmla="*/ 92194 w 97445"/>
                <a:gd name="connsiteY5" fmla="*/ 10134 h 35901"/>
                <a:gd name="connsiteX6" fmla="*/ 8083 w 97445"/>
                <a:gd name="connsiteY6" fmla="*/ 35778 h 35901"/>
                <a:gd name="connsiteX7" fmla="*/ 7057 w 97445"/>
                <a:gd name="connsiteY7" fmla="*/ 36291 h 35901"/>
                <a:gd name="connsiteX8" fmla="*/ 7057 w 97445"/>
                <a:gd name="connsiteY8" fmla="*/ 36291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445" h="35901">
                  <a:moveTo>
                    <a:pt x="7057" y="36291"/>
                  </a:moveTo>
                  <a:cubicBezTo>
                    <a:pt x="5519" y="36291"/>
                    <a:pt x="4493" y="35265"/>
                    <a:pt x="3980" y="33726"/>
                  </a:cubicBezTo>
                  <a:cubicBezTo>
                    <a:pt x="3467" y="32188"/>
                    <a:pt x="4493" y="30136"/>
                    <a:pt x="6032" y="29624"/>
                  </a:cubicBezTo>
                  <a:lnTo>
                    <a:pt x="90143" y="3980"/>
                  </a:lnTo>
                  <a:cubicBezTo>
                    <a:pt x="91681" y="3467"/>
                    <a:pt x="93733" y="4493"/>
                    <a:pt x="94245" y="6031"/>
                  </a:cubicBezTo>
                  <a:cubicBezTo>
                    <a:pt x="94758" y="7570"/>
                    <a:pt x="93733" y="9622"/>
                    <a:pt x="92194" y="10134"/>
                  </a:cubicBezTo>
                  <a:lnTo>
                    <a:pt x="8083" y="35778"/>
                  </a:lnTo>
                  <a:cubicBezTo>
                    <a:pt x="8083" y="36291"/>
                    <a:pt x="7570" y="36291"/>
                    <a:pt x="7057" y="36291"/>
                  </a:cubicBezTo>
                  <a:lnTo>
                    <a:pt x="7057" y="36291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2662"/>
            <p:cNvSpPr/>
            <p:nvPr/>
          </p:nvSpPr>
          <p:spPr>
            <a:xfrm>
              <a:off x="3874619" y="5278530"/>
              <a:ext cx="538516" cy="492357"/>
            </a:xfrm>
            <a:custGeom>
              <a:avLst/>
              <a:gdLst>
                <a:gd name="connsiteX0" fmla="*/ 143676 w 538515"/>
                <a:gd name="connsiteY0" fmla="*/ 18022 h 492357"/>
                <a:gd name="connsiteX1" fmla="*/ 184705 w 538515"/>
                <a:gd name="connsiteY1" fmla="*/ 8278 h 492357"/>
                <a:gd name="connsiteX2" fmla="*/ 524227 w 538515"/>
                <a:gd name="connsiteY2" fmla="*/ 215478 h 492357"/>
                <a:gd name="connsiteX3" fmla="*/ 533971 w 538515"/>
                <a:gd name="connsiteY3" fmla="*/ 256508 h 492357"/>
                <a:gd name="connsiteX4" fmla="*/ 398573 w 538515"/>
                <a:gd name="connsiteY4" fmla="*/ 478581 h 492357"/>
                <a:gd name="connsiteX5" fmla="*/ 357543 w 538515"/>
                <a:gd name="connsiteY5" fmla="*/ 488326 h 492357"/>
                <a:gd name="connsiteX6" fmla="*/ 18022 w 538515"/>
                <a:gd name="connsiteY6" fmla="*/ 281126 h 492357"/>
                <a:gd name="connsiteX7" fmla="*/ 8278 w 538515"/>
                <a:gd name="connsiteY7" fmla="*/ 240096 h 492357"/>
                <a:gd name="connsiteX8" fmla="*/ 143676 w 538515"/>
                <a:gd name="connsiteY8" fmla="*/ 18022 h 492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8515" h="492357">
                  <a:moveTo>
                    <a:pt x="143676" y="18022"/>
                  </a:moveTo>
                  <a:cubicBezTo>
                    <a:pt x="152395" y="4175"/>
                    <a:pt x="170345" y="-441"/>
                    <a:pt x="184705" y="8278"/>
                  </a:cubicBezTo>
                  <a:lnTo>
                    <a:pt x="524227" y="215478"/>
                  </a:lnTo>
                  <a:cubicBezTo>
                    <a:pt x="538074" y="224197"/>
                    <a:pt x="542690" y="242147"/>
                    <a:pt x="533971" y="256508"/>
                  </a:cubicBezTo>
                  <a:lnTo>
                    <a:pt x="398573" y="478581"/>
                  </a:lnTo>
                  <a:cubicBezTo>
                    <a:pt x="389854" y="492429"/>
                    <a:pt x="371904" y="497045"/>
                    <a:pt x="357543" y="488326"/>
                  </a:cubicBezTo>
                  <a:lnTo>
                    <a:pt x="18022" y="281126"/>
                  </a:lnTo>
                  <a:cubicBezTo>
                    <a:pt x="4175" y="272407"/>
                    <a:pt x="-441" y="254456"/>
                    <a:pt x="8278" y="240096"/>
                  </a:cubicBezTo>
                  <a:lnTo>
                    <a:pt x="143676" y="18022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2663"/>
            <p:cNvSpPr/>
            <p:nvPr/>
          </p:nvSpPr>
          <p:spPr>
            <a:xfrm>
              <a:off x="3874770" y="5479904"/>
              <a:ext cx="394911" cy="292337"/>
            </a:xfrm>
            <a:custGeom>
              <a:avLst/>
              <a:gdLst>
                <a:gd name="connsiteX0" fmla="*/ 213275 w 394911"/>
                <a:gd name="connsiteY0" fmla="*/ 3847 h 292337"/>
                <a:gd name="connsiteX1" fmla="*/ 4536 w 394911"/>
                <a:gd name="connsiteY1" fmla="*/ 47954 h 292337"/>
                <a:gd name="connsiteX2" fmla="*/ 17871 w 394911"/>
                <a:gd name="connsiteY2" fmla="*/ 79752 h 292337"/>
                <a:gd name="connsiteX3" fmla="*/ 357392 w 394911"/>
                <a:gd name="connsiteY3" fmla="*/ 286952 h 292337"/>
                <a:gd name="connsiteX4" fmla="*/ 391755 w 394911"/>
                <a:gd name="connsiteY4" fmla="*/ 283875 h 292337"/>
                <a:gd name="connsiteX5" fmla="*/ 334826 w 394911"/>
                <a:gd name="connsiteY5" fmla="*/ 76162 h 292337"/>
                <a:gd name="connsiteX6" fmla="*/ 213275 w 394911"/>
                <a:gd name="connsiteY6" fmla="*/ 3847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92337">
                  <a:moveTo>
                    <a:pt x="213275" y="3847"/>
                  </a:moveTo>
                  <a:lnTo>
                    <a:pt x="4536" y="47954"/>
                  </a:lnTo>
                  <a:cubicBezTo>
                    <a:pt x="1972" y="60262"/>
                    <a:pt x="6588" y="73084"/>
                    <a:pt x="17871" y="79752"/>
                  </a:cubicBezTo>
                  <a:lnTo>
                    <a:pt x="357392" y="286952"/>
                  </a:lnTo>
                  <a:cubicBezTo>
                    <a:pt x="368163" y="293619"/>
                    <a:pt x="382010" y="292081"/>
                    <a:pt x="391755" y="283875"/>
                  </a:cubicBezTo>
                  <a:lnTo>
                    <a:pt x="334826" y="76162"/>
                  </a:lnTo>
                  <a:lnTo>
                    <a:pt x="213275" y="3847"/>
                  </a:ln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2664"/>
            <p:cNvSpPr/>
            <p:nvPr/>
          </p:nvSpPr>
          <p:spPr>
            <a:xfrm>
              <a:off x="3874503" y="5487597"/>
              <a:ext cx="394911" cy="287208"/>
            </a:xfrm>
            <a:custGeom>
              <a:avLst/>
              <a:gdLst>
                <a:gd name="connsiteX0" fmla="*/ 208927 w 394911"/>
                <a:gd name="connsiteY0" fmla="*/ 3847 h 287208"/>
                <a:gd name="connsiteX1" fmla="*/ 4291 w 394911"/>
                <a:gd name="connsiteY1" fmla="*/ 41286 h 287208"/>
                <a:gd name="connsiteX2" fmla="*/ 18138 w 394911"/>
                <a:gd name="connsiteY2" fmla="*/ 72059 h 287208"/>
                <a:gd name="connsiteX3" fmla="*/ 357660 w 394911"/>
                <a:gd name="connsiteY3" fmla="*/ 279259 h 287208"/>
                <a:gd name="connsiteX4" fmla="*/ 391509 w 394911"/>
                <a:gd name="connsiteY4" fmla="*/ 277208 h 287208"/>
                <a:gd name="connsiteX5" fmla="*/ 330477 w 394911"/>
                <a:gd name="connsiteY5" fmla="*/ 76162 h 287208"/>
                <a:gd name="connsiteX6" fmla="*/ 208927 w 394911"/>
                <a:gd name="connsiteY6" fmla="*/ 3847 h 287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911" h="287208">
                  <a:moveTo>
                    <a:pt x="208927" y="3847"/>
                  </a:moveTo>
                  <a:lnTo>
                    <a:pt x="4291" y="41286"/>
                  </a:lnTo>
                  <a:cubicBezTo>
                    <a:pt x="2239" y="53082"/>
                    <a:pt x="7368" y="65391"/>
                    <a:pt x="18138" y="72059"/>
                  </a:cubicBezTo>
                  <a:lnTo>
                    <a:pt x="357660" y="279259"/>
                  </a:lnTo>
                  <a:cubicBezTo>
                    <a:pt x="368430" y="285926"/>
                    <a:pt x="381765" y="284901"/>
                    <a:pt x="391509" y="277208"/>
                  </a:cubicBezTo>
                  <a:lnTo>
                    <a:pt x="330477" y="76162"/>
                  </a:lnTo>
                  <a:lnTo>
                    <a:pt x="208927" y="384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2665"/>
            <p:cNvSpPr/>
            <p:nvPr/>
          </p:nvSpPr>
          <p:spPr>
            <a:xfrm>
              <a:off x="4020602" y="5278687"/>
              <a:ext cx="394911" cy="317981"/>
            </a:xfrm>
            <a:custGeom>
              <a:avLst/>
              <a:gdLst>
                <a:gd name="connsiteX0" fmla="*/ 3847 w 394911"/>
                <a:gd name="connsiteY0" fmla="*/ 11198 h 317980"/>
                <a:gd name="connsiteX1" fmla="*/ 81803 w 394911"/>
                <a:gd name="connsiteY1" fmla="*/ 318408 h 317980"/>
                <a:gd name="connsiteX2" fmla="*/ 390552 w 394911"/>
                <a:gd name="connsiteY2" fmla="*/ 247119 h 317980"/>
                <a:gd name="connsiteX3" fmla="*/ 377730 w 394911"/>
                <a:gd name="connsiteY3" fmla="*/ 214808 h 317980"/>
                <a:gd name="connsiteX4" fmla="*/ 38209 w 394911"/>
                <a:gd name="connsiteY4" fmla="*/ 7608 h 317980"/>
                <a:gd name="connsiteX5" fmla="*/ 3847 w 394911"/>
                <a:gd name="connsiteY5" fmla="*/ 1119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4911" h="317980">
                  <a:moveTo>
                    <a:pt x="3847" y="11198"/>
                  </a:moveTo>
                  <a:lnTo>
                    <a:pt x="81803" y="318408"/>
                  </a:lnTo>
                  <a:lnTo>
                    <a:pt x="390552" y="247119"/>
                  </a:lnTo>
                  <a:cubicBezTo>
                    <a:pt x="393116" y="234297"/>
                    <a:pt x="388501" y="221475"/>
                    <a:pt x="377730" y="214808"/>
                  </a:cubicBezTo>
                  <a:lnTo>
                    <a:pt x="38209" y="7608"/>
                  </a:lnTo>
                  <a:cubicBezTo>
                    <a:pt x="27439" y="1453"/>
                    <a:pt x="13591" y="2992"/>
                    <a:pt x="3847" y="11198"/>
                  </a:cubicBezTo>
                  <a:close/>
                </a:path>
              </a:pathLst>
            </a:custGeom>
            <a:solidFill>
              <a:srgbClr val="8FC4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2666"/>
            <p:cNvSpPr/>
            <p:nvPr/>
          </p:nvSpPr>
          <p:spPr>
            <a:xfrm>
              <a:off x="4021115" y="5278407"/>
              <a:ext cx="389783" cy="302595"/>
            </a:xfrm>
            <a:custGeom>
              <a:avLst/>
              <a:gdLst>
                <a:gd name="connsiteX0" fmla="*/ 3847 w 389782"/>
                <a:gd name="connsiteY0" fmla="*/ 9939 h 302594"/>
                <a:gd name="connsiteX1" fmla="*/ 92061 w 389782"/>
                <a:gd name="connsiteY1" fmla="*/ 300225 h 302594"/>
                <a:gd name="connsiteX2" fmla="*/ 390552 w 389782"/>
                <a:gd name="connsiteY2" fmla="*/ 245860 h 302594"/>
                <a:gd name="connsiteX3" fmla="*/ 376705 w 389782"/>
                <a:gd name="connsiteY3" fmla="*/ 215088 h 302594"/>
                <a:gd name="connsiteX4" fmla="*/ 37183 w 389782"/>
                <a:gd name="connsiteY4" fmla="*/ 7888 h 302594"/>
                <a:gd name="connsiteX5" fmla="*/ 3847 w 389782"/>
                <a:gd name="connsiteY5" fmla="*/ 9939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782" h="302594">
                  <a:moveTo>
                    <a:pt x="3847" y="9939"/>
                  </a:moveTo>
                  <a:lnTo>
                    <a:pt x="92061" y="300225"/>
                  </a:lnTo>
                  <a:lnTo>
                    <a:pt x="390552" y="245860"/>
                  </a:lnTo>
                  <a:cubicBezTo>
                    <a:pt x="392604" y="234064"/>
                    <a:pt x="387475" y="221755"/>
                    <a:pt x="376705" y="215088"/>
                  </a:cubicBezTo>
                  <a:lnTo>
                    <a:pt x="37183" y="7888"/>
                  </a:lnTo>
                  <a:cubicBezTo>
                    <a:pt x="26926" y="1733"/>
                    <a:pt x="13591" y="2759"/>
                    <a:pt x="3847" y="993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2667"/>
            <p:cNvSpPr/>
            <p:nvPr/>
          </p:nvSpPr>
          <p:spPr>
            <a:xfrm>
              <a:off x="4987114" y="5344027"/>
              <a:ext cx="174376" cy="200020"/>
            </a:xfrm>
            <a:custGeom>
              <a:avLst/>
              <a:gdLst>
                <a:gd name="connsiteX0" fmla="*/ 168218 w 174376"/>
                <a:gd name="connsiteY0" fmla="*/ 133569 h 200020"/>
                <a:gd name="connsiteX1" fmla="*/ 162063 w 174376"/>
                <a:gd name="connsiteY1" fmla="*/ 162803 h 200020"/>
                <a:gd name="connsiteX2" fmla="*/ 115392 w 174376"/>
                <a:gd name="connsiteY2" fmla="*/ 193575 h 200020"/>
                <a:gd name="connsiteX3" fmla="*/ 86158 w 174376"/>
                <a:gd name="connsiteY3" fmla="*/ 187421 h 200020"/>
                <a:gd name="connsiteX4" fmla="*/ 7176 w 174376"/>
                <a:gd name="connsiteY4" fmla="*/ 67408 h 200020"/>
                <a:gd name="connsiteX5" fmla="*/ 13330 w 174376"/>
                <a:gd name="connsiteY5" fmla="*/ 38175 h 200020"/>
                <a:gd name="connsiteX6" fmla="*/ 60002 w 174376"/>
                <a:gd name="connsiteY6" fmla="*/ 7402 h 200020"/>
                <a:gd name="connsiteX7" fmla="*/ 89235 w 174376"/>
                <a:gd name="connsiteY7" fmla="*/ 13557 h 200020"/>
                <a:gd name="connsiteX8" fmla="*/ 168218 w 174376"/>
                <a:gd name="connsiteY8" fmla="*/ 133569 h 20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376" h="200020">
                  <a:moveTo>
                    <a:pt x="168218" y="133569"/>
                  </a:moveTo>
                  <a:cubicBezTo>
                    <a:pt x="174372" y="143314"/>
                    <a:pt x="171808" y="156135"/>
                    <a:pt x="162063" y="162803"/>
                  </a:cubicBezTo>
                  <a:lnTo>
                    <a:pt x="115392" y="193575"/>
                  </a:lnTo>
                  <a:cubicBezTo>
                    <a:pt x="105647" y="199729"/>
                    <a:pt x="92826" y="197165"/>
                    <a:pt x="86158" y="187421"/>
                  </a:cubicBezTo>
                  <a:lnTo>
                    <a:pt x="7176" y="67408"/>
                  </a:lnTo>
                  <a:cubicBezTo>
                    <a:pt x="1021" y="57664"/>
                    <a:pt x="3586" y="44842"/>
                    <a:pt x="13330" y="38175"/>
                  </a:cubicBezTo>
                  <a:lnTo>
                    <a:pt x="60002" y="7402"/>
                  </a:lnTo>
                  <a:cubicBezTo>
                    <a:pt x="69746" y="735"/>
                    <a:pt x="82568" y="3812"/>
                    <a:pt x="89235" y="13557"/>
                  </a:cubicBezTo>
                  <a:lnTo>
                    <a:pt x="168218" y="13356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2668"/>
            <p:cNvSpPr/>
            <p:nvPr/>
          </p:nvSpPr>
          <p:spPr>
            <a:xfrm>
              <a:off x="5263976" y="5119593"/>
              <a:ext cx="82060" cy="82060"/>
            </a:xfrm>
            <a:custGeom>
              <a:avLst/>
              <a:gdLst>
                <a:gd name="connsiteX0" fmla="*/ 58039 w 82059"/>
                <a:gd name="connsiteY0" fmla="*/ 6686 h 82059"/>
                <a:gd name="connsiteX1" fmla="*/ 6752 w 82059"/>
                <a:gd name="connsiteY1" fmla="*/ 28739 h 82059"/>
                <a:gd name="connsiteX2" fmla="*/ 28806 w 82059"/>
                <a:gd name="connsiteY2" fmla="*/ 80027 h 82059"/>
                <a:gd name="connsiteX3" fmla="*/ 28806 w 82059"/>
                <a:gd name="connsiteY3" fmla="*/ 80027 h 82059"/>
                <a:gd name="connsiteX4" fmla="*/ 28806 w 82059"/>
                <a:gd name="connsiteY4" fmla="*/ 80027 h 82059"/>
                <a:gd name="connsiteX5" fmla="*/ 80093 w 82059"/>
                <a:gd name="connsiteY5" fmla="*/ 57973 h 82059"/>
                <a:gd name="connsiteX6" fmla="*/ 58039 w 82059"/>
                <a:gd name="connsiteY6" fmla="*/ 6686 h 82059"/>
                <a:gd name="connsiteX7" fmla="*/ 58039 w 82059"/>
                <a:gd name="connsiteY7" fmla="*/ 6686 h 82059"/>
                <a:gd name="connsiteX8" fmla="*/ 58039 w 82059"/>
                <a:gd name="connsiteY8" fmla="*/ 6686 h 8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059" h="82059">
                  <a:moveTo>
                    <a:pt x="58039" y="6686"/>
                  </a:moveTo>
                  <a:cubicBezTo>
                    <a:pt x="37525" y="-1520"/>
                    <a:pt x="14445" y="8737"/>
                    <a:pt x="6752" y="28739"/>
                  </a:cubicBezTo>
                  <a:cubicBezTo>
                    <a:pt x="-1454" y="49254"/>
                    <a:pt x="8291" y="72334"/>
                    <a:pt x="28806" y="80027"/>
                  </a:cubicBezTo>
                  <a:lnTo>
                    <a:pt x="28806" y="80027"/>
                  </a:lnTo>
                  <a:lnTo>
                    <a:pt x="28806" y="80027"/>
                  </a:lnTo>
                  <a:cubicBezTo>
                    <a:pt x="49321" y="88233"/>
                    <a:pt x="72400" y="77975"/>
                    <a:pt x="80093" y="57973"/>
                  </a:cubicBezTo>
                  <a:cubicBezTo>
                    <a:pt x="88299" y="37971"/>
                    <a:pt x="78554" y="14892"/>
                    <a:pt x="58039" y="6686"/>
                  </a:cubicBezTo>
                  <a:lnTo>
                    <a:pt x="58039" y="6686"/>
                  </a:lnTo>
                  <a:lnTo>
                    <a:pt x="58039" y="6686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2669"/>
            <p:cNvSpPr/>
            <p:nvPr/>
          </p:nvSpPr>
          <p:spPr>
            <a:xfrm>
              <a:off x="5026345" y="4986521"/>
              <a:ext cx="271822" cy="328238"/>
            </a:xfrm>
            <a:custGeom>
              <a:avLst/>
              <a:gdLst>
                <a:gd name="connsiteX0" fmla="*/ 3847 w 271822"/>
                <a:gd name="connsiteY0" fmla="*/ 173607 h 328238"/>
                <a:gd name="connsiteX1" fmla="*/ 68981 w 271822"/>
                <a:gd name="connsiteY1" fmla="*/ 325417 h 328238"/>
                <a:gd name="connsiteX2" fmla="*/ 271053 w 271822"/>
                <a:gd name="connsiteY2" fmla="*/ 238229 h 328238"/>
                <a:gd name="connsiteX3" fmla="*/ 170530 w 271822"/>
                <a:gd name="connsiteY3" fmla="*/ 3847 h 328238"/>
                <a:gd name="connsiteX4" fmla="*/ 70007 w 271822"/>
                <a:gd name="connsiteY4" fmla="*/ 141809 h 328238"/>
                <a:gd name="connsiteX5" fmla="*/ 3847 w 271822"/>
                <a:gd name="connsiteY5" fmla="*/ 173607 h 32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822" h="328238">
                  <a:moveTo>
                    <a:pt x="3847" y="173607"/>
                  </a:moveTo>
                  <a:lnTo>
                    <a:pt x="68981" y="325417"/>
                  </a:lnTo>
                  <a:lnTo>
                    <a:pt x="271053" y="238229"/>
                  </a:lnTo>
                  <a:lnTo>
                    <a:pt x="170530" y="3847"/>
                  </a:lnTo>
                  <a:cubicBezTo>
                    <a:pt x="152579" y="59750"/>
                    <a:pt x="118730" y="108985"/>
                    <a:pt x="70007" y="141809"/>
                  </a:cubicBezTo>
                  <a:cubicBezTo>
                    <a:pt x="48979" y="156170"/>
                    <a:pt x="26413" y="166940"/>
                    <a:pt x="3847" y="17360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2670"/>
            <p:cNvSpPr/>
            <p:nvPr/>
          </p:nvSpPr>
          <p:spPr>
            <a:xfrm>
              <a:off x="4868675" y="5153717"/>
              <a:ext cx="256436" cy="266694"/>
            </a:xfrm>
            <a:custGeom>
              <a:avLst/>
              <a:gdLst>
                <a:gd name="connsiteX0" fmla="*/ 166132 w 256436"/>
                <a:gd name="connsiteY0" fmla="*/ 3847 h 266693"/>
                <a:gd name="connsiteX1" fmla="*/ 54838 w 256436"/>
                <a:gd name="connsiteY1" fmla="*/ 51544 h 266693"/>
                <a:gd name="connsiteX2" fmla="*/ 10731 w 256436"/>
                <a:gd name="connsiteY2" fmla="*/ 162324 h 266693"/>
                <a:gd name="connsiteX3" fmla="*/ 33811 w 256436"/>
                <a:gd name="connsiteY3" fmla="*/ 215663 h 266693"/>
                <a:gd name="connsiteX4" fmla="*/ 144591 w 256436"/>
                <a:gd name="connsiteY4" fmla="*/ 259770 h 266693"/>
                <a:gd name="connsiteX5" fmla="*/ 255884 w 256436"/>
                <a:gd name="connsiteY5" fmla="*/ 212073 h 266693"/>
                <a:gd name="connsiteX6" fmla="*/ 166132 w 256436"/>
                <a:gd name="connsiteY6" fmla="*/ 3847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36" h="266693">
                  <a:moveTo>
                    <a:pt x="166132" y="3847"/>
                  </a:moveTo>
                  <a:lnTo>
                    <a:pt x="54838" y="51544"/>
                  </a:lnTo>
                  <a:cubicBezTo>
                    <a:pt x="12270" y="70007"/>
                    <a:pt x="-7732" y="119243"/>
                    <a:pt x="10731" y="162324"/>
                  </a:cubicBezTo>
                  <a:lnTo>
                    <a:pt x="33811" y="215663"/>
                  </a:lnTo>
                  <a:cubicBezTo>
                    <a:pt x="52274" y="258231"/>
                    <a:pt x="101510" y="278233"/>
                    <a:pt x="144591" y="259770"/>
                  </a:cubicBezTo>
                  <a:lnTo>
                    <a:pt x="255884" y="212073"/>
                  </a:lnTo>
                  <a:lnTo>
                    <a:pt x="166132" y="384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2671"/>
            <p:cNvSpPr/>
            <p:nvPr/>
          </p:nvSpPr>
          <p:spPr>
            <a:xfrm>
              <a:off x="5187442" y="4961074"/>
              <a:ext cx="215406" cy="410298"/>
            </a:xfrm>
            <a:custGeom>
              <a:avLst/>
              <a:gdLst>
                <a:gd name="connsiteX0" fmla="*/ 184835 w 215406"/>
                <a:gd name="connsiteY0" fmla="*/ 408819 h 410297"/>
                <a:gd name="connsiteX1" fmla="*/ 158678 w 215406"/>
                <a:gd name="connsiteY1" fmla="*/ 396510 h 410297"/>
                <a:gd name="connsiteX2" fmla="*/ 5842 w 215406"/>
                <a:gd name="connsiteY2" fmla="*/ 40577 h 410297"/>
                <a:gd name="connsiteX3" fmla="*/ 14561 w 215406"/>
                <a:gd name="connsiteY3" fmla="*/ 12882 h 410297"/>
                <a:gd name="connsiteX4" fmla="*/ 31999 w 215406"/>
                <a:gd name="connsiteY4" fmla="*/ 5189 h 410297"/>
                <a:gd name="connsiteX5" fmla="*/ 58155 w 215406"/>
                <a:gd name="connsiteY5" fmla="*/ 17498 h 410297"/>
                <a:gd name="connsiteX6" fmla="*/ 210991 w 215406"/>
                <a:gd name="connsiteY6" fmla="*/ 373431 h 410297"/>
                <a:gd name="connsiteX7" fmla="*/ 202272 w 215406"/>
                <a:gd name="connsiteY7" fmla="*/ 401126 h 410297"/>
                <a:gd name="connsiteX8" fmla="*/ 184835 w 215406"/>
                <a:gd name="connsiteY8" fmla="*/ 408819 h 41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406" h="410297">
                  <a:moveTo>
                    <a:pt x="184835" y="408819"/>
                  </a:moveTo>
                  <a:cubicBezTo>
                    <a:pt x="175090" y="412922"/>
                    <a:pt x="163294" y="407281"/>
                    <a:pt x="158678" y="396510"/>
                  </a:cubicBezTo>
                  <a:lnTo>
                    <a:pt x="5842" y="40577"/>
                  </a:lnTo>
                  <a:cubicBezTo>
                    <a:pt x="1226" y="29294"/>
                    <a:pt x="4816" y="16985"/>
                    <a:pt x="14561" y="12882"/>
                  </a:cubicBezTo>
                  <a:lnTo>
                    <a:pt x="31999" y="5189"/>
                  </a:lnTo>
                  <a:cubicBezTo>
                    <a:pt x="41743" y="1086"/>
                    <a:pt x="53539" y="6728"/>
                    <a:pt x="58155" y="17498"/>
                  </a:cubicBezTo>
                  <a:lnTo>
                    <a:pt x="210991" y="373431"/>
                  </a:lnTo>
                  <a:cubicBezTo>
                    <a:pt x="215607" y="384714"/>
                    <a:pt x="212017" y="397023"/>
                    <a:pt x="202272" y="401126"/>
                  </a:cubicBezTo>
                  <a:lnTo>
                    <a:pt x="184835" y="408819"/>
                  </a:lnTo>
                  <a:close/>
                </a:path>
              </a:pathLst>
            </a:custGeom>
            <a:solidFill>
              <a:srgbClr val="FEC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2672"/>
            <p:cNvSpPr/>
            <p:nvPr/>
          </p:nvSpPr>
          <p:spPr>
            <a:xfrm>
              <a:off x="5070452" y="5171155"/>
              <a:ext cx="287208" cy="194891"/>
            </a:xfrm>
            <a:custGeom>
              <a:avLst/>
              <a:gdLst>
                <a:gd name="connsiteX0" fmla="*/ 285926 w 287208"/>
                <a:gd name="connsiteY0" fmla="*/ 190532 h 194891"/>
                <a:gd name="connsiteX1" fmla="*/ 205918 w 287208"/>
                <a:gd name="connsiteY1" fmla="*/ 3847 h 194891"/>
                <a:gd name="connsiteX2" fmla="*/ 3847 w 287208"/>
                <a:gd name="connsiteY2" fmla="*/ 91035 h 194891"/>
                <a:gd name="connsiteX3" fmla="*/ 48466 w 287208"/>
                <a:gd name="connsiteY3" fmla="*/ 195148 h 194891"/>
                <a:gd name="connsiteX4" fmla="*/ 117191 w 287208"/>
                <a:gd name="connsiteY4" fmla="*/ 168478 h 194891"/>
                <a:gd name="connsiteX5" fmla="*/ 285926 w 287208"/>
                <a:gd name="connsiteY5" fmla="*/ 190532 h 19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208" h="194891">
                  <a:moveTo>
                    <a:pt x="285926" y="190532"/>
                  </a:moveTo>
                  <a:lnTo>
                    <a:pt x="205918" y="3847"/>
                  </a:lnTo>
                  <a:lnTo>
                    <a:pt x="3847" y="91035"/>
                  </a:lnTo>
                  <a:lnTo>
                    <a:pt x="48466" y="195148"/>
                  </a:lnTo>
                  <a:cubicBezTo>
                    <a:pt x="68981" y="182839"/>
                    <a:pt x="92060" y="174120"/>
                    <a:pt x="117191" y="168478"/>
                  </a:cubicBezTo>
                  <a:cubicBezTo>
                    <a:pt x="174120" y="156169"/>
                    <a:pt x="233100" y="165401"/>
                    <a:pt x="285926" y="190532"/>
                  </a:cubicBezTo>
                  <a:close/>
                </a:path>
              </a:pathLst>
            </a:custGeom>
            <a:solidFill>
              <a:srgbClr val="A6DA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2673"/>
            <p:cNvSpPr/>
            <p:nvPr/>
          </p:nvSpPr>
          <p:spPr>
            <a:xfrm>
              <a:off x="4886843" y="5256292"/>
              <a:ext cx="241050" cy="164119"/>
            </a:xfrm>
            <a:custGeom>
              <a:avLst/>
              <a:gdLst>
                <a:gd name="connsiteX0" fmla="*/ 192071 w 241049"/>
                <a:gd name="connsiteY0" fmla="*/ 3847 h 164119"/>
                <a:gd name="connsiteX1" fmla="*/ 3847 w 241049"/>
                <a:gd name="connsiteY1" fmla="*/ 84880 h 164119"/>
                <a:gd name="connsiteX2" fmla="*/ 15643 w 241049"/>
                <a:gd name="connsiteY2" fmla="*/ 112576 h 164119"/>
                <a:gd name="connsiteX3" fmla="*/ 126423 w 241049"/>
                <a:gd name="connsiteY3" fmla="*/ 156683 h 164119"/>
                <a:gd name="connsiteX4" fmla="*/ 237716 w 241049"/>
                <a:gd name="connsiteY4" fmla="*/ 108985 h 164119"/>
                <a:gd name="connsiteX5" fmla="*/ 192071 w 241049"/>
                <a:gd name="connsiteY5" fmla="*/ 3847 h 16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1049" h="164119">
                  <a:moveTo>
                    <a:pt x="192071" y="3847"/>
                  </a:moveTo>
                  <a:lnTo>
                    <a:pt x="3847" y="84880"/>
                  </a:lnTo>
                  <a:lnTo>
                    <a:pt x="15643" y="112576"/>
                  </a:lnTo>
                  <a:cubicBezTo>
                    <a:pt x="34106" y="155144"/>
                    <a:pt x="83342" y="175146"/>
                    <a:pt x="126423" y="156683"/>
                  </a:cubicBezTo>
                  <a:lnTo>
                    <a:pt x="237716" y="108985"/>
                  </a:lnTo>
                  <a:lnTo>
                    <a:pt x="192071" y="3847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2674"/>
            <p:cNvSpPr/>
            <p:nvPr/>
          </p:nvSpPr>
          <p:spPr>
            <a:xfrm>
              <a:off x="5265343" y="5152179"/>
              <a:ext cx="138475" cy="220535"/>
            </a:xfrm>
            <a:custGeom>
              <a:avLst/>
              <a:gdLst>
                <a:gd name="connsiteX0" fmla="*/ 133090 w 138475"/>
                <a:gd name="connsiteY0" fmla="*/ 182839 h 220535"/>
                <a:gd name="connsiteX1" fmla="*/ 56159 w 138475"/>
                <a:gd name="connsiteY1" fmla="*/ 3847 h 220535"/>
                <a:gd name="connsiteX2" fmla="*/ 3847 w 138475"/>
                <a:gd name="connsiteY2" fmla="*/ 26413 h 220535"/>
                <a:gd name="connsiteX3" fmla="*/ 80777 w 138475"/>
                <a:gd name="connsiteY3" fmla="*/ 205405 h 220535"/>
                <a:gd name="connsiteX4" fmla="*/ 106934 w 138475"/>
                <a:gd name="connsiteY4" fmla="*/ 217714 h 220535"/>
                <a:gd name="connsiteX5" fmla="*/ 124371 w 138475"/>
                <a:gd name="connsiteY5" fmla="*/ 210021 h 220535"/>
                <a:gd name="connsiteX6" fmla="*/ 133090 w 138475"/>
                <a:gd name="connsiteY6" fmla="*/ 182839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475" h="220535">
                  <a:moveTo>
                    <a:pt x="133090" y="182839"/>
                  </a:moveTo>
                  <a:lnTo>
                    <a:pt x="56159" y="3847"/>
                  </a:lnTo>
                  <a:lnTo>
                    <a:pt x="3847" y="26413"/>
                  </a:lnTo>
                  <a:lnTo>
                    <a:pt x="80777" y="205405"/>
                  </a:lnTo>
                  <a:cubicBezTo>
                    <a:pt x="85393" y="216176"/>
                    <a:pt x="97189" y="222330"/>
                    <a:pt x="106934" y="217714"/>
                  </a:cubicBezTo>
                  <a:lnTo>
                    <a:pt x="124371" y="210021"/>
                  </a:lnTo>
                  <a:cubicBezTo>
                    <a:pt x="134116" y="205918"/>
                    <a:pt x="138219" y="193609"/>
                    <a:pt x="133090" y="182839"/>
                  </a:cubicBezTo>
                  <a:close/>
                </a:path>
              </a:pathLst>
            </a:custGeom>
            <a:solidFill>
              <a:srgbClr val="F99B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2675"/>
            <p:cNvSpPr/>
            <p:nvPr/>
          </p:nvSpPr>
          <p:spPr>
            <a:xfrm>
              <a:off x="5016874" y="5408376"/>
              <a:ext cx="92317" cy="123089"/>
            </a:xfrm>
            <a:custGeom>
              <a:avLst/>
              <a:gdLst>
                <a:gd name="connsiteX0" fmla="*/ 28703 w 92316"/>
                <a:gd name="connsiteY0" fmla="*/ 9727 h 123089"/>
                <a:gd name="connsiteX1" fmla="*/ 9727 w 92316"/>
                <a:gd name="connsiteY1" fmla="*/ 6136 h 123089"/>
                <a:gd name="connsiteX2" fmla="*/ 9727 w 92316"/>
                <a:gd name="connsiteY2" fmla="*/ 6136 h 123089"/>
                <a:gd name="connsiteX3" fmla="*/ 6137 w 92316"/>
                <a:gd name="connsiteY3" fmla="*/ 25113 h 123089"/>
                <a:gd name="connsiteX4" fmla="*/ 65630 w 92316"/>
                <a:gd name="connsiteY4" fmla="*/ 114353 h 123089"/>
                <a:gd name="connsiteX5" fmla="*/ 84606 w 92316"/>
                <a:gd name="connsiteY5" fmla="*/ 117943 h 123089"/>
                <a:gd name="connsiteX6" fmla="*/ 84606 w 92316"/>
                <a:gd name="connsiteY6" fmla="*/ 117943 h 123089"/>
                <a:gd name="connsiteX7" fmla="*/ 88196 w 92316"/>
                <a:gd name="connsiteY7" fmla="*/ 98966 h 123089"/>
                <a:gd name="connsiteX8" fmla="*/ 28703 w 92316"/>
                <a:gd name="connsiteY8" fmla="*/ 9727 h 123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16" h="123089">
                  <a:moveTo>
                    <a:pt x="28703" y="9727"/>
                  </a:moveTo>
                  <a:cubicBezTo>
                    <a:pt x="24600" y="3572"/>
                    <a:pt x="15881" y="2034"/>
                    <a:pt x="9727" y="6136"/>
                  </a:cubicBezTo>
                  <a:lnTo>
                    <a:pt x="9727" y="6136"/>
                  </a:lnTo>
                  <a:cubicBezTo>
                    <a:pt x="3572" y="10240"/>
                    <a:pt x="2033" y="18958"/>
                    <a:pt x="6137" y="25113"/>
                  </a:cubicBezTo>
                  <a:lnTo>
                    <a:pt x="65630" y="114353"/>
                  </a:lnTo>
                  <a:cubicBezTo>
                    <a:pt x="69733" y="120507"/>
                    <a:pt x="78452" y="122046"/>
                    <a:pt x="84606" y="117943"/>
                  </a:cubicBezTo>
                  <a:lnTo>
                    <a:pt x="84606" y="117943"/>
                  </a:lnTo>
                  <a:cubicBezTo>
                    <a:pt x="90760" y="113840"/>
                    <a:pt x="92299" y="105634"/>
                    <a:pt x="88196" y="98966"/>
                  </a:cubicBezTo>
                  <a:lnTo>
                    <a:pt x="28703" y="9727"/>
                  </a:lnTo>
                  <a:close/>
                </a:path>
              </a:pathLst>
            </a:custGeom>
            <a:solidFill>
              <a:srgbClr val="2C50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2676"/>
            <p:cNvSpPr/>
            <p:nvPr/>
          </p:nvSpPr>
          <p:spPr>
            <a:xfrm>
              <a:off x="5365986" y="5062536"/>
              <a:ext cx="164119" cy="76931"/>
            </a:xfrm>
            <a:custGeom>
              <a:avLst/>
              <a:gdLst>
                <a:gd name="connsiteX0" fmla="*/ 6804 w 164119"/>
                <a:gd name="connsiteY0" fmla="*/ 77077 h 76930"/>
                <a:gd name="connsiteX1" fmla="*/ 4240 w 164119"/>
                <a:gd name="connsiteY1" fmla="*/ 74512 h 76930"/>
                <a:gd name="connsiteX2" fmla="*/ 6804 w 164119"/>
                <a:gd name="connsiteY2" fmla="*/ 68871 h 76930"/>
                <a:gd name="connsiteX3" fmla="*/ 157076 w 164119"/>
                <a:gd name="connsiteY3" fmla="*/ 4249 h 76930"/>
                <a:gd name="connsiteX4" fmla="*/ 162717 w 164119"/>
                <a:gd name="connsiteY4" fmla="*/ 6300 h 76930"/>
                <a:gd name="connsiteX5" fmla="*/ 160153 w 164119"/>
                <a:gd name="connsiteY5" fmla="*/ 11942 h 76930"/>
                <a:gd name="connsiteX6" fmla="*/ 9881 w 164119"/>
                <a:gd name="connsiteY6" fmla="*/ 76564 h 76930"/>
                <a:gd name="connsiteX7" fmla="*/ 6804 w 164119"/>
                <a:gd name="connsiteY7" fmla="*/ 77077 h 76930"/>
                <a:gd name="connsiteX8" fmla="*/ 6804 w 164119"/>
                <a:gd name="connsiteY8" fmla="*/ 77077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119" h="76930">
                  <a:moveTo>
                    <a:pt x="6804" y="77077"/>
                  </a:moveTo>
                  <a:cubicBezTo>
                    <a:pt x="5778" y="76564"/>
                    <a:pt x="4752" y="76051"/>
                    <a:pt x="4240" y="74512"/>
                  </a:cubicBezTo>
                  <a:cubicBezTo>
                    <a:pt x="3214" y="72461"/>
                    <a:pt x="4240" y="69897"/>
                    <a:pt x="6804" y="68871"/>
                  </a:cubicBezTo>
                  <a:lnTo>
                    <a:pt x="157076" y="4249"/>
                  </a:lnTo>
                  <a:cubicBezTo>
                    <a:pt x="159127" y="3223"/>
                    <a:pt x="161691" y="4249"/>
                    <a:pt x="162717" y="6300"/>
                  </a:cubicBezTo>
                  <a:cubicBezTo>
                    <a:pt x="163743" y="8352"/>
                    <a:pt x="162717" y="10916"/>
                    <a:pt x="160153" y="11942"/>
                  </a:cubicBezTo>
                  <a:lnTo>
                    <a:pt x="9881" y="76564"/>
                  </a:lnTo>
                  <a:cubicBezTo>
                    <a:pt x="8856" y="77590"/>
                    <a:pt x="7830" y="77590"/>
                    <a:pt x="6804" y="77077"/>
                  </a:cubicBezTo>
                  <a:lnTo>
                    <a:pt x="6804" y="7707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2677"/>
            <p:cNvSpPr/>
            <p:nvPr/>
          </p:nvSpPr>
          <p:spPr>
            <a:xfrm>
              <a:off x="5349383" y="4971577"/>
              <a:ext cx="117961" cy="138475"/>
            </a:xfrm>
            <a:custGeom>
              <a:avLst/>
              <a:gdLst>
                <a:gd name="connsiteX0" fmla="*/ 6482 w 117960"/>
                <a:gd name="connsiteY0" fmla="*/ 136752 h 138475"/>
                <a:gd name="connsiteX1" fmla="*/ 5456 w 117960"/>
                <a:gd name="connsiteY1" fmla="*/ 135726 h 138475"/>
                <a:gd name="connsiteX2" fmla="*/ 4943 w 117960"/>
                <a:gd name="connsiteY2" fmla="*/ 129571 h 138475"/>
                <a:gd name="connsiteX3" fmla="*/ 111108 w 117960"/>
                <a:gd name="connsiteY3" fmla="*/ 5456 h 138475"/>
                <a:gd name="connsiteX4" fmla="*/ 117262 w 117960"/>
                <a:gd name="connsiteY4" fmla="*/ 4943 h 138475"/>
                <a:gd name="connsiteX5" fmla="*/ 117775 w 117960"/>
                <a:gd name="connsiteY5" fmla="*/ 11098 h 138475"/>
                <a:gd name="connsiteX6" fmla="*/ 11611 w 117960"/>
                <a:gd name="connsiteY6" fmla="*/ 135726 h 138475"/>
                <a:gd name="connsiteX7" fmla="*/ 6482 w 117960"/>
                <a:gd name="connsiteY7" fmla="*/ 136752 h 138475"/>
                <a:gd name="connsiteX8" fmla="*/ 6482 w 117960"/>
                <a:gd name="connsiteY8" fmla="*/ 136752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" h="138475">
                  <a:moveTo>
                    <a:pt x="6482" y="136752"/>
                  </a:moveTo>
                  <a:cubicBezTo>
                    <a:pt x="5969" y="136752"/>
                    <a:pt x="5456" y="136239"/>
                    <a:pt x="5456" y="135726"/>
                  </a:cubicBezTo>
                  <a:cubicBezTo>
                    <a:pt x="3405" y="134187"/>
                    <a:pt x="3405" y="131110"/>
                    <a:pt x="4943" y="129571"/>
                  </a:cubicBezTo>
                  <a:lnTo>
                    <a:pt x="111108" y="5456"/>
                  </a:lnTo>
                  <a:cubicBezTo>
                    <a:pt x="112647" y="3405"/>
                    <a:pt x="115211" y="3405"/>
                    <a:pt x="117262" y="4943"/>
                  </a:cubicBezTo>
                  <a:cubicBezTo>
                    <a:pt x="119314" y="6482"/>
                    <a:pt x="119314" y="9559"/>
                    <a:pt x="117775" y="11098"/>
                  </a:cubicBezTo>
                  <a:lnTo>
                    <a:pt x="11611" y="135726"/>
                  </a:lnTo>
                  <a:cubicBezTo>
                    <a:pt x="10072" y="137264"/>
                    <a:pt x="8020" y="137777"/>
                    <a:pt x="6482" y="136752"/>
                  </a:cubicBezTo>
                  <a:lnTo>
                    <a:pt x="6482" y="1367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2678"/>
            <p:cNvSpPr/>
            <p:nvPr/>
          </p:nvSpPr>
          <p:spPr>
            <a:xfrm>
              <a:off x="5377048" y="5160385"/>
              <a:ext cx="179505" cy="20515"/>
            </a:xfrm>
            <a:custGeom>
              <a:avLst/>
              <a:gdLst>
                <a:gd name="connsiteX0" fmla="*/ 6512 w 179505"/>
                <a:gd name="connsiteY0" fmla="*/ 12565 h 20514"/>
                <a:gd name="connsiteX1" fmla="*/ 3947 w 179505"/>
                <a:gd name="connsiteY1" fmla="*/ 7949 h 20514"/>
                <a:gd name="connsiteX2" fmla="*/ 8563 w 179505"/>
                <a:gd name="connsiteY2" fmla="*/ 3847 h 20514"/>
                <a:gd name="connsiteX3" fmla="*/ 171656 w 179505"/>
                <a:gd name="connsiteY3" fmla="*/ 12053 h 20514"/>
                <a:gd name="connsiteX4" fmla="*/ 175759 w 179505"/>
                <a:gd name="connsiteY4" fmla="*/ 16668 h 20514"/>
                <a:gd name="connsiteX5" fmla="*/ 171143 w 179505"/>
                <a:gd name="connsiteY5" fmla="*/ 20771 h 20514"/>
                <a:gd name="connsiteX6" fmla="*/ 8050 w 179505"/>
                <a:gd name="connsiteY6" fmla="*/ 12565 h 20514"/>
                <a:gd name="connsiteX7" fmla="*/ 6512 w 179505"/>
                <a:gd name="connsiteY7" fmla="*/ 12565 h 20514"/>
                <a:gd name="connsiteX8" fmla="*/ 6512 w 179505"/>
                <a:gd name="connsiteY8" fmla="*/ 12565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505" h="20514">
                  <a:moveTo>
                    <a:pt x="6512" y="12565"/>
                  </a:moveTo>
                  <a:cubicBezTo>
                    <a:pt x="4973" y="12053"/>
                    <a:pt x="3434" y="10001"/>
                    <a:pt x="3947" y="7949"/>
                  </a:cubicBezTo>
                  <a:cubicBezTo>
                    <a:pt x="3947" y="5385"/>
                    <a:pt x="5999" y="3847"/>
                    <a:pt x="8563" y="3847"/>
                  </a:cubicBezTo>
                  <a:lnTo>
                    <a:pt x="171656" y="12053"/>
                  </a:lnTo>
                  <a:cubicBezTo>
                    <a:pt x="174221" y="12053"/>
                    <a:pt x="175759" y="14104"/>
                    <a:pt x="175759" y="16668"/>
                  </a:cubicBezTo>
                  <a:cubicBezTo>
                    <a:pt x="175759" y="19233"/>
                    <a:pt x="173708" y="20771"/>
                    <a:pt x="171143" y="20771"/>
                  </a:cubicBezTo>
                  <a:lnTo>
                    <a:pt x="8050" y="12565"/>
                  </a:lnTo>
                  <a:cubicBezTo>
                    <a:pt x="7537" y="13078"/>
                    <a:pt x="7024" y="13078"/>
                    <a:pt x="6512" y="12565"/>
                  </a:cubicBezTo>
                  <a:lnTo>
                    <a:pt x="6512" y="1256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2679"/>
            <p:cNvSpPr/>
            <p:nvPr/>
          </p:nvSpPr>
          <p:spPr>
            <a:xfrm>
              <a:off x="6158766" y="4585455"/>
              <a:ext cx="71802" cy="71802"/>
            </a:xfrm>
            <a:custGeom>
              <a:avLst/>
              <a:gdLst>
                <a:gd name="connsiteX0" fmla="*/ 50518 w 71802"/>
                <a:gd name="connsiteY0" fmla="*/ 3847 h 71802"/>
                <a:gd name="connsiteX1" fmla="*/ 3847 w 71802"/>
                <a:gd name="connsiteY1" fmla="*/ 20771 h 71802"/>
                <a:gd name="connsiteX2" fmla="*/ 22310 w 71802"/>
                <a:gd name="connsiteY2" fmla="*/ 71033 h 71802"/>
                <a:gd name="connsiteX3" fmla="*/ 68981 w 71802"/>
                <a:gd name="connsiteY3" fmla="*/ 54108 h 7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02" h="71802">
                  <a:moveTo>
                    <a:pt x="50518" y="3847"/>
                  </a:moveTo>
                  <a:lnTo>
                    <a:pt x="3847" y="20771"/>
                  </a:lnTo>
                  <a:lnTo>
                    <a:pt x="22310" y="71033"/>
                  </a:lnTo>
                  <a:lnTo>
                    <a:pt x="68981" y="54108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2680"/>
            <p:cNvSpPr/>
            <p:nvPr/>
          </p:nvSpPr>
          <p:spPr>
            <a:xfrm>
              <a:off x="5851628" y="4240292"/>
              <a:ext cx="487228" cy="379525"/>
            </a:xfrm>
            <a:custGeom>
              <a:avLst/>
              <a:gdLst>
                <a:gd name="connsiteX0" fmla="*/ 456127 w 487228"/>
                <a:gd name="connsiteY0" fmla="*/ 197199 h 379525"/>
                <a:gd name="connsiteX1" fmla="*/ 446895 w 487228"/>
                <a:gd name="connsiteY1" fmla="*/ 220279 h 379525"/>
                <a:gd name="connsiteX2" fmla="*/ 159687 w 487228"/>
                <a:gd name="connsiteY2" fmla="*/ 325417 h 379525"/>
                <a:gd name="connsiteX3" fmla="*/ 54548 w 487228"/>
                <a:gd name="connsiteY3" fmla="*/ 38722 h 379525"/>
                <a:gd name="connsiteX4" fmla="*/ 66344 w 487228"/>
                <a:gd name="connsiteY4" fmla="*/ 16668 h 379525"/>
                <a:gd name="connsiteX5" fmla="*/ 38649 w 487228"/>
                <a:gd name="connsiteY5" fmla="*/ 3847 h 379525"/>
                <a:gd name="connsiteX6" fmla="*/ 26853 w 487228"/>
                <a:gd name="connsiteY6" fmla="*/ 25900 h 379525"/>
                <a:gd name="connsiteX7" fmla="*/ 146865 w 487228"/>
                <a:gd name="connsiteY7" fmla="*/ 353625 h 379525"/>
                <a:gd name="connsiteX8" fmla="*/ 474590 w 487228"/>
                <a:gd name="connsiteY8" fmla="*/ 233613 h 379525"/>
                <a:gd name="connsiteX9" fmla="*/ 483822 w 487228"/>
                <a:gd name="connsiteY9" fmla="*/ 210534 h 379525"/>
                <a:gd name="connsiteX10" fmla="*/ 456127 w 487228"/>
                <a:gd name="connsiteY10" fmla="*/ 197199 h 37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7228" h="379525">
                  <a:moveTo>
                    <a:pt x="456127" y="197199"/>
                  </a:moveTo>
                  <a:cubicBezTo>
                    <a:pt x="453563" y="204892"/>
                    <a:pt x="450485" y="212586"/>
                    <a:pt x="446895" y="220279"/>
                  </a:cubicBezTo>
                  <a:cubicBezTo>
                    <a:pt x="396634" y="328495"/>
                    <a:pt x="267903" y="375679"/>
                    <a:pt x="159687" y="325417"/>
                  </a:cubicBezTo>
                  <a:cubicBezTo>
                    <a:pt x="51471" y="275156"/>
                    <a:pt x="4287" y="146425"/>
                    <a:pt x="54548" y="38722"/>
                  </a:cubicBezTo>
                  <a:cubicBezTo>
                    <a:pt x="58138" y="31029"/>
                    <a:pt x="62241" y="23849"/>
                    <a:pt x="66344" y="16668"/>
                  </a:cubicBezTo>
                  <a:lnTo>
                    <a:pt x="38649" y="3847"/>
                  </a:lnTo>
                  <a:cubicBezTo>
                    <a:pt x="34546" y="11027"/>
                    <a:pt x="30443" y="18207"/>
                    <a:pt x="26853" y="25900"/>
                  </a:cubicBezTo>
                  <a:cubicBezTo>
                    <a:pt x="-30589" y="149502"/>
                    <a:pt x="23263" y="296184"/>
                    <a:pt x="146865" y="353625"/>
                  </a:cubicBezTo>
                  <a:cubicBezTo>
                    <a:pt x="270467" y="411067"/>
                    <a:pt x="417149" y="357216"/>
                    <a:pt x="474590" y="233613"/>
                  </a:cubicBezTo>
                  <a:cubicBezTo>
                    <a:pt x="478181" y="225920"/>
                    <a:pt x="481258" y="218227"/>
                    <a:pt x="483822" y="210534"/>
                  </a:cubicBezTo>
                  <a:lnTo>
                    <a:pt x="456127" y="197199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2681"/>
            <p:cNvSpPr/>
            <p:nvPr/>
          </p:nvSpPr>
          <p:spPr>
            <a:xfrm>
              <a:off x="5862326" y="4231573"/>
              <a:ext cx="87188" cy="56416"/>
            </a:xfrm>
            <a:custGeom>
              <a:avLst/>
              <a:gdLst>
                <a:gd name="connsiteX0" fmla="*/ 77700 w 87188"/>
                <a:gd name="connsiteY0" fmla="*/ 57185 h 56415"/>
                <a:gd name="connsiteX1" fmla="*/ 86419 w 87188"/>
                <a:gd name="connsiteY1" fmla="*/ 38209 h 56415"/>
                <a:gd name="connsiteX2" fmla="*/ 12565 w 87188"/>
                <a:gd name="connsiteY2" fmla="*/ 3847 h 56415"/>
                <a:gd name="connsiteX3" fmla="*/ 3847 w 87188"/>
                <a:gd name="connsiteY3" fmla="*/ 22823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77700" y="57185"/>
                  </a:moveTo>
                  <a:lnTo>
                    <a:pt x="86419" y="38209"/>
                  </a:lnTo>
                  <a:lnTo>
                    <a:pt x="12565" y="3847"/>
                  </a:lnTo>
                  <a:lnTo>
                    <a:pt x="3847" y="22823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2682"/>
            <p:cNvSpPr/>
            <p:nvPr/>
          </p:nvSpPr>
          <p:spPr>
            <a:xfrm>
              <a:off x="5845792" y="4221707"/>
              <a:ext cx="41030" cy="41030"/>
            </a:xfrm>
            <a:custGeom>
              <a:avLst/>
              <a:gdLst>
                <a:gd name="connsiteX0" fmla="*/ 4994 w 41029"/>
                <a:gd name="connsiteY0" fmla="*/ 29612 h 41029"/>
                <a:gd name="connsiteX1" fmla="*/ 16277 w 41029"/>
                <a:gd name="connsiteY1" fmla="*/ 4994 h 41029"/>
                <a:gd name="connsiteX2" fmla="*/ 40895 w 41029"/>
                <a:gd name="connsiteY2" fmla="*/ 16277 h 41029"/>
                <a:gd name="connsiteX3" fmla="*/ 29612 w 41029"/>
                <a:gd name="connsiteY3" fmla="*/ 40895 h 41029"/>
                <a:gd name="connsiteX4" fmla="*/ 4994 w 41029"/>
                <a:gd name="connsiteY4" fmla="*/ 29612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994" y="29612"/>
                  </a:moveTo>
                  <a:cubicBezTo>
                    <a:pt x="1404" y="19867"/>
                    <a:pt x="6533" y="8584"/>
                    <a:pt x="16277" y="4994"/>
                  </a:cubicBezTo>
                  <a:cubicBezTo>
                    <a:pt x="26022" y="1404"/>
                    <a:pt x="37305" y="6533"/>
                    <a:pt x="40895" y="16277"/>
                  </a:cubicBezTo>
                  <a:cubicBezTo>
                    <a:pt x="44485" y="26022"/>
                    <a:pt x="39356" y="37305"/>
                    <a:pt x="29612" y="40895"/>
                  </a:cubicBezTo>
                  <a:cubicBezTo>
                    <a:pt x="19867" y="44485"/>
                    <a:pt x="8584" y="39356"/>
                    <a:pt x="4994" y="29612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2683"/>
            <p:cNvSpPr/>
            <p:nvPr/>
          </p:nvSpPr>
          <p:spPr>
            <a:xfrm>
              <a:off x="6097623" y="4612207"/>
              <a:ext cx="235921" cy="107703"/>
            </a:xfrm>
            <a:custGeom>
              <a:avLst/>
              <a:gdLst>
                <a:gd name="connsiteX0" fmla="*/ 233211 w 235921"/>
                <a:gd name="connsiteY0" fmla="*/ 25817 h 107703"/>
                <a:gd name="connsiteX1" fmla="*/ 188592 w 235921"/>
                <a:gd name="connsiteY1" fmla="*/ 5815 h 107703"/>
                <a:gd name="connsiteX2" fmla="*/ 27037 w 235921"/>
                <a:gd name="connsiteY2" fmla="*/ 64795 h 107703"/>
                <a:gd name="connsiteX3" fmla="*/ 5496 w 235921"/>
                <a:gd name="connsiteY3" fmla="*/ 108902 h 107703"/>
                <a:gd name="connsiteX4" fmla="*/ 233211 w 235921"/>
                <a:gd name="connsiteY4" fmla="*/ 25817 h 10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921" h="107703">
                  <a:moveTo>
                    <a:pt x="233211" y="25817"/>
                  </a:moveTo>
                  <a:cubicBezTo>
                    <a:pt x="226031" y="8379"/>
                    <a:pt x="206542" y="-340"/>
                    <a:pt x="188592" y="5815"/>
                  </a:cubicBezTo>
                  <a:lnTo>
                    <a:pt x="27037" y="64795"/>
                  </a:lnTo>
                  <a:cubicBezTo>
                    <a:pt x="9086" y="71462"/>
                    <a:pt x="-146" y="90952"/>
                    <a:pt x="5496" y="108902"/>
                  </a:cubicBezTo>
                  <a:lnTo>
                    <a:pt x="233211" y="25817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2684"/>
            <p:cNvSpPr/>
            <p:nvPr/>
          </p:nvSpPr>
          <p:spPr>
            <a:xfrm>
              <a:off x="6264931" y="4419284"/>
              <a:ext cx="87188" cy="56416"/>
            </a:xfrm>
            <a:custGeom>
              <a:avLst/>
              <a:gdLst>
                <a:gd name="connsiteX0" fmla="*/ 13078 w 87188"/>
                <a:gd name="connsiteY0" fmla="*/ 3847 h 56415"/>
                <a:gd name="connsiteX1" fmla="*/ 3847 w 87188"/>
                <a:gd name="connsiteY1" fmla="*/ 22823 h 56415"/>
                <a:gd name="connsiteX2" fmla="*/ 77700 w 87188"/>
                <a:gd name="connsiteY2" fmla="*/ 57185 h 56415"/>
                <a:gd name="connsiteX3" fmla="*/ 86419 w 87188"/>
                <a:gd name="connsiteY3" fmla="*/ 3820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88" h="56415">
                  <a:moveTo>
                    <a:pt x="13078" y="3847"/>
                  </a:moveTo>
                  <a:lnTo>
                    <a:pt x="3847" y="22823"/>
                  </a:lnTo>
                  <a:lnTo>
                    <a:pt x="77700" y="57185"/>
                  </a:lnTo>
                  <a:lnTo>
                    <a:pt x="86419" y="38209"/>
                  </a:ln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2685"/>
            <p:cNvSpPr/>
            <p:nvPr/>
          </p:nvSpPr>
          <p:spPr>
            <a:xfrm>
              <a:off x="6325841" y="4444024"/>
              <a:ext cx="41030" cy="41030"/>
            </a:xfrm>
            <a:custGeom>
              <a:avLst/>
              <a:gdLst>
                <a:gd name="connsiteX0" fmla="*/ 40895 w 41029"/>
                <a:gd name="connsiteY0" fmla="*/ 16546 h 41029"/>
                <a:gd name="connsiteX1" fmla="*/ 29612 w 41029"/>
                <a:gd name="connsiteY1" fmla="*/ 41164 h 41029"/>
                <a:gd name="connsiteX2" fmla="*/ 4994 w 41029"/>
                <a:gd name="connsiteY2" fmla="*/ 29881 h 41029"/>
                <a:gd name="connsiteX3" fmla="*/ 16277 w 41029"/>
                <a:gd name="connsiteY3" fmla="*/ 5263 h 41029"/>
                <a:gd name="connsiteX4" fmla="*/ 40895 w 41029"/>
                <a:gd name="connsiteY4" fmla="*/ 16546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29" h="41029">
                  <a:moveTo>
                    <a:pt x="40895" y="16546"/>
                  </a:moveTo>
                  <a:cubicBezTo>
                    <a:pt x="44485" y="26291"/>
                    <a:pt x="39356" y="37574"/>
                    <a:pt x="29612" y="41164"/>
                  </a:cubicBezTo>
                  <a:cubicBezTo>
                    <a:pt x="19867" y="44754"/>
                    <a:pt x="8584" y="39625"/>
                    <a:pt x="4994" y="29881"/>
                  </a:cubicBezTo>
                  <a:cubicBezTo>
                    <a:pt x="1404" y="20136"/>
                    <a:pt x="6533" y="8853"/>
                    <a:pt x="16277" y="5263"/>
                  </a:cubicBezTo>
                  <a:cubicBezTo>
                    <a:pt x="26535" y="1160"/>
                    <a:pt x="37305" y="6289"/>
                    <a:pt x="40895" y="16546"/>
                  </a:cubicBezTo>
                  <a:close/>
                </a:path>
              </a:pathLst>
            </a:custGeom>
            <a:solidFill>
              <a:srgbClr val="0E303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2686"/>
            <p:cNvSpPr/>
            <p:nvPr/>
          </p:nvSpPr>
          <p:spPr>
            <a:xfrm>
              <a:off x="5914324" y="4179981"/>
              <a:ext cx="374397" cy="374397"/>
            </a:xfrm>
            <a:custGeom>
              <a:avLst/>
              <a:gdLst>
                <a:gd name="connsiteX0" fmla="*/ 21086 w 374396"/>
                <a:gd name="connsiteY0" fmla="*/ 111341 h 374396"/>
                <a:gd name="connsiteX1" fmla="*/ 110839 w 374396"/>
                <a:gd name="connsiteY1" fmla="*/ 357520 h 374396"/>
                <a:gd name="connsiteX2" fmla="*/ 357017 w 374396"/>
                <a:gd name="connsiteY2" fmla="*/ 267254 h 374396"/>
                <a:gd name="connsiteX3" fmla="*/ 267265 w 374396"/>
                <a:gd name="connsiteY3" fmla="*/ 21076 h 374396"/>
                <a:gd name="connsiteX4" fmla="*/ 21086 w 374396"/>
                <a:gd name="connsiteY4" fmla="*/ 111341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396" h="374396">
                  <a:moveTo>
                    <a:pt x="21086" y="111341"/>
                  </a:moveTo>
                  <a:cubicBezTo>
                    <a:pt x="-21995" y="204171"/>
                    <a:pt x="18522" y="314439"/>
                    <a:pt x="110839" y="357520"/>
                  </a:cubicBezTo>
                  <a:cubicBezTo>
                    <a:pt x="203668" y="400601"/>
                    <a:pt x="313936" y="360084"/>
                    <a:pt x="357017" y="267254"/>
                  </a:cubicBezTo>
                  <a:cubicBezTo>
                    <a:pt x="400099" y="174424"/>
                    <a:pt x="359582" y="64157"/>
                    <a:pt x="267265" y="21076"/>
                  </a:cubicBezTo>
                  <a:cubicBezTo>
                    <a:pt x="174948" y="-22006"/>
                    <a:pt x="64167" y="18511"/>
                    <a:pt x="21086" y="111341"/>
                  </a:cubicBezTo>
                  <a:close/>
                </a:path>
              </a:pathLst>
            </a:custGeom>
            <a:solidFill>
              <a:srgbClr val="1C75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2687"/>
            <p:cNvSpPr/>
            <p:nvPr/>
          </p:nvSpPr>
          <p:spPr>
            <a:xfrm>
              <a:off x="6221000" y="4231573"/>
              <a:ext cx="41030" cy="56416"/>
            </a:xfrm>
            <a:custGeom>
              <a:avLst/>
              <a:gdLst>
                <a:gd name="connsiteX0" fmla="*/ 9825 w 41029"/>
                <a:gd name="connsiteY0" fmla="*/ 3847 h 56415"/>
                <a:gd name="connsiteX1" fmla="*/ 10338 w 41029"/>
                <a:gd name="connsiteY1" fmla="*/ 4872 h 56415"/>
                <a:gd name="connsiteX2" fmla="*/ 11364 w 41029"/>
                <a:gd name="connsiteY2" fmla="*/ 5898 h 56415"/>
                <a:gd name="connsiteX3" fmla="*/ 21621 w 41029"/>
                <a:gd name="connsiteY3" fmla="*/ 16668 h 56415"/>
                <a:gd name="connsiteX4" fmla="*/ 38546 w 41029"/>
                <a:gd name="connsiteY4" fmla="*/ 40260 h 56415"/>
                <a:gd name="connsiteX5" fmla="*/ 39059 w 41029"/>
                <a:gd name="connsiteY5" fmla="*/ 45902 h 56415"/>
                <a:gd name="connsiteX6" fmla="*/ 37520 w 41029"/>
                <a:gd name="connsiteY6" fmla="*/ 52569 h 56415"/>
                <a:gd name="connsiteX7" fmla="*/ 31879 w 41029"/>
                <a:gd name="connsiteY7" fmla="*/ 52057 h 56415"/>
                <a:gd name="connsiteX8" fmla="*/ 28801 w 41029"/>
                <a:gd name="connsiteY8" fmla="*/ 51031 h 56415"/>
                <a:gd name="connsiteX9" fmla="*/ 27263 w 41029"/>
                <a:gd name="connsiteY9" fmla="*/ 50518 h 56415"/>
                <a:gd name="connsiteX10" fmla="*/ 21108 w 41029"/>
                <a:gd name="connsiteY10" fmla="*/ 49492 h 56415"/>
                <a:gd name="connsiteX11" fmla="*/ 14954 w 41029"/>
                <a:gd name="connsiteY11" fmla="*/ 45389 h 56415"/>
                <a:gd name="connsiteX12" fmla="*/ 10851 w 41029"/>
                <a:gd name="connsiteY12" fmla="*/ 38209 h 56415"/>
                <a:gd name="connsiteX13" fmla="*/ 9825 w 41029"/>
                <a:gd name="connsiteY13" fmla="*/ 36158 h 56415"/>
                <a:gd name="connsiteX14" fmla="*/ 8799 w 41029"/>
                <a:gd name="connsiteY14" fmla="*/ 34619 h 56415"/>
                <a:gd name="connsiteX15" fmla="*/ 9312 w 41029"/>
                <a:gd name="connsiteY15" fmla="*/ 33593 h 56415"/>
                <a:gd name="connsiteX16" fmla="*/ 7774 w 41029"/>
                <a:gd name="connsiteY16" fmla="*/ 29490 h 56415"/>
                <a:gd name="connsiteX17" fmla="*/ 8286 w 41029"/>
                <a:gd name="connsiteY17" fmla="*/ 25387 h 56415"/>
                <a:gd name="connsiteX18" fmla="*/ 5209 w 41029"/>
                <a:gd name="connsiteY18" fmla="*/ 19746 h 56415"/>
                <a:gd name="connsiteX19" fmla="*/ 4183 w 41029"/>
                <a:gd name="connsiteY19" fmla="*/ 14617 h 56415"/>
                <a:gd name="connsiteX20" fmla="*/ 4696 w 41029"/>
                <a:gd name="connsiteY20" fmla="*/ 8975 h 56415"/>
                <a:gd name="connsiteX21" fmla="*/ 9825 w 41029"/>
                <a:gd name="connsiteY21" fmla="*/ 3847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29" h="56415">
                  <a:moveTo>
                    <a:pt x="9825" y="3847"/>
                  </a:moveTo>
                  <a:cubicBezTo>
                    <a:pt x="10338" y="4359"/>
                    <a:pt x="10338" y="4872"/>
                    <a:pt x="10338" y="4872"/>
                  </a:cubicBezTo>
                  <a:cubicBezTo>
                    <a:pt x="10338" y="5385"/>
                    <a:pt x="11364" y="5898"/>
                    <a:pt x="11364" y="5898"/>
                  </a:cubicBezTo>
                  <a:cubicBezTo>
                    <a:pt x="11876" y="5898"/>
                    <a:pt x="16492" y="11027"/>
                    <a:pt x="21621" y="16668"/>
                  </a:cubicBezTo>
                  <a:cubicBezTo>
                    <a:pt x="26750" y="22310"/>
                    <a:pt x="38546" y="39235"/>
                    <a:pt x="38546" y="40260"/>
                  </a:cubicBezTo>
                  <a:cubicBezTo>
                    <a:pt x="38546" y="41286"/>
                    <a:pt x="39059" y="44363"/>
                    <a:pt x="39059" y="45902"/>
                  </a:cubicBezTo>
                  <a:cubicBezTo>
                    <a:pt x="38546" y="47441"/>
                    <a:pt x="38033" y="52057"/>
                    <a:pt x="37520" y="52569"/>
                  </a:cubicBezTo>
                  <a:cubicBezTo>
                    <a:pt x="37007" y="53082"/>
                    <a:pt x="33930" y="53595"/>
                    <a:pt x="31879" y="52057"/>
                  </a:cubicBezTo>
                  <a:cubicBezTo>
                    <a:pt x="31879" y="52057"/>
                    <a:pt x="31879" y="52057"/>
                    <a:pt x="28801" y="51031"/>
                  </a:cubicBezTo>
                  <a:cubicBezTo>
                    <a:pt x="27263" y="50518"/>
                    <a:pt x="27263" y="50518"/>
                    <a:pt x="27263" y="50518"/>
                  </a:cubicBezTo>
                  <a:cubicBezTo>
                    <a:pt x="25724" y="51031"/>
                    <a:pt x="23160" y="50518"/>
                    <a:pt x="21108" y="49492"/>
                  </a:cubicBezTo>
                  <a:cubicBezTo>
                    <a:pt x="19057" y="48466"/>
                    <a:pt x="14441" y="46415"/>
                    <a:pt x="14954" y="45389"/>
                  </a:cubicBezTo>
                  <a:cubicBezTo>
                    <a:pt x="14954" y="44363"/>
                    <a:pt x="12902" y="40260"/>
                    <a:pt x="10851" y="38209"/>
                  </a:cubicBezTo>
                  <a:cubicBezTo>
                    <a:pt x="10851" y="38209"/>
                    <a:pt x="10851" y="38209"/>
                    <a:pt x="9825" y="36158"/>
                  </a:cubicBezTo>
                  <a:cubicBezTo>
                    <a:pt x="8799" y="34619"/>
                    <a:pt x="8799" y="34619"/>
                    <a:pt x="8799" y="34619"/>
                  </a:cubicBezTo>
                  <a:cubicBezTo>
                    <a:pt x="10338" y="34619"/>
                    <a:pt x="10338" y="34106"/>
                    <a:pt x="9312" y="33593"/>
                  </a:cubicBezTo>
                  <a:cubicBezTo>
                    <a:pt x="8286" y="33080"/>
                    <a:pt x="7774" y="30516"/>
                    <a:pt x="7774" y="29490"/>
                  </a:cubicBezTo>
                  <a:cubicBezTo>
                    <a:pt x="7774" y="28464"/>
                    <a:pt x="9312" y="25900"/>
                    <a:pt x="8286" y="25387"/>
                  </a:cubicBezTo>
                  <a:cubicBezTo>
                    <a:pt x="7260" y="24361"/>
                    <a:pt x="5209" y="21284"/>
                    <a:pt x="5209" y="19746"/>
                  </a:cubicBezTo>
                  <a:cubicBezTo>
                    <a:pt x="5209" y="18720"/>
                    <a:pt x="5209" y="15130"/>
                    <a:pt x="4183" y="14617"/>
                  </a:cubicBezTo>
                  <a:cubicBezTo>
                    <a:pt x="3671" y="14104"/>
                    <a:pt x="3671" y="11027"/>
                    <a:pt x="4696" y="8975"/>
                  </a:cubicBezTo>
                  <a:cubicBezTo>
                    <a:pt x="5209" y="6411"/>
                    <a:pt x="9312" y="3847"/>
                    <a:pt x="982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2688"/>
            <p:cNvSpPr/>
            <p:nvPr/>
          </p:nvSpPr>
          <p:spPr>
            <a:xfrm>
              <a:off x="5925844" y="4399176"/>
              <a:ext cx="266693" cy="133347"/>
            </a:xfrm>
            <a:custGeom>
              <a:avLst/>
              <a:gdLst>
                <a:gd name="connsiteX0" fmla="*/ 27004 w 266693"/>
                <a:gd name="connsiteY0" fmla="*/ 76268 h 133346"/>
                <a:gd name="connsiteX1" fmla="*/ 10592 w 266693"/>
                <a:gd name="connsiteY1" fmla="*/ 49086 h 133346"/>
                <a:gd name="connsiteX2" fmla="*/ 10592 w 266693"/>
                <a:gd name="connsiteY2" fmla="*/ 46008 h 133346"/>
                <a:gd name="connsiteX3" fmla="*/ 12644 w 266693"/>
                <a:gd name="connsiteY3" fmla="*/ 41905 h 133346"/>
                <a:gd name="connsiteX4" fmla="*/ 12131 w 266693"/>
                <a:gd name="connsiteY4" fmla="*/ 39341 h 133346"/>
                <a:gd name="connsiteX5" fmla="*/ 7002 w 266693"/>
                <a:gd name="connsiteY5" fmla="*/ 37802 h 133346"/>
                <a:gd name="connsiteX6" fmla="*/ 5976 w 266693"/>
                <a:gd name="connsiteY6" fmla="*/ 35751 h 133346"/>
                <a:gd name="connsiteX7" fmla="*/ 10592 w 266693"/>
                <a:gd name="connsiteY7" fmla="*/ 32161 h 133346"/>
                <a:gd name="connsiteX8" fmla="*/ 16234 w 266693"/>
                <a:gd name="connsiteY8" fmla="*/ 32161 h 133346"/>
                <a:gd name="connsiteX9" fmla="*/ 18285 w 266693"/>
                <a:gd name="connsiteY9" fmla="*/ 31135 h 133346"/>
                <a:gd name="connsiteX10" fmla="*/ 15208 w 266693"/>
                <a:gd name="connsiteY10" fmla="*/ 28571 h 133346"/>
                <a:gd name="connsiteX11" fmla="*/ 8541 w 266693"/>
                <a:gd name="connsiteY11" fmla="*/ 28058 h 133346"/>
                <a:gd name="connsiteX12" fmla="*/ 3925 w 266693"/>
                <a:gd name="connsiteY12" fmla="*/ 20878 h 133346"/>
                <a:gd name="connsiteX13" fmla="*/ 7002 w 266693"/>
                <a:gd name="connsiteY13" fmla="*/ 17800 h 133346"/>
                <a:gd name="connsiteX14" fmla="*/ 10592 w 266693"/>
                <a:gd name="connsiteY14" fmla="*/ 14723 h 133346"/>
                <a:gd name="connsiteX15" fmla="*/ 13157 w 266693"/>
                <a:gd name="connsiteY15" fmla="*/ 10107 h 133346"/>
                <a:gd name="connsiteX16" fmla="*/ 16747 w 266693"/>
                <a:gd name="connsiteY16" fmla="*/ 9081 h 133346"/>
                <a:gd name="connsiteX17" fmla="*/ 20337 w 266693"/>
                <a:gd name="connsiteY17" fmla="*/ 5491 h 133346"/>
                <a:gd name="connsiteX18" fmla="*/ 24440 w 266693"/>
                <a:gd name="connsiteY18" fmla="*/ 6517 h 133346"/>
                <a:gd name="connsiteX19" fmla="*/ 27517 w 266693"/>
                <a:gd name="connsiteY19" fmla="*/ 7030 h 133346"/>
                <a:gd name="connsiteX20" fmla="*/ 31620 w 266693"/>
                <a:gd name="connsiteY20" fmla="*/ 4466 h 133346"/>
                <a:gd name="connsiteX21" fmla="*/ 33672 w 266693"/>
                <a:gd name="connsiteY21" fmla="*/ 3953 h 133346"/>
                <a:gd name="connsiteX22" fmla="*/ 36749 w 266693"/>
                <a:gd name="connsiteY22" fmla="*/ 6517 h 133346"/>
                <a:gd name="connsiteX23" fmla="*/ 36749 w 266693"/>
                <a:gd name="connsiteY23" fmla="*/ 9081 h 133346"/>
                <a:gd name="connsiteX24" fmla="*/ 35210 w 266693"/>
                <a:gd name="connsiteY24" fmla="*/ 11646 h 133346"/>
                <a:gd name="connsiteX25" fmla="*/ 39826 w 266693"/>
                <a:gd name="connsiteY25" fmla="*/ 13697 h 133346"/>
                <a:gd name="connsiteX26" fmla="*/ 41365 w 266693"/>
                <a:gd name="connsiteY26" fmla="*/ 17800 h 133346"/>
                <a:gd name="connsiteX27" fmla="*/ 33159 w 266693"/>
                <a:gd name="connsiteY27" fmla="*/ 24981 h 133346"/>
                <a:gd name="connsiteX28" fmla="*/ 30081 w 266693"/>
                <a:gd name="connsiteY28" fmla="*/ 19339 h 133346"/>
                <a:gd name="connsiteX29" fmla="*/ 25466 w 266693"/>
                <a:gd name="connsiteY29" fmla="*/ 16262 h 133346"/>
                <a:gd name="connsiteX30" fmla="*/ 22901 w 266693"/>
                <a:gd name="connsiteY30" fmla="*/ 14723 h 133346"/>
                <a:gd name="connsiteX31" fmla="*/ 18285 w 266693"/>
                <a:gd name="connsiteY31" fmla="*/ 17800 h 133346"/>
                <a:gd name="connsiteX32" fmla="*/ 16747 w 266693"/>
                <a:gd name="connsiteY32" fmla="*/ 21903 h 133346"/>
                <a:gd name="connsiteX33" fmla="*/ 15721 w 266693"/>
                <a:gd name="connsiteY33" fmla="*/ 24468 h 133346"/>
                <a:gd name="connsiteX34" fmla="*/ 19824 w 266693"/>
                <a:gd name="connsiteY34" fmla="*/ 24468 h 133346"/>
                <a:gd name="connsiteX35" fmla="*/ 23927 w 266693"/>
                <a:gd name="connsiteY35" fmla="*/ 29596 h 133346"/>
                <a:gd name="connsiteX36" fmla="*/ 23927 w 266693"/>
                <a:gd name="connsiteY36" fmla="*/ 36777 h 133346"/>
                <a:gd name="connsiteX37" fmla="*/ 26491 w 266693"/>
                <a:gd name="connsiteY37" fmla="*/ 39854 h 133346"/>
                <a:gd name="connsiteX38" fmla="*/ 30081 w 266693"/>
                <a:gd name="connsiteY38" fmla="*/ 47034 h 133346"/>
                <a:gd name="connsiteX39" fmla="*/ 32646 w 266693"/>
                <a:gd name="connsiteY39" fmla="*/ 52163 h 133346"/>
                <a:gd name="connsiteX40" fmla="*/ 34184 w 266693"/>
                <a:gd name="connsiteY40" fmla="*/ 52676 h 133346"/>
                <a:gd name="connsiteX41" fmla="*/ 40852 w 266693"/>
                <a:gd name="connsiteY41" fmla="*/ 52676 h 133346"/>
                <a:gd name="connsiteX42" fmla="*/ 45980 w 266693"/>
                <a:gd name="connsiteY42" fmla="*/ 49086 h 133346"/>
                <a:gd name="connsiteX43" fmla="*/ 47006 w 266693"/>
                <a:gd name="connsiteY43" fmla="*/ 47034 h 133346"/>
                <a:gd name="connsiteX44" fmla="*/ 51109 w 266693"/>
                <a:gd name="connsiteY44" fmla="*/ 46521 h 133346"/>
                <a:gd name="connsiteX45" fmla="*/ 53673 w 266693"/>
                <a:gd name="connsiteY45" fmla="*/ 44983 h 133346"/>
                <a:gd name="connsiteX46" fmla="*/ 50084 w 266693"/>
                <a:gd name="connsiteY46" fmla="*/ 41392 h 133346"/>
                <a:gd name="connsiteX47" fmla="*/ 48545 w 266693"/>
                <a:gd name="connsiteY47" fmla="*/ 40880 h 133346"/>
                <a:gd name="connsiteX48" fmla="*/ 45468 w 266693"/>
                <a:gd name="connsiteY48" fmla="*/ 35751 h 133346"/>
                <a:gd name="connsiteX49" fmla="*/ 34697 w 266693"/>
                <a:gd name="connsiteY49" fmla="*/ 30109 h 133346"/>
                <a:gd name="connsiteX50" fmla="*/ 37262 w 266693"/>
                <a:gd name="connsiteY50" fmla="*/ 28058 h 133346"/>
                <a:gd name="connsiteX51" fmla="*/ 39826 w 266693"/>
                <a:gd name="connsiteY51" fmla="*/ 25493 h 133346"/>
                <a:gd name="connsiteX52" fmla="*/ 43929 w 266693"/>
                <a:gd name="connsiteY52" fmla="*/ 22416 h 133346"/>
                <a:gd name="connsiteX53" fmla="*/ 49058 w 266693"/>
                <a:gd name="connsiteY53" fmla="*/ 22929 h 133346"/>
                <a:gd name="connsiteX54" fmla="*/ 49571 w 266693"/>
                <a:gd name="connsiteY54" fmla="*/ 19852 h 133346"/>
                <a:gd name="connsiteX55" fmla="*/ 50596 w 266693"/>
                <a:gd name="connsiteY55" fmla="*/ 18313 h 133346"/>
                <a:gd name="connsiteX56" fmla="*/ 57264 w 266693"/>
                <a:gd name="connsiteY56" fmla="*/ 17287 h 133346"/>
                <a:gd name="connsiteX57" fmla="*/ 60854 w 266693"/>
                <a:gd name="connsiteY57" fmla="*/ 17800 h 133346"/>
                <a:gd name="connsiteX58" fmla="*/ 65983 w 266693"/>
                <a:gd name="connsiteY58" fmla="*/ 17287 h 133346"/>
                <a:gd name="connsiteX59" fmla="*/ 69573 w 266693"/>
                <a:gd name="connsiteY59" fmla="*/ 16775 h 133346"/>
                <a:gd name="connsiteX60" fmla="*/ 77779 w 266693"/>
                <a:gd name="connsiteY60" fmla="*/ 19852 h 133346"/>
                <a:gd name="connsiteX61" fmla="*/ 82394 w 266693"/>
                <a:gd name="connsiteY61" fmla="*/ 18826 h 133346"/>
                <a:gd name="connsiteX62" fmla="*/ 83933 w 266693"/>
                <a:gd name="connsiteY62" fmla="*/ 21390 h 133346"/>
                <a:gd name="connsiteX63" fmla="*/ 82907 w 266693"/>
                <a:gd name="connsiteY63" fmla="*/ 23955 h 133346"/>
                <a:gd name="connsiteX64" fmla="*/ 80856 w 266693"/>
                <a:gd name="connsiteY64" fmla="*/ 24981 h 133346"/>
                <a:gd name="connsiteX65" fmla="*/ 77266 w 266693"/>
                <a:gd name="connsiteY65" fmla="*/ 24981 h 133346"/>
                <a:gd name="connsiteX66" fmla="*/ 73163 w 266693"/>
                <a:gd name="connsiteY66" fmla="*/ 22416 h 133346"/>
                <a:gd name="connsiteX67" fmla="*/ 71624 w 266693"/>
                <a:gd name="connsiteY67" fmla="*/ 27545 h 133346"/>
                <a:gd name="connsiteX68" fmla="*/ 73676 w 266693"/>
                <a:gd name="connsiteY68" fmla="*/ 30109 h 133346"/>
                <a:gd name="connsiteX69" fmla="*/ 76753 w 266693"/>
                <a:gd name="connsiteY69" fmla="*/ 32161 h 133346"/>
                <a:gd name="connsiteX70" fmla="*/ 80856 w 266693"/>
                <a:gd name="connsiteY70" fmla="*/ 33186 h 133346"/>
                <a:gd name="connsiteX71" fmla="*/ 81369 w 266693"/>
                <a:gd name="connsiteY71" fmla="*/ 37802 h 133346"/>
                <a:gd name="connsiteX72" fmla="*/ 78804 w 266693"/>
                <a:gd name="connsiteY72" fmla="*/ 39854 h 133346"/>
                <a:gd name="connsiteX73" fmla="*/ 80856 w 266693"/>
                <a:gd name="connsiteY73" fmla="*/ 46008 h 133346"/>
                <a:gd name="connsiteX74" fmla="*/ 83933 w 266693"/>
                <a:gd name="connsiteY74" fmla="*/ 49086 h 133346"/>
                <a:gd name="connsiteX75" fmla="*/ 84959 w 266693"/>
                <a:gd name="connsiteY75" fmla="*/ 55753 h 133346"/>
                <a:gd name="connsiteX76" fmla="*/ 90600 w 266693"/>
                <a:gd name="connsiteY76" fmla="*/ 59343 h 133346"/>
                <a:gd name="connsiteX77" fmla="*/ 91113 w 266693"/>
                <a:gd name="connsiteY77" fmla="*/ 61907 h 133346"/>
                <a:gd name="connsiteX78" fmla="*/ 94190 w 266693"/>
                <a:gd name="connsiteY78" fmla="*/ 67549 h 133346"/>
                <a:gd name="connsiteX79" fmla="*/ 99832 w 266693"/>
                <a:gd name="connsiteY79" fmla="*/ 74729 h 133346"/>
                <a:gd name="connsiteX80" fmla="*/ 103935 w 266693"/>
                <a:gd name="connsiteY80" fmla="*/ 75755 h 133346"/>
                <a:gd name="connsiteX81" fmla="*/ 107012 w 266693"/>
                <a:gd name="connsiteY81" fmla="*/ 79345 h 133346"/>
                <a:gd name="connsiteX82" fmla="*/ 99319 w 266693"/>
                <a:gd name="connsiteY82" fmla="*/ 80371 h 133346"/>
                <a:gd name="connsiteX83" fmla="*/ 96242 w 266693"/>
                <a:gd name="connsiteY83" fmla="*/ 84987 h 133346"/>
                <a:gd name="connsiteX84" fmla="*/ 95729 w 266693"/>
                <a:gd name="connsiteY84" fmla="*/ 87038 h 133346"/>
                <a:gd name="connsiteX85" fmla="*/ 93165 w 266693"/>
                <a:gd name="connsiteY85" fmla="*/ 93705 h 133346"/>
                <a:gd name="connsiteX86" fmla="*/ 100858 w 266693"/>
                <a:gd name="connsiteY86" fmla="*/ 103450 h 133346"/>
                <a:gd name="connsiteX87" fmla="*/ 110089 w 266693"/>
                <a:gd name="connsiteY87" fmla="*/ 99860 h 133346"/>
                <a:gd name="connsiteX88" fmla="*/ 108551 w 266693"/>
                <a:gd name="connsiteY88" fmla="*/ 95244 h 133346"/>
                <a:gd name="connsiteX89" fmla="*/ 112654 w 266693"/>
                <a:gd name="connsiteY89" fmla="*/ 92680 h 133346"/>
                <a:gd name="connsiteX90" fmla="*/ 119321 w 266693"/>
                <a:gd name="connsiteY90" fmla="*/ 93705 h 133346"/>
                <a:gd name="connsiteX91" fmla="*/ 127014 w 266693"/>
                <a:gd name="connsiteY91" fmla="*/ 93193 h 133346"/>
                <a:gd name="connsiteX92" fmla="*/ 133682 w 266693"/>
                <a:gd name="connsiteY92" fmla="*/ 94218 h 133346"/>
                <a:gd name="connsiteX93" fmla="*/ 134194 w 266693"/>
                <a:gd name="connsiteY93" fmla="*/ 89602 h 133346"/>
                <a:gd name="connsiteX94" fmla="*/ 136759 w 266693"/>
                <a:gd name="connsiteY94" fmla="*/ 87038 h 133346"/>
                <a:gd name="connsiteX95" fmla="*/ 133682 w 266693"/>
                <a:gd name="connsiteY95" fmla="*/ 80884 h 133346"/>
                <a:gd name="connsiteX96" fmla="*/ 134194 w 266693"/>
                <a:gd name="connsiteY96" fmla="*/ 78319 h 133346"/>
                <a:gd name="connsiteX97" fmla="*/ 135733 w 266693"/>
                <a:gd name="connsiteY97" fmla="*/ 76268 h 133346"/>
                <a:gd name="connsiteX98" fmla="*/ 138297 w 266693"/>
                <a:gd name="connsiteY98" fmla="*/ 73191 h 133346"/>
                <a:gd name="connsiteX99" fmla="*/ 142913 w 266693"/>
                <a:gd name="connsiteY99" fmla="*/ 71652 h 133346"/>
                <a:gd name="connsiteX100" fmla="*/ 145478 w 266693"/>
                <a:gd name="connsiteY100" fmla="*/ 68062 h 133346"/>
                <a:gd name="connsiteX101" fmla="*/ 153171 w 266693"/>
                <a:gd name="connsiteY101" fmla="*/ 63959 h 133346"/>
                <a:gd name="connsiteX102" fmla="*/ 162402 w 266693"/>
                <a:gd name="connsiteY102" fmla="*/ 60369 h 133346"/>
                <a:gd name="connsiteX103" fmla="*/ 170609 w 266693"/>
                <a:gd name="connsiteY103" fmla="*/ 59856 h 133346"/>
                <a:gd name="connsiteX104" fmla="*/ 174198 w 266693"/>
                <a:gd name="connsiteY104" fmla="*/ 56266 h 133346"/>
                <a:gd name="connsiteX105" fmla="*/ 178814 w 266693"/>
                <a:gd name="connsiteY105" fmla="*/ 53189 h 133346"/>
                <a:gd name="connsiteX106" fmla="*/ 181891 w 266693"/>
                <a:gd name="connsiteY106" fmla="*/ 49086 h 133346"/>
                <a:gd name="connsiteX107" fmla="*/ 185995 w 266693"/>
                <a:gd name="connsiteY107" fmla="*/ 46008 h 133346"/>
                <a:gd name="connsiteX108" fmla="*/ 191123 w 266693"/>
                <a:gd name="connsiteY108" fmla="*/ 44470 h 133346"/>
                <a:gd name="connsiteX109" fmla="*/ 193688 w 266693"/>
                <a:gd name="connsiteY109" fmla="*/ 45495 h 133346"/>
                <a:gd name="connsiteX110" fmla="*/ 195226 w 266693"/>
                <a:gd name="connsiteY110" fmla="*/ 46008 h 133346"/>
                <a:gd name="connsiteX111" fmla="*/ 198303 w 266693"/>
                <a:gd name="connsiteY111" fmla="*/ 48573 h 133346"/>
                <a:gd name="connsiteX112" fmla="*/ 201381 w 266693"/>
                <a:gd name="connsiteY112" fmla="*/ 53189 h 133346"/>
                <a:gd name="connsiteX113" fmla="*/ 204458 w 266693"/>
                <a:gd name="connsiteY113" fmla="*/ 56779 h 133346"/>
                <a:gd name="connsiteX114" fmla="*/ 205484 w 266693"/>
                <a:gd name="connsiteY114" fmla="*/ 58830 h 133346"/>
                <a:gd name="connsiteX115" fmla="*/ 210613 w 266693"/>
                <a:gd name="connsiteY115" fmla="*/ 62933 h 133346"/>
                <a:gd name="connsiteX116" fmla="*/ 218818 w 266693"/>
                <a:gd name="connsiteY116" fmla="*/ 69088 h 133346"/>
                <a:gd name="connsiteX117" fmla="*/ 219331 w 266693"/>
                <a:gd name="connsiteY117" fmla="*/ 75242 h 133346"/>
                <a:gd name="connsiteX118" fmla="*/ 222409 w 266693"/>
                <a:gd name="connsiteY118" fmla="*/ 78832 h 133346"/>
                <a:gd name="connsiteX119" fmla="*/ 225999 w 266693"/>
                <a:gd name="connsiteY119" fmla="*/ 82422 h 133346"/>
                <a:gd name="connsiteX120" fmla="*/ 230614 w 266693"/>
                <a:gd name="connsiteY120" fmla="*/ 87551 h 133346"/>
                <a:gd name="connsiteX121" fmla="*/ 232153 w 266693"/>
                <a:gd name="connsiteY121" fmla="*/ 90628 h 133346"/>
                <a:gd name="connsiteX122" fmla="*/ 231640 w 266693"/>
                <a:gd name="connsiteY122" fmla="*/ 93193 h 133346"/>
                <a:gd name="connsiteX123" fmla="*/ 232153 w 266693"/>
                <a:gd name="connsiteY123" fmla="*/ 96270 h 133346"/>
                <a:gd name="connsiteX124" fmla="*/ 237795 w 266693"/>
                <a:gd name="connsiteY124" fmla="*/ 100373 h 133346"/>
                <a:gd name="connsiteX125" fmla="*/ 239333 w 266693"/>
                <a:gd name="connsiteY125" fmla="*/ 107040 h 133346"/>
                <a:gd name="connsiteX126" fmla="*/ 242923 w 266693"/>
                <a:gd name="connsiteY126" fmla="*/ 112682 h 133346"/>
                <a:gd name="connsiteX127" fmla="*/ 249591 w 266693"/>
                <a:gd name="connsiteY127" fmla="*/ 115246 h 133346"/>
                <a:gd name="connsiteX128" fmla="*/ 254207 w 266693"/>
                <a:gd name="connsiteY128" fmla="*/ 117298 h 133346"/>
                <a:gd name="connsiteX129" fmla="*/ 255745 w 266693"/>
                <a:gd name="connsiteY129" fmla="*/ 121401 h 133346"/>
                <a:gd name="connsiteX130" fmla="*/ 260874 w 266693"/>
                <a:gd name="connsiteY130" fmla="*/ 123452 h 133346"/>
                <a:gd name="connsiteX131" fmla="*/ 265490 w 266693"/>
                <a:gd name="connsiteY131" fmla="*/ 123452 h 133346"/>
                <a:gd name="connsiteX132" fmla="*/ 267541 w 266693"/>
                <a:gd name="connsiteY132" fmla="*/ 123965 h 133346"/>
                <a:gd name="connsiteX133" fmla="*/ 265490 w 266693"/>
                <a:gd name="connsiteY133" fmla="*/ 129094 h 133346"/>
                <a:gd name="connsiteX134" fmla="*/ 263438 w 266693"/>
                <a:gd name="connsiteY134" fmla="*/ 130632 h 133346"/>
                <a:gd name="connsiteX135" fmla="*/ 262412 w 266693"/>
                <a:gd name="connsiteY135" fmla="*/ 130632 h 133346"/>
                <a:gd name="connsiteX136" fmla="*/ 257284 w 266693"/>
                <a:gd name="connsiteY136" fmla="*/ 129606 h 133346"/>
                <a:gd name="connsiteX137" fmla="*/ 249078 w 266693"/>
                <a:gd name="connsiteY137" fmla="*/ 129094 h 133346"/>
                <a:gd name="connsiteX138" fmla="*/ 239333 w 266693"/>
                <a:gd name="connsiteY138" fmla="*/ 126016 h 133346"/>
                <a:gd name="connsiteX139" fmla="*/ 235743 w 266693"/>
                <a:gd name="connsiteY139" fmla="*/ 124478 h 133346"/>
                <a:gd name="connsiteX140" fmla="*/ 233179 w 266693"/>
                <a:gd name="connsiteY140" fmla="*/ 121401 h 133346"/>
                <a:gd name="connsiteX141" fmla="*/ 230102 w 266693"/>
                <a:gd name="connsiteY141" fmla="*/ 119862 h 133346"/>
                <a:gd name="connsiteX142" fmla="*/ 222409 w 266693"/>
                <a:gd name="connsiteY142" fmla="*/ 118836 h 133346"/>
                <a:gd name="connsiteX143" fmla="*/ 211638 w 266693"/>
                <a:gd name="connsiteY143" fmla="*/ 111143 h 133346"/>
                <a:gd name="connsiteX144" fmla="*/ 203945 w 266693"/>
                <a:gd name="connsiteY144" fmla="*/ 107040 h 133346"/>
                <a:gd name="connsiteX145" fmla="*/ 200868 w 266693"/>
                <a:gd name="connsiteY145" fmla="*/ 106527 h 133346"/>
                <a:gd name="connsiteX146" fmla="*/ 195739 w 266693"/>
                <a:gd name="connsiteY146" fmla="*/ 103963 h 133346"/>
                <a:gd name="connsiteX147" fmla="*/ 185995 w 266693"/>
                <a:gd name="connsiteY147" fmla="*/ 103963 h 133346"/>
                <a:gd name="connsiteX148" fmla="*/ 179327 w 266693"/>
                <a:gd name="connsiteY148" fmla="*/ 105501 h 133346"/>
                <a:gd name="connsiteX149" fmla="*/ 174198 w 266693"/>
                <a:gd name="connsiteY149" fmla="*/ 106014 h 133346"/>
                <a:gd name="connsiteX150" fmla="*/ 166505 w 266693"/>
                <a:gd name="connsiteY150" fmla="*/ 103963 h 133346"/>
                <a:gd name="connsiteX151" fmla="*/ 164967 w 266693"/>
                <a:gd name="connsiteY151" fmla="*/ 102937 h 133346"/>
                <a:gd name="connsiteX152" fmla="*/ 159325 w 266693"/>
                <a:gd name="connsiteY152" fmla="*/ 103963 h 133346"/>
                <a:gd name="connsiteX153" fmla="*/ 151632 w 266693"/>
                <a:gd name="connsiteY153" fmla="*/ 98321 h 133346"/>
                <a:gd name="connsiteX154" fmla="*/ 147016 w 266693"/>
                <a:gd name="connsiteY154" fmla="*/ 94218 h 133346"/>
                <a:gd name="connsiteX155" fmla="*/ 143426 w 266693"/>
                <a:gd name="connsiteY155" fmla="*/ 92680 h 133346"/>
                <a:gd name="connsiteX156" fmla="*/ 139323 w 266693"/>
                <a:gd name="connsiteY156" fmla="*/ 92680 h 133346"/>
                <a:gd name="connsiteX157" fmla="*/ 137785 w 266693"/>
                <a:gd name="connsiteY157" fmla="*/ 95244 h 133346"/>
                <a:gd name="connsiteX158" fmla="*/ 132143 w 266693"/>
                <a:gd name="connsiteY158" fmla="*/ 98834 h 133346"/>
                <a:gd name="connsiteX159" fmla="*/ 129579 w 266693"/>
                <a:gd name="connsiteY159" fmla="*/ 98834 h 133346"/>
                <a:gd name="connsiteX160" fmla="*/ 125476 w 266693"/>
                <a:gd name="connsiteY160" fmla="*/ 100373 h 133346"/>
                <a:gd name="connsiteX161" fmla="*/ 121886 w 266693"/>
                <a:gd name="connsiteY161" fmla="*/ 103963 h 133346"/>
                <a:gd name="connsiteX162" fmla="*/ 115218 w 266693"/>
                <a:gd name="connsiteY162" fmla="*/ 107553 h 133346"/>
                <a:gd name="connsiteX163" fmla="*/ 105474 w 266693"/>
                <a:gd name="connsiteY163" fmla="*/ 115246 h 133346"/>
                <a:gd name="connsiteX164" fmla="*/ 95216 w 266693"/>
                <a:gd name="connsiteY164" fmla="*/ 113195 h 133346"/>
                <a:gd name="connsiteX165" fmla="*/ 89062 w 266693"/>
                <a:gd name="connsiteY165" fmla="*/ 114220 h 133346"/>
                <a:gd name="connsiteX166" fmla="*/ 89575 w 266693"/>
                <a:gd name="connsiteY166" fmla="*/ 115246 h 133346"/>
                <a:gd name="connsiteX167" fmla="*/ 93165 w 266693"/>
                <a:gd name="connsiteY167" fmla="*/ 117298 h 133346"/>
                <a:gd name="connsiteX168" fmla="*/ 88549 w 266693"/>
                <a:gd name="connsiteY168" fmla="*/ 119349 h 133346"/>
                <a:gd name="connsiteX169" fmla="*/ 82394 w 266693"/>
                <a:gd name="connsiteY169" fmla="*/ 120375 h 133346"/>
                <a:gd name="connsiteX170" fmla="*/ 77779 w 266693"/>
                <a:gd name="connsiteY170" fmla="*/ 118836 h 133346"/>
                <a:gd name="connsiteX171" fmla="*/ 70085 w 266693"/>
                <a:gd name="connsiteY171" fmla="*/ 118836 h 133346"/>
                <a:gd name="connsiteX172" fmla="*/ 27004 w 266693"/>
                <a:gd name="connsiteY172" fmla="*/ 76268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266693" h="133346">
                  <a:moveTo>
                    <a:pt x="27004" y="76268"/>
                  </a:moveTo>
                  <a:cubicBezTo>
                    <a:pt x="17772" y="61907"/>
                    <a:pt x="10592" y="49598"/>
                    <a:pt x="10592" y="49086"/>
                  </a:cubicBezTo>
                  <a:cubicBezTo>
                    <a:pt x="11105" y="48573"/>
                    <a:pt x="11105" y="47034"/>
                    <a:pt x="10592" y="46008"/>
                  </a:cubicBezTo>
                  <a:cubicBezTo>
                    <a:pt x="10079" y="44983"/>
                    <a:pt x="12131" y="41905"/>
                    <a:pt x="12644" y="41905"/>
                  </a:cubicBezTo>
                  <a:cubicBezTo>
                    <a:pt x="13670" y="42418"/>
                    <a:pt x="13670" y="40880"/>
                    <a:pt x="12131" y="39341"/>
                  </a:cubicBezTo>
                  <a:cubicBezTo>
                    <a:pt x="10592" y="37802"/>
                    <a:pt x="7002" y="38315"/>
                    <a:pt x="7002" y="37802"/>
                  </a:cubicBezTo>
                  <a:cubicBezTo>
                    <a:pt x="6489" y="37289"/>
                    <a:pt x="5464" y="36264"/>
                    <a:pt x="5976" y="35751"/>
                  </a:cubicBezTo>
                  <a:cubicBezTo>
                    <a:pt x="6489" y="35238"/>
                    <a:pt x="9054" y="32674"/>
                    <a:pt x="10592" y="32161"/>
                  </a:cubicBezTo>
                  <a:cubicBezTo>
                    <a:pt x="12131" y="32161"/>
                    <a:pt x="16234" y="31135"/>
                    <a:pt x="16234" y="32161"/>
                  </a:cubicBezTo>
                  <a:cubicBezTo>
                    <a:pt x="16747" y="33186"/>
                    <a:pt x="18798" y="32161"/>
                    <a:pt x="18285" y="31135"/>
                  </a:cubicBezTo>
                  <a:cubicBezTo>
                    <a:pt x="17772" y="30109"/>
                    <a:pt x="15721" y="28571"/>
                    <a:pt x="15208" y="28571"/>
                  </a:cubicBezTo>
                  <a:cubicBezTo>
                    <a:pt x="14695" y="29084"/>
                    <a:pt x="11618" y="29084"/>
                    <a:pt x="8541" y="28058"/>
                  </a:cubicBezTo>
                  <a:cubicBezTo>
                    <a:pt x="5464" y="26519"/>
                    <a:pt x="3412" y="21390"/>
                    <a:pt x="3925" y="20878"/>
                  </a:cubicBezTo>
                  <a:cubicBezTo>
                    <a:pt x="4438" y="20365"/>
                    <a:pt x="7515" y="19852"/>
                    <a:pt x="7002" y="17800"/>
                  </a:cubicBezTo>
                  <a:cubicBezTo>
                    <a:pt x="7002" y="15749"/>
                    <a:pt x="10592" y="15749"/>
                    <a:pt x="10592" y="14723"/>
                  </a:cubicBezTo>
                  <a:cubicBezTo>
                    <a:pt x="10592" y="13697"/>
                    <a:pt x="12644" y="10620"/>
                    <a:pt x="13157" y="10107"/>
                  </a:cubicBezTo>
                  <a:cubicBezTo>
                    <a:pt x="13670" y="9594"/>
                    <a:pt x="16747" y="10107"/>
                    <a:pt x="16747" y="9081"/>
                  </a:cubicBezTo>
                  <a:cubicBezTo>
                    <a:pt x="17260" y="8056"/>
                    <a:pt x="19311" y="5491"/>
                    <a:pt x="20337" y="5491"/>
                  </a:cubicBezTo>
                  <a:cubicBezTo>
                    <a:pt x="21363" y="5491"/>
                    <a:pt x="24440" y="6004"/>
                    <a:pt x="24440" y="6517"/>
                  </a:cubicBezTo>
                  <a:cubicBezTo>
                    <a:pt x="24440" y="7030"/>
                    <a:pt x="26491" y="8056"/>
                    <a:pt x="27517" y="7030"/>
                  </a:cubicBezTo>
                  <a:cubicBezTo>
                    <a:pt x="28543" y="6517"/>
                    <a:pt x="30594" y="4466"/>
                    <a:pt x="31620" y="4466"/>
                  </a:cubicBezTo>
                  <a:cubicBezTo>
                    <a:pt x="32133" y="4979"/>
                    <a:pt x="33672" y="3440"/>
                    <a:pt x="33672" y="3953"/>
                  </a:cubicBezTo>
                  <a:cubicBezTo>
                    <a:pt x="34184" y="4466"/>
                    <a:pt x="36749" y="6004"/>
                    <a:pt x="36749" y="6517"/>
                  </a:cubicBezTo>
                  <a:cubicBezTo>
                    <a:pt x="36749" y="7030"/>
                    <a:pt x="37775" y="8569"/>
                    <a:pt x="36749" y="9081"/>
                  </a:cubicBezTo>
                  <a:cubicBezTo>
                    <a:pt x="35723" y="9594"/>
                    <a:pt x="34184" y="11646"/>
                    <a:pt x="35210" y="11646"/>
                  </a:cubicBezTo>
                  <a:cubicBezTo>
                    <a:pt x="36236" y="11646"/>
                    <a:pt x="39313" y="12672"/>
                    <a:pt x="39826" y="13697"/>
                  </a:cubicBezTo>
                  <a:cubicBezTo>
                    <a:pt x="40852" y="14723"/>
                    <a:pt x="43416" y="16775"/>
                    <a:pt x="41365" y="17800"/>
                  </a:cubicBezTo>
                  <a:cubicBezTo>
                    <a:pt x="39313" y="18826"/>
                    <a:pt x="33672" y="23442"/>
                    <a:pt x="33159" y="24981"/>
                  </a:cubicBezTo>
                  <a:cubicBezTo>
                    <a:pt x="32646" y="26519"/>
                    <a:pt x="30081" y="23955"/>
                    <a:pt x="30081" y="19339"/>
                  </a:cubicBezTo>
                  <a:cubicBezTo>
                    <a:pt x="30081" y="19339"/>
                    <a:pt x="30081" y="19339"/>
                    <a:pt x="25466" y="16262"/>
                  </a:cubicBezTo>
                  <a:cubicBezTo>
                    <a:pt x="22901" y="14723"/>
                    <a:pt x="22901" y="14723"/>
                    <a:pt x="22901" y="14723"/>
                  </a:cubicBezTo>
                  <a:cubicBezTo>
                    <a:pt x="21363" y="15749"/>
                    <a:pt x="19311" y="17287"/>
                    <a:pt x="18285" y="17800"/>
                  </a:cubicBezTo>
                  <a:cubicBezTo>
                    <a:pt x="17260" y="18313"/>
                    <a:pt x="17260" y="21390"/>
                    <a:pt x="16747" y="21903"/>
                  </a:cubicBezTo>
                  <a:cubicBezTo>
                    <a:pt x="16234" y="22416"/>
                    <a:pt x="15208" y="24981"/>
                    <a:pt x="15721" y="24468"/>
                  </a:cubicBezTo>
                  <a:cubicBezTo>
                    <a:pt x="16234" y="23955"/>
                    <a:pt x="18798" y="23955"/>
                    <a:pt x="19824" y="24468"/>
                  </a:cubicBezTo>
                  <a:cubicBezTo>
                    <a:pt x="20850" y="24981"/>
                    <a:pt x="24440" y="28058"/>
                    <a:pt x="23927" y="29596"/>
                  </a:cubicBezTo>
                  <a:cubicBezTo>
                    <a:pt x="23927" y="31135"/>
                    <a:pt x="23414" y="36777"/>
                    <a:pt x="23927" y="36777"/>
                  </a:cubicBezTo>
                  <a:cubicBezTo>
                    <a:pt x="24440" y="36777"/>
                    <a:pt x="25979" y="38828"/>
                    <a:pt x="26491" y="39854"/>
                  </a:cubicBezTo>
                  <a:cubicBezTo>
                    <a:pt x="27004" y="41392"/>
                    <a:pt x="29569" y="45495"/>
                    <a:pt x="30081" y="47034"/>
                  </a:cubicBezTo>
                  <a:cubicBezTo>
                    <a:pt x="30594" y="48060"/>
                    <a:pt x="32133" y="51650"/>
                    <a:pt x="32646" y="52163"/>
                  </a:cubicBezTo>
                  <a:cubicBezTo>
                    <a:pt x="33159" y="52676"/>
                    <a:pt x="33672" y="53189"/>
                    <a:pt x="34184" y="52676"/>
                  </a:cubicBezTo>
                  <a:cubicBezTo>
                    <a:pt x="34697" y="52163"/>
                    <a:pt x="39313" y="53189"/>
                    <a:pt x="40852" y="52676"/>
                  </a:cubicBezTo>
                  <a:cubicBezTo>
                    <a:pt x="42391" y="51650"/>
                    <a:pt x="45980" y="49598"/>
                    <a:pt x="45980" y="49086"/>
                  </a:cubicBezTo>
                  <a:cubicBezTo>
                    <a:pt x="45980" y="48573"/>
                    <a:pt x="47519" y="48060"/>
                    <a:pt x="47006" y="47034"/>
                  </a:cubicBezTo>
                  <a:cubicBezTo>
                    <a:pt x="46493" y="46521"/>
                    <a:pt x="49571" y="46008"/>
                    <a:pt x="51109" y="46521"/>
                  </a:cubicBezTo>
                  <a:cubicBezTo>
                    <a:pt x="52648" y="47034"/>
                    <a:pt x="55212" y="46008"/>
                    <a:pt x="53673" y="44983"/>
                  </a:cubicBezTo>
                  <a:cubicBezTo>
                    <a:pt x="52135" y="43957"/>
                    <a:pt x="50084" y="40880"/>
                    <a:pt x="50084" y="41392"/>
                  </a:cubicBezTo>
                  <a:cubicBezTo>
                    <a:pt x="50084" y="41905"/>
                    <a:pt x="48032" y="41392"/>
                    <a:pt x="48545" y="40880"/>
                  </a:cubicBezTo>
                  <a:cubicBezTo>
                    <a:pt x="49058" y="40367"/>
                    <a:pt x="47519" y="37289"/>
                    <a:pt x="45468" y="35751"/>
                  </a:cubicBezTo>
                  <a:cubicBezTo>
                    <a:pt x="43416" y="34212"/>
                    <a:pt x="34697" y="30622"/>
                    <a:pt x="34697" y="30109"/>
                  </a:cubicBezTo>
                  <a:cubicBezTo>
                    <a:pt x="34697" y="29596"/>
                    <a:pt x="36236" y="28058"/>
                    <a:pt x="37262" y="28058"/>
                  </a:cubicBezTo>
                  <a:cubicBezTo>
                    <a:pt x="38287" y="28058"/>
                    <a:pt x="38800" y="25493"/>
                    <a:pt x="39826" y="25493"/>
                  </a:cubicBezTo>
                  <a:cubicBezTo>
                    <a:pt x="40852" y="25493"/>
                    <a:pt x="42903" y="21903"/>
                    <a:pt x="43929" y="22416"/>
                  </a:cubicBezTo>
                  <a:cubicBezTo>
                    <a:pt x="44955" y="22929"/>
                    <a:pt x="48545" y="23955"/>
                    <a:pt x="49058" y="22929"/>
                  </a:cubicBezTo>
                  <a:cubicBezTo>
                    <a:pt x="49571" y="22416"/>
                    <a:pt x="50084" y="20365"/>
                    <a:pt x="49571" y="19852"/>
                  </a:cubicBezTo>
                  <a:cubicBezTo>
                    <a:pt x="49058" y="19339"/>
                    <a:pt x="49058" y="18313"/>
                    <a:pt x="50596" y="18313"/>
                  </a:cubicBezTo>
                  <a:cubicBezTo>
                    <a:pt x="52135" y="18313"/>
                    <a:pt x="56751" y="17287"/>
                    <a:pt x="57264" y="17287"/>
                  </a:cubicBezTo>
                  <a:cubicBezTo>
                    <a:pt x="57777" y="17800"/>
                    <a:pt x="59828" y="18313"/>
                    <a:pt x="60854" y="17800"/>
                  </a:cubicBezTo>
                  <a:cubicBezTo>
                    <a:pt x="61880" y="17287"/>
                    <a:pt x="65983" y="17800"/>
                    <a:pt x="65983" y="17287"/>
                  </a:cubicBezTo>
                  <a:cubicBezTo>
                    <a:pt x="65983" y="16775"/>
                    <a:pt x="68547" y="16262"/>
                    <a:pt x="69573" y="16775"/>
                  </a:cubicBezTo>
                  <a:cubicBezTo>
                    <a:pt x="70599" y="17287"/>
                    <a:pt x="76753" y="19852"/>
                    <a:pt x="77779" y="19852"/>
                  </a:cubicBezTo>
                  <a:cubicBezTo>
                    <a:pt x="78804" y="19852"/>
                    <a:pt x="81881" y="18313"/>
                    <a:pt x="82394" y="18826"/>
                  </a:cubicBezTo>
                  <a:cubicBezTo>
                    <a:pt x="83420" y="19339"/>
                    <a:pt x="84959" y="20878"/>
                    <a:pt x="83933" y="21390"/>
                  </a:cubicBezTo>
                  <a:cubicBezTo>
                    <a:pt x="82907" y="21903"/>
                    <a:pt x="83420" y="23955"/>
                    <a:pt x="82907" y="23955"/>
                  </a:cubicBezTo>
                  <a:cubicBezTo>
                    <a:pt x="82394" y="23955"/>
                    <a:pt x="80856" y="23955"/>
                    <a:pt x="80856" y="24981"/>
                  </a:cubicBezTo>
                  <a:cubicBezTo>
                    <a:pt x="80856" y="26006"/>
                    <a:pt x="78292" y="27032"/>
                    <a:pt x="77266" y="24981"/>
                  </a:cubicBezTo>
                  <a:cubicBezTo>
                    <a:pt x="76240" y="23442"/>
                    <a:pt x="72650" y="20365"/>
                    <a:pt x="73163" y="22416"/>
                  </a:cubicBezTo>
                  <a:cubicBezTo>
                    <a:pt x="73676" y="24468"/>
                    <a:pt x="71111" y="27545"/>
                    <a:pt x="71624" y="27545"/>
                  </a:cubicBezTo>
                  <a:cubicBezTo>
                    <a:pt x="72137" y="27545"/>
                    <a:pt x="74188" y="29084"/>
                    <a:pt x="73676" y="30109"/>
                  </a:cubicBezTo>
                  <a:cubicBezTo>
                    <a:pt x="73676" y="31135"/>
                    <a:pt x="75727" y="32674"/>
                    <a:pt x="76753" y="32161"/>
                  </a:cubicBezTo>
                  <a:cubicBezTo>
                    <a:pt x="77779" y="31648"/>
                    <a:pt x="80343" y="31648"/>
                    <a:pt x="80856" y="33186"/>
                  </a:cubicBezTo>
                  <a:cubicBezTo>
                    <a:pt x="80856" y="34725"/>
                    <a:pt x="81369" y="38315"/>
                    <a:pt x="81369" y="37802"/>
                  </a:cubicBezTo>
                  <a:cubicBezTo>
                    <a:pt x="81369" y="37289"/>
                    <a:pt x="79317" y="37802"/>
                    <a:pt x="78804" y="39854"/>
                  </a:cubicBezTo>
                  <a:cubicBezTo>
                    <a:pt x="78804" y="41905"/>
                    <a:pt x="79830" y="46008"/>
                    <a:pt x="80856" y="46008"/>
                  </a:cubicBezTo>
                  <a:cubicBezTo>
                    <a:pt x="81369" y="46008"/>
                    <a:pt x="83933" y="48060"/>
                    <a:pt x="83933" y="49086"/>
                  </a:cubicBezTo>
                  <a:cubicBezTo>
                    <a:pt x="83933" y="50111"/>
                    <a:pt x="84446" y="54727"/>
                    <a:pt x="84959" y="55753"/>
                  </a:cubicBezTo>
                  <a:cubicBezTo>
                    <a:pt x="85472" y="56779"/>
                    <a:pt x="90600" y="58830"/>
                    <a:pt x="90600" y="59343"/>
                  </a:cubicBezTo>
                  <a:cubicBezTo>
                    <a:pt x="90600" y="59856"/>
                    <a:pt x="90600" y="61394"/>
                    <a:pt x="91113" y="61907"/>
                  </a:cubicBezTo>
                  <a:cubicBezTo>
                    <a:pt x="91626" y="61907"/>
                    <a:pt x="94190" y="65497"/>
                    <a:pt x="94190" y="67549"/>
                  </a:cubicBezTo>
                  <a:cubicBezTo>
                    <a:pt x="94190" y="69600"/>
                    <a:pt x="98806" y="74729"/>
                    <a:pt x="99832" y="74729"/>
                  </a:cubicBezTo>
                  <a:cubicBezTo>
                    <a:pt x="100858" y="74729"/>
                    <a:pt x="103422" y="74729"/>
                    <a:pt x="103935" y="75755"/>
                  </a:cubicBezTo>
                  <a:cubicBezTo>
                    <a:pt x="104961" y="76268"/>
                    <a:pt x="108038" y="78319"/>
                    <a:pt x="107012" y="79345"/>
                  </a:cubicBezTo>
                  <a:cubicBezTo>
                    <a:pt x="105986" y="80371"/>
                    <a:pt x="100345" y="79858"/>
                    <a:pt x="99319" y="80371"/>
                  </a:cubicBezTo>
                  <a:cubicBezTo>
                    <a:pt x="98293" y="81396"/>
                    <a:pt x="96242" y="84987"/>
                    <a:pt x="96242" y="84987"/>
                  </a:cubicBezTo>
                  <a:cubicBezTo>
                    <a:pt x="96242" y="85499"/>
                    <a:pt x="96755" y="86525"/>
                    <a:pt x="95729" y="87038"/>
                  </a:cubicBezTo>
                  <a:cubicBezTo>
                    <a:pt x="94703" y="87551"/>
                    <a:pt x="92652" y="92680"/>
                    <a:pt x="93165" y="93705"/>
                  </a:cubicBezTo>
                  <a:cubicBezTo>
                    <a:pt x="93165" y="94731"/>
                    <a:pt x="96755" y="100373"/>
                    <a:pt x="100858" y="103450"/>
                  </a:cubicBezTo>
                  <a:cubicBezTo>
                    <a:pt x="104961" y="106527"/>
                    <a:pt x="111115" y="100373"/>
                    <a:pt x="110089" y="99860"/>
                  </a:cubicBezTo>
                  <a:cubicBezTo>
                    <a:pt x="109064" y="98834"/>
                    <a:pt x="108038" y="96270"/>
                    <a:pt x="108551" y="95244"/>
                  </a:cubicBezTo>
                  <a:cubicBezTo>
                    <a:pt x="109064" y="94731"/>
                    <a:pt x="111628" y="91654"/>
                    <a:pt x="112654" y="92680"/>
                  </a:cubicBezTo>
                  <a:cubicBezTo>
                    <a:pt x="114193" y="93705"/>
                    <a:pt x="118296" y="95244"/>
                    <a:pt x="119321" y="93705"/>
                  </a:cubicBezTo>
                  <a:cubicBezTo>
                    <a:pt x="120347" y="92167"/>
                    <a:pt x="124963" y="92167"/>
                    <a:pt x="127014" y="93193"/>
                  </a:cubicBezTo>
                  <a:cubicBezTo>
                    <a:pt x="129066" y="94731"/>
                    <a:pt x="133682" y="94731"/>
                    <a:pt x="133682" y="94218"/>
                  </a:cubicBezTo>
                  <a:cubicBezTo>
                    <a:pt x="133682" y="93705"/>
                    <a:pt x="133682" y="90115"/>
                    <a:pt x="134194" y="89602"/>
                  </a:cubicBezTo>
                  <a:cubicBezTo>
                    <a:pt x="134708" y="89090"/>
                    <a:pt x="137272" y="88577"/>
                    <a:pt x="136759" y="87038"/>
                  </a:cubicBezTo>
                  <a:cubicBezTo>
                    <a:pt x="136246" y="85499"/>
                    <a:pt x="133682" y="81909"/>
                    <a:pt x="133682" y="80884"/>
                  </a:cubicBezTo>
                  <a:cubicBezTo>
                    <a:pt x="133682" y="80371"/>
                    <a:pt x="133682" y="78319"/>
                    <a:pt x="134194" y="78319"/>
                  </a:cubicBezTo>
                  <a:cubicBezTo>
                    <a:pt x="135220" y="78319"/>
                    <a:pt x="136246" y="76781"/>
                    <a:pt x="135733" y="76268"/>
                  </a:cubicBezTo>
                  <a:cubicBezTo>
                    <a:pt x="135220" y="75755"/>
                    <a:pt x="136759" y="73703"/>
                    <a:pt x="138297" y="73191"/>
                  </a:cubicBezTo>
                  <a:cubicBezTo>
                    <a:pt x="139323" y="72678"/>
                    <a:pt x="142913" y="72165"/>
                    <a:pt x="142913" y="71652"/>
                  </a:cubicBezTo>
                  <a:cubicBezTo>
                    <a:pt x="142913" y="71139"/>
                    <a:pt x="143939" y="69088"/>
                    <a:pt x="145478" y="68062"/>
                  </a:cubicBezTo>
                  <a:cubicBezTo>
                    <a:pt x="147016" y="67036"/>
                    <a:pt x="151632" y="63959"/>
                    <a:pt x="153171" y="63959"/>
                  </a:cubicBezTo>
                  <a:cubicBezTo>
                    <a:pt x="154709" y="63959"/>
                    <a:pt x="159838" y="61907"/>
                    <a:pt x="162402" y="60369"/>
                  </a:cubicBezTo>
                  <a:cubicBezTo>
                    <a:pt x="164967" y="58830"/>
                    <a:pt x="170095" y="60369"/>
                    <a:pt x="170609" y="59856"/>
                  </a:cubicBezTo>
                  <a:cubicBezTo>
                    <a:pt x="171121" y="59343"/>
                    <a:pt x="173173" y="56779"/>
                    <a:pt x="174198" y="56266"/>
                  </a:cubicBezTo>
                  <a:cubicBezTo>
                    <a:pt x="175224" y="55240"/>
                    <a:pt x="178302" y="53701"/>
                    <a:pt x="178814" y="53189"/>
                  </a:cubicBezTo>
                  <a:cubicBezTo>
                    <a:pt x="179327" y="52676"/>
                    <a:pt x="180866" y="49598"/>
                    <a:pt x="181891" y="49086"/>
                  </a:cubicBezTo>
                  <a:cubicBezTo>
                    <a:pt x="182917" y="48060"/>
                    <a:pt x="185995" y="47034"/>
                    <a:pt x="185995" y="46008"/>
                  </a:cubicBezTo>
                  <a:cubicBezTo>
                    <a:pt x="185482" y="45495"/>
                    <a:pt x="189072" y="44470"/>
                    <a:pt x="191123" y="44470"/>
                  </a:cubicBezTo>
                  <a:cubicBezTo>
                    <a:pt x="191123" y="44470"/>
                    <a:pt x="191123" y="44470"/>
                    <a:pt x="193688" y="45495"/>
                  </a:cubicBezTo>
                  <a:cubicBezTo>
                    <a:pt x="195226" y="46008"/>
                    <a:pt x="195226" y="46008"/>
                    <a:pt x="195226" y="46008"/>
                  </a:cubicBezTo>
                  <a:cubicBezTo>
                    <a:pt x="196252" y="47034"/>
                    <a:pt x="197791" y="48060"/>
                    <a:pt x="198303" y="48573"/>
                  </a:cubicBezTo>
                  <a:cubicBezTo>
                    <a:pt x="198817" y="49086"/>
                    <a:pt x="200868" y="52163"/>
                    <a:pt x="201381" y="53189"/>
                  </a:cubicBezTo>
                  <a:cubicBezTo>
                    <a:pt x="201894" y="54214"/>
                    <a:pt x="204458" y="56266"/>
                    <a:pt x="204458" y="56779"/>
                  </a:cubicBezTo>
                  <a:cubicBezTo>
                    <a:pt x="204458" y="57292"/>
                    <a:pt x="204971" y="58317"/>
                    <a:pt x="205484" y="58830"/>
                  </a:cubicBezTo>
                  <a:cubicBezTo>
                    <a:pt x="205997" y="59343"/>
                    <a:pt x="208561" y="61907"/>
                    <a:pt x="210613" y="62933"/>
                  </a:cubicBezTo>
                  <a:cubicBezTo>
                    <a:pt x="212664" y="63959"/>
                    <a:pt x="218818" y="68062"/>
                    <a:pt x="218818" y="69088"/>
                  </a:cubicBezTo>
                  <a:cubicBezTo>
                    <a:pt x="218818" y="70113"/>
                    <a:pt x="218818" y="74216"/>
                    <a:pt x="219331" y="75242"/>
                  </a:cubicBezTo>
                  <a:cubicBezTo>
                    <a:pt x="219844" y="76268"/>
                    <a:pt x="221383" y="78832"/>
                    <a:pt x="222409" y="78832"/>
                  </a:cubicBezTo>
                  <a:cubicBezTo>
                    <a:pt x="223434" y="79345"/>
                    <a:pt x="225999" y="81396"/>
                    <a:pt x="225999" y="82422"/>
                  </a:cubicBezTo>
                  <a:cubicBezTo>
                    <a:pt x="226511" y="83961"/>
                    <a:pt x="230614" y="87038"/>
                    <a:pt x="230614" y="87551"/>
                  </a:cubicBezTo>
                  <a:cubicBezTo>
                    <a:pt x="230614" y="88064"/>
                    <a:pt x="232153" y="90115"/>
                    <a:pt x="232153" y="90628"/>
                  </a:cubicBezTo>
                  <a:cubicBezTo>
                    <a:pt x="232153" y="91141"/>
                    <a:pt x="232153" y="92167"/>
                    <a:pt x="231640" y="93193"/>
                  </a:cubicBezTo>
                  <a:cubicBezTo>
                    <a:pt x="231127" y="94218"/>
                    <a:pt x="231127" y="96270"/>
                    <a:pt x="232153" y="96270"/>
                  </a:cubicBezTo>
                  <a:cubicBezTo>
                    <a:pt x="233179" y="96270"/>
                    <a:pt x="237282" y="99347"/>
                    <a:pt x="237795" y="100373"/>
                  </a:cubicBezTo>
                  <a:cubicBezTo>
                    <a:pt x="238307" y="101398"/>
                    <a:pt x="238307" y="106527"/>
                    <a:pt x="239333" y="107040"/>
                  </a:cubicBezTo>
                  <a:cubicBezTo>
                    <a:pt x="240872" y="108066"/>
                    <a:pt x="240872" y="112169"/>
                    <a:pt x="242923" y="112682"/>
                  </a:cubicBezTo>
                  <a:cubicBezTo>
                    <a:pt x="244975" y="113195"/>
                    <a:pt x="248565" y="115759"/>
                    <a:pt x="249591" y="115246"/>
                  </a:cubicBezTo>
                  <a:cubicBezTo>
                    <a:pt x="250104" y="114733"/>
                    <a:pt x="253694" y="116272"/>
                    <a:pt x="254207" y="117298"/>
                  </a:cubicBezTo>
                  <a:cubicBezTo>
                    <a:pt x="254719" y="117810"/>
                    <a:pt x="255232" y="120375"/>
                    <a:pt x="255745" y="121401"/>
                  </a:cubicBezTo>
                  <a:cubicBezTo>
                    <a:pt x="256258" y="122426"/>
                    <a:pt x="260361" y="123965"/>
                    <a:pt x="260874" y="123452"/>
                  </a:cubicBezTo>
                  <a:cubicBezTo>
                    <a:pt x="261387" y="122939"/>
                    <a:pt x="264464" y="123965"/>
                    <a:pt x="265490" y="123452"/>
                  </a:cubicBezTo>
                  <a:cubicBezTo>
                    <a:pt x="266515" y="123452"/>
                    <a:pt x="268054" y="122939"/>
                    <a:pt x="267541" y="123965"/>
                  </a:cubicBezTo>
                  <a:cubicBezTo>
                    <a:pt x="267028" y="124991"/>
                    <a:pt x="266003" y="128581"/>
                    <a:pt x="265490" y="129094"/>
                  </a:cubicBezTo>
                  <a:cubicBezTo>
                    <a:pt x="264977" y="129606"/>
                    <a:pt x="263438" y="130632"/>
                    <a:pt x="263438" y="130632"/>
                  </a:cubicBezTo>
                  <a:cubicBezTo>
                    <a:pt x="263438" y="130632"/>
                    <a:pt x="262926" y="130632"/>
                    <a:pt x="262412" y="130632"/>
                  </a:cubicBezTo>
                  <a:cubicBezTo>
                    <a:pt x="261900" y="130632"/>
                    <a:pt x="259335" y="130119"/>
                    <a:pt x="257284" y="129606"/>
                  </a:cubicBezTo>
                  <a:cubicBezTo>
                    <a:pt x="255745" y="129606"/>
                    <a:pt x="250616" y="129606"/>
                    <a:pt x="249078" y="129094"/>
                  </a:cubicBezTo>
                  <a:cubicBezTo>
                    <a:pt x="247539" y="128581"/>
                    <a:pt x="240359" y="126016"/>
                    <a:pt x="239333" y="126016"/>
                  </a:cubicBezTo>
                  <a:cubicBezTo>
                    <a:pt x="238307" y="125503"/>
                    <a:pt x="235743" y="123965"/>
                    <a:pt x="235743" y="124478"/>
                  </a:cubicBezTo>
                  <a:cubicBezTo>
                    <a:pt x="235230" y="124991"/>
                    <a:pt x="233179" y="122426"/>
                    <a:pt x="233179" y="121401"/>
                  </a:cubicBezTo>
                  <a:cubicBezTo>
                    <a:pt x="233179" y="120375"/>
                    <a:pt x="230102" y="118836"/>
                    <a:pt x="230102" y="119862"/>
                  </a:cubicBezTo>
                  <a:cubicBezTo>
                    <a:pt x="230102" y="120375"/>
                    <a:pt x="225486" y="119862"/>
                    <a:pt x="222409" y="118836"/>
                  </a:cubicBezTo>
                  <a:cubicBezTo>
                    <a:pt x="219331" y="117298"/>
                    <a:pt x="213690" y="111656"/>
                    <a:pt x="211638" y="111143"/>
                  </a:cubicBezTo>
                  <a:cubicBezTo>
                    <a:pt x="209587" y="110630"/>
                    <a:pt x="204971" y="107040"/>
                    <a:pt x="203945" y="107040"/>
                  </a:cubicBezTo>
                  <a:cubicBezTo>
                    <a:pt x="203432" y="107040"/>
                    <a:pt x="201381" y="107040"/>
                    <a:pt x="200868" y="106527"/>
                  </a:cubicBezTo>
                  <a:cubicBezTo>
                    <a:pt x="200355" y="106014"/>
                    <a:pt x="197791" y="104476"/>
                    <a:pt x="195739" y="103963"/>
                  </a:cubicBezTo>
                  <a:cubicBezTo>
                    <a:pt x="193688" y="103450"/>
                    <a:pt x="187533" y="103450"/>
                    <a:pt x="185995" y="103963"/>
                  </a:cubicBezTo>
                  <a:cubicBezTo>
                    <a:pt x="184456" y="104476"/>
                    <a:pt x="179840" y="106014"/>
                    <a:pt x="179327" y="105501"/>
                  </a:cubicBezTo>
                  <a:cubicBezTo>
                    <a:pt x="178814" y="104989"/>
                    <a:pt x="175737" y="104989"/>
                    <a:pt x="174198" y="106014"/>
                  </a:cubicBezTo>
                  <a:cubicBezTo>
                    <a:pt x="172660" y="107040"/>
                    <a:pt x="166505" y="104476"/>
                    <a:pt x="166505" y="103963"/>
                  </a:cubicBezTo>
                  <a:cubicBezTo>
                    <a:pt x="166505" y="103450"/>
                    <a:pt x="165480" y="102424"/>
                    <a:pt x="164967" y="102937"/>
                  </a:cubicBezTo>
                  <a:cubicBezTo>
                    <a:pt x="164454" y="103450"/>
                    <a:pt x="160864" y="104476"/>
                    <a:pt x="159325" y="103963"/>
                  </a:cubicBezTo>
                  <a:cubicBezTo>
                    <a:pt x="157787" y="103450"/>
                    <a:pt x="152145" y="99347"/>
                    <a:pt x="151632" y="98321"/>
                  </a:cubicBezTo>
                  <a:cubicBezTo>
                    <a:pt x="151119" y="97295"/>
                    <a:pt x="147016" y="94731"/>
                    <a:pt x="147016" y="94218"/>
                  </a:cubicBezTo>
                  <a:cubicBezTo>
                    <a:pt x="147016" y="93705"/>
                    <a:pt x="144452" y="92680"/>
                    <a:pt x="143426" y="92680"/>
                  </a:cubicBezTo>
                  <a:cubicBezTo>
                    <a:pt x="142401" y="92680"/>
                    <a:pt x="139323" y="92167"/>
                    <a:pt x="139323" y="92680"/>
                  </a:cubicBezTo>
                  <a:cubicBezTo>
                    <a:pt x="139836" y="93193"/>
                    <a:pt x="139323" y="94731"/>
                    <a:pt x="137785" y="95244"/>
                  </a:cubicBezTo>
                  <a:cubicBezTo>
                    <a:pt x="136246" y="95757"/>
                    <a:pt x="132656" y="98834"/>
                    <a:pt x="132143" y="98834"/>
                  </a:cubicBezTo>
                  <a:cubicBezTo>
                    <a:pt x="131630" y="98834"/>
                    <a:pt x="130092" y="98321"/>
                    <a:pt x="129579" y="98834"/>
                  </a:cubicBezTo>
                  <a:cubicBezTo>
                    <a:pt x="129066" y="99347"/>
                    <a:pt x="125989" y="99860"/>
                    <a:pt x="125476" y="100373"/>
                  </a:cubicBezTo>
                  <a:cubicBezTo>
                    <a:pt x="124963" y="100886"/>
                    <a:pt x="122911" y="103450"/>
                    <a:pt x="121886" y="103963"/>
                  </a:cubicBezTo>
                  <a:cubicBezTo>
                    <a:pt x="120860" y="103963"/>
                    <a:pt x="116757" y="105501"/>
                    <a:pt x="115218" y="107553"/>
                  </a:cubicBezTo>
                  <a:cubicBezTo>
                    <a:pt x="113680" y="109604"/>
                    <a:pt x="107525" y="115246"/>
                    <a:pt x="105474" y="115246"/>
                  </a:cubicBezTo>
                  <a:cubicBezTo>
                    <a:pt x="103935" y="115246"/>
                    <a:pt x="96755" y="113195"/>
                    <a:pt x="95216" y="113195"/>
                  </a:cubicBezTo>
                  <a:cubicBezTo>
                    <a:pt x="93678" y="113707"/>
                    <a:pt x="90088" y="114733"/>
                    <a:pt x="89062" y="114220"/>
                  </a:cubicBezTo>
                  <a:cubicBezTo>
                    <a:pt x="88549" y="113707"/>
                    <a:pt x="88549" y="115246"/>
                    <a:pt x="89575" y="115246"/>
                  </a:cubicBezTo>
                  <a:cubicBezTo>
                    <a:pt x="90600" y="115246"/>
                    <a:pt x="93678" y="116785"/>
                    <a:pt x="93165" y="117298"/>
                  </a:cubicBezTo>
                  <a:cubicBezTo>
                    <a:pt x="92652" y="117810"/>
                    <a:pt x="90600" y="119862"/>
                    <a:pt x="88549" y="119349"/>
                  </a:cubicBezTo>
                  <a:cubicBezTo>
                    <a:pt x="87010" y="118836"/>
                    <a:pt x="82907" y="120375"/>
                    <a:pt x="82394" y="120375"/>
                  </a:cubicBezTo>
                  <a:cubicBezTo>
                    <a:pt x="81881" y="120375"/>
                    <a:pt x="79830" y="118836"/>
                    <a:pt x="77779" y="118836"/>
                  </a:cubicBezTo>
                  <a:cubicBezTo>
                    <a:pt x="75727" y="118323"/>
                    <a:pt x="70599" y="118836"/>
                    <a:pt x="70085" y="118836"/>
                  </a:cubicBezTo>
                  <a:cubicBezTo>
                    <a:pt x="71111" y="120888"/>
                    <a:pt x="36236" y="91141"/>
                    <a:pt x="27004" y="7626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2689"/>
            <p:cNvSpPr/>
            <p:nvPr/>
          </p:nvSpPr>
          <p:spPr>
            <a:xfrm>
              <a:off x="5915072" y="4373538"/>
              <a:ext cx="20515" cy="51287"/>
            </a:xfrm>
            <a:custGeom>
              <a:avLst/>
              <a:gdLst>
                <a:gd name="connsiteX0" fmla="*/ 10594 w 20514"/>
                <a:gd name="connsiteY0" fmla="*/ 43438 h 51287"/>
                <a:gd name="connsiteX1" fmla="*/ 7004 w 20514"/>
                <a:gd name="connsiteY1" fmla="*/ 31642 h 51287"/>
                <a:gd name="connsiteX2" fmla="*/ 3927 w 20514"/>
                <a:gd name="connsiteY2" fmla="*/ 3947 h 51287"/>
                <a:gd name="connsiteX3" fmla="*/ 5465 w 20514"/>
                <a:gd name="connsiteY3" fmla="*/ 6511 h 51287"/>
                <a:gd name="connsiteX4" fmla="*/ 6491 w 20514"/>
                <a:gd name="connsiteY4" fmla="*/ 12153 h 51287"/>
                <a:gd name="connsiteX5" fmla="*/ 8543 w 20514"/>
                <a:gd name="connsiteY5" fmla="*/ 15743 h 51287"/>
                <a:gd name="connsiteX6" fmla="*/ 10081 w 20514"/>
                <a:gd name="connsiteY6" fmla="*/ 21385 h 51287"/>
                <a:gd name="connsiteX7" fmla="*/ 10594 w 20514"/>
                <a:gd name="connsiteY7" fmla="*/ 29078 h 51287"/>
                <a:gd name="connsiteX8" fmla="*/ 14697 w 20514"/>
                <a:gd name="connsiteY8" fmla="*/ 34207 h 51287"/>
                <a:gd name="connsiteX9" fmla="*/ 13672 w 20514"/>
                <a:gd name="connsiteY9" fmla="*/ 35232 h 51287"/>
                <a:gd name="connsiteX10" fmla="*/ 16749 w 20514"/>
                <a:gd name="connsiteY10" fmla="*/ 35745 h 51287"/>
                <a:gd name="connsiteX11" fmla="*/ 15723 w 20514"/>
                <a:gd name="connsiteY11" fmla="*/ 41900 h 51287"/>
                <a:gd name="connsiteX12" fmla="*/ 12646 w 20514"/>
                <a:gd name="connsiteY12" fmla="*/ 50106 h 51287"/>
                <a:gd name="connsiteX13" fmla="*/ 11107 w 20514"/>
                <a:gd name="connsiteY13" fmla="*/ 49593 h 51287"/>
                <a:gd name="connsiteX14" fmla="*/ 12133 w 20514"/>
                <a:gd name="connsiteY14" fmla="*/ 46003 h 51287"/>
                <a:gd name="connsiteX15" fmla="*/ 10594 w 20514"/>
                <a:gd name="connsiteY15" fmla="*/ 43438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14" h="51287">
                  <a:moveTo>
                    <a:pt x="10594" y="43438"/>
                  </a:moveTo>
                  <a:cubicBezTo>
                    <a:pt x="10081" y="43951"/>
                    <a:pt x="8543" y="38822"/>
                    <a:pt x="7004" y="31642"/>
                  </a:cubicBezTo>
                  <a:cubicBezTo>
                    <a:pt x="5465" y="24462"/>
                    <a:pt x="3414" y="4460"/>
                    <a:pt x="3927" y="3947"/>
                  </a:cubicBezTo>
                  <a:cubicBezTo>
                    <a:pt x="4440" y="3434"/>
                    <a:pt x="5465" y="4973"/>
                    <a:pt x="5465" y="6511"/>
                  </a:cubicBezTo>
                  <a:cubicBezTo>
                    <a:pt x="5465" y="8050"/>
                    <a:pt x="5978" y="12153"/>
                    <a:pt x="6491" y="12153"/>
                  </a:cubicBezTo>
                  <a:cubicBezTo>
                    <a:pt x="7004" y="12153"/>
                    <a:pt x="8543" y="14717"/>
                    <a:pt x="8543" y="15743"/>
                  </a:cubicBezTo>
                  <a:cubicBezTo>
                    <a:pt x="8543" y="16769"/>
                    <a:pt x="9569" y="20359"/>
                    <a:pt x="10081" y="21385"/>
                  </a:cubicBezTo>
                  <a:cubicBezTo>
                    <a:pt x="10081" y="22923"/>
                    <a:pt x="9569" y="28052"/>
                    <a:pt x="10594" y="29078"/>
                  </a:cubicBezTo>
                  <a:cubicBezTo>
                    <a:pt x="11107" y="30104"/>
                    <a:pt x="15210" y="33694"/>
                    <a:pt x="14697" y="34207"/>
                  </a:cubicBezTo>
                  <a:cubicBezTo>
                    <a:pt x="14184" y="34719"/>
                    <a:pt x="13672" y="36258"/>
                    <a:pt x="13672" y="35232"/>
                  </a:cubicBezTo>
                  <a:cubicBezTo>
                    <a:pt x="13672" y="34719"/>
                    <a:pt x="16236" y="35232"/>
                    <a:pt x="16749" y="35745"/>
                  </a:cubicBezTo>
                  <a:cubicBezTo>
                    <a:pt x="17262" y="36258"/>
                    <a:pt x="16236" y="39848"/>
                    <a:pt x="15723" y="41900"/>
                  </a:cubicBezTo>
                  <a:cubicBezTo>
                    <a:pt x="15210" y="43951"/>
                    <a:pt x="13158" y="50106"/>
                    <a:pt x="12646" y="50106"/>
                  </a:cubicBezTo>
                  <a:cubicBezTo>
                    <a:pt x="12133" y="50106"/>
                    <a:pt x="11620" y="50106"/>
                    <a:pt x="11107" y="49593"/>
                  </a:cubicBezTo>
                  <a:cubicBezTo>
                    <a:pt x="11107" y="49080"/>
                    <a:pt x="11107" y="47028"/>
                    <a:pt x="12133" y="46003"/>
                  </a:cubicBezTo>
                  <a:cubicBezTo>
                    <a:pt x="12133" y="45490"/>
                    <a:pt x="11107" y="42925"/>
                    <a:pt x="10594" y="4343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2690"/>
            <p:cNvSpPr/>
            <p:nvPr/>
          </p:nvSpPr>
          <p:spPr>
            <a:xfrm>
              <a:off x="5989888" y="4180799"/>
              <a:ext cx="215406" cy="235921"/>
            </a:xfrm>
            <a:custGeom>
              <a:avLst/>
              <a:gdLst>
                <a:gd name="connsiteX0" fmla="*/ 85024 w 215406"/>
                <a:gd name="connsiteY0" fmla="*/ 6411 h 235921"/>
                <a:gd name="connsiteX1" fmla="*/ 104513 w 215406"/>
                <a:gd name="connsiteY1" fmla="*/ 5385 h 235921"/>
                <a:gd name="connsiteX2" fmla="*/ 107590 w 215406"/>
                <a:gd name="connsiteY2" fmla="*/ 6924 h 235921"/>
                <a:gd name="connsiteX3" fmla="*/ 111180 w 215406"/>
                <a:gd name="connsiteY3" fmla="*/ 3847 h 235921"/>
                <a:gd name="connsiteX4" fmla="*/ 119899 w 215406"/>
                <a:gd name="connsiteY4" fmla="*/ 4872 h 235921"/>
                <a:gd name="connsiteX5" fmla="*/ 129131 w 215406"/>
                <a:gd name="connsiteY5" fmla="*/ 11027 h 235921"/>
                <a:gd name="connsiteX6" fmla="*/ 133747 w 215406"/>
                <a:gd name="connsiteY6" fmla="*/ 18720 h 235921"/>
                <a:gd name="connsiteX7" fmla="*/ 140927 w 215406"/>
                <a:gd name="connsiteY7" fmla="*/ 24361 h 235921"/>
                <a:gd name="connsiteX8" fmla="*/ 147081 w 215406"/>
                <a:gd name="connsiteY8" fmla="*/ 32567 h 235921"/>
                <a:gd name="connsiteX9" fmla="*/ 140414 w 215406"/>
                <a:gd name="connsiteY9" fmla="*/ 32567 h 235921"/>
                <a:gd name="connsiteX10" fmla="*/ 137850 w 215406"/>
                <a:gd name="connsiteY10" fmla="*/ 33593 h 235921"/>
                <a:gd name="connsiteX11" fmla="*/ 140414 w 215406"/>
                <a:gd name="connsiteY11" fmla="*/ 36670 h 235921"/>
                <a:gd name="connsiteX12" fmla="*/ 140927 w 215406"/>
                <a:gd name="connsiteY12" fmla="*/ 39235 h 235921"/>
                <a:gd name="connsiteX13" fmla="*/ 145030 w 215406"/>
                <a:gd name="connsiteY13" fmla="*/ 40260 h 235921"/>
                <a:gd name="connsiteX14" fmla="*/ 149646 w 215406"/>
                <a:gd name="connsiteY14" fmla="*/ 40260 h 235921"/>
                <a:gd name="connsiteX15" fmla="*/ 155800 w 215406"/>
                <a:gd name="connsiteY15" fmla="*/ 41799 h 235921"/>
                <a:gd name="connsiteX16" fmla="*/ 161442 w 215406"/>
                <a:gd name="connsiteY16" fmla="*/ 46415 h 235921"/>
                <a:gd name="connsiteX17" fmla="*/ 163493 w 215406"/>
                <a:gd name="connsiteY17" fmla="*/ 51031 h 235921"/>
                <a:gd name="connsiteX18" fmla="*/ 167083 w 215406"/>
                <a:gd name="connsiteY18" fmla="*/ 60262 h 235921"/>
                <a:gd name="connsiteX19" fmla="*/ 168622 w 215406"/>
                <a:gd name="connsiteY19" fmla="*/ 63853 h 235921"/>
                <a:gd name="connsiteX20" fmla="*/ 171699 w 215406"/>
                <a:gd name="connsiteY20" fmla="*/ 63853 h 235921"/>
                <a:gd name="connsiteX21" fmla="*/ 179392 w 215406"/>
                <a:gd name="connsiteY21" fmla="*/ 70520 h 235921"/>
                <a:gd name="connsiteX22" fmla="*/ 183495 w 215406"/>
                <a:gd name="connsiteY22" fmla="*/ 79239 h 235921"/>
                <a:gd name="connsiteX23" fmla="*/ 179392 w 215406"/>
                <a:gd name="connsiteY23" fmla="*/ 79752 h 235921"/>
                <a:gd name="connsiteX24" fmla="*/ 176315 w 215406"/>
                <a:gd name="connsiteY24" fmla="*/ 82316 h 235921"/>
                <a:gd name="connsiteX25" fmla="*/ 182470 w 215406"/>
                <a:gd name="connsiteY25" fmla="*/ 84367 h 235921"/>
                <a:gd name="connsiteX26" fmla="*/ 189650 w 215406"/>
                <a:gd name="connsiteY26" fmla="*/ 82829 h 235921"/>
                <a:gd name="connsiteX27" fmla="*/ 193240 w 215406"/>
                <a:gd name="connsiteY27" fmla="*/ 86419 h 235921"/>
                <a:gd name="connsiteX28" fmla="*/ 183495 w 215406"/>
                <a:gd name="connsiteY28" fmla="*/ 89496 h 235921"/>
                <a:gd name="connsiteX29" fmla="*/ 178879 w 215406"/>
                <a:gd name="connsiteY29" fmla="*/ 87445 h 235921"/>
                <a:gd name="connsiteX30" fmla="*/ 174777 w 215406"/>
                <a:gd name="connsiteY30" fmla="*/ 85393 h 235921"/>
                <a:gd name="connsiteX31" fmla="*/ 170161 w 215406"/>
                <a:gd name="connsiteY31" fmla="*/ 85906 h 235921"/>
                <a:gd name="connsiteX32" fmla="*/ 166570 w 215406"/>
                <a:gd name="connsiteY32" fmla="*/ 86419 h 235921"/>
                <a:gd name="connsiteX33" fmla="*/ 162468 w 215406"/>
                <a:gd name="connsiteY33" fmla="*/ 87958 h 235921"/>
                <a:gd name="connsiteX34" fmla="*/ 157852 w 215406"/>
                <a:gd name="connsiteY34" fmla="*/ 86932 h 235921"/>
                <a:gd name="connsiteX35" fmla="*/ 152723 w 215406"/>
                <a:gd name="connsiteY35" fmla="*/ 89496 h 235921"/>
                <a:gd name="connsiteX36" fmla="*/ 153749 w 215406"/>
                <a:gd name="connsiteY36" fmla="*/ 95651 h 235921"/>
                <a:gd name="connsiteX37" fmla="*/ 158365 w 215406"/>
                <a:gd name="connsiteY37" fmla="*/ 99754 h 235921"/>
                <a:gd name="connsiteX38" fmla="*/ 158365 w 215406"/>
                <a:gd name="connsiteY38" fmla="*/ 102831 h 235921"/>
                <a:gd name="connsiteX39" fmla="*/ 159903 w 215406"/>
                <a:gd name="connsiteY39" fmla="*/ 104369 h 235921"/>
                <a:gd name="connsiteX40" fmla="*/ 162981 w 215406"/>
                <a:gd name="connsiteY40" fmla="*/ 108472 h 235921"/>
                <a:gd name="connsiteX41" fmla="*/ 170161 w 215406"/>
                <a:gd name="connsiteY41" fmla="*/ 115653 h 235921"/>
                <a:gd name="connsiteX42" fmla="*/ 167083 w 215406"/>
                <a:gd name="connsiteY42" fmla="*/ 117191 h 235921"/>
                <a:gd name="connsiteX43" fmla="*/ 162468 w 215406"/>
                <a:gd name="connsiteY43" fmla="*/ 116166 h 235921"/>
                <a:gd name="connsiteX44" fmla="*/ 154774 w 215406"/>
                <a:gd name="connsiteY44" fmla="*/ 116166 h 235921"/>
                <a:gd name="connsiteX45" fmla="*/ 146569 w 215406"/>
                <a:gd name="connsiteY45" fmla="*/ 116166 h 235921"/>
                <a:gd name="connsiteX46" fmla="*/ 142466 w 215406"/>
                <a:gd name="connsiteY46" fmla="*/ 116166 h 235921"/>
                <a:gd name="connsiteX47" fmla="*/ 139388 w 215406"/>
                <a:gd name="connsiteY47" fmla="*/ 117191 h 235921"/>
                <a:gd name="connsiteX48" fmla="*/ 133747 w 215406"/>
                <a:gd name="connsiteY48" fmla="*/ 117191 h 235921"/>
                <a:gd name="connsiteX49" fmla="*/ 132721 w 215406"/>
                <a:gd name="connsiteY49" fmla="*/ 121294 h 235921"/>
                <a:gd name="connsiteX50" fmla="*/ 132208 w 215406"/>
                <a:gd name="connsiteY50" fmla="*/ 122320 h 235921"/>
                <a:gd name="connsiteX51" fmla="*/ 130669 w 215406"/>
                <a:gd name="connsiteY51" fmla="*/ 124372 h 235921"/>
                <a:gd name="connsiteX52" fmla="*/ 128618 w 215406"/>
                <a:gd name="connsiteY52" fmla="*/ 128987 h 235921"/>
                <a:gd name="connsiteX53" fmla="*/ 121951 w 215406"/>
                <a:gd name="connsiteY53" fmla="*/ 129500 h 235921"/>
                <a:gd name="connsiteX54" fmla="*/ 114258 w 215406"/>
                <a:gd name="connsiteY54" fmla="*/ 133603 h 235921"/>
                <a:gd name="connsiteX55" fmla="*/ 115796 w 215406"/>
                <a:gd name="connsiteY55" fmla="*/ 135655 h 235921"/>
                <a:gd name="connsiteX56" fmla="*/ 120412 w 215406"/>
                <a:gd name="connsiteY56" fmla="*/ 134116 h 235921"/>
                <a:gd name="connsiteX57" fmla="*/ 125028 w 215406"/>
                <a:gd name="connsiteY57" fmla="*/ 133090 h 235921"/>
                <a:gd name="connsiteX58" fmla="*/ 128618 w 215406"/>
                <a:gd name="connsiteY58" fmla="*/ 129500 h 235921"/>
                <a:gd name="connsiteX59" fmla="*/ 134773 w 215406"/>
                <a:gd name="connsiteY59" fmla="*/ 131039 h 235921"/>
                <a:gd name="connsiteX60" fmla="*/ 139388 w 215406"/>
                <a:gd name="connsiteY60" fmla="*/ 135655 h 235921"/>
                <a:gd name="connsiteX61" fmla="*/ 140414 w 215406"/>
                <a:gd name="connsiteY61" fmla="*/ 141296 h 235921"/>
                <a:gd name="connsiteX62" fmla="*/ 141440 w 215406"/>
                <a:gd name="connsiteY62" fmla="*/ 147451 h 235921"/>
                <a:gd name="connsiteX63" fmla="*/ 137337 w 215406"/>
                <a:gd name="connsiteY63" fmla="*/ 156170 h 235921"/>
                <a:gd name="connsiteX64" fmla="*/ 126054 w 215406"/>
                <a:gd name="connsiteY64" fmla="*/ 156682 h 235921"/>
                <a:gd name="connsiteX65" fmla="*/ 115283 w 215406"/>
                <a:gd name="connsiteY65" fmla="*/ 157195 h 235921"/>
                <a:gd name="connsiteX66" fmla="*/ 112719 w 215406"/>
                <a:gd name="connsiteY66" fmla="*/ 157708 h 235921"/>
                <a:gd name="connsiteX67" fmla="*/ 117848 w 215406"/>
                <a:gd name="connsiteY67" fmla="*/ 159247 h 235921"/>
                <a:gd name="connsiteX68" fmla="*/ 124515 w 215406"/>
                <a:gd name="connsiteY68" fmla="*/ 157708 h 235921"/>
                <a:gd name="connsiteX69" fmla="*/ 134260 w 215406"/>
                <a:gd name="connsiteY69" fmla="*/ 158221 h 235921"/>
                <a:gd name="connsiteX70" fmla="*/ 142978 w 215406"/>
                <a:gd name="connsiteY70" fmla="*/ 156682 h 235921"/>
                <a:gd name="connsiteX71" fmla="*/ 144004 w 215406"/>
                <a:gd name="connsiteY71" fmla="*/ 151554 h 235921"/>
                <a:gd name="connsiteX72" fmla="*/ 147594 w 215406"/>
                <a:gd name="connsiteY72" fmla="*/ 148477 h 235921"/>
                <a:gd name="connsiteX73" fmla="*/ 155800 w 215406"/>
                <a:gd name="connsiteY73" fmla="*/ 155657 h 235921"/>
                <a:gd name="connsiteX74" fmla="*/ 162981 w 215406"/>
                <a:gd name="connsiteY74" fmla="*/ 166940 h 235921"/>
                <a:gd name="connsiteX75" fmla="*/ 166570 w 215406"/>
                <a:gd name="connsiteY75" fmla="*/ 172581 h 235921"/>
                <a:gd name="connsiteX76" fmla="*/ 177854 w 215406"/>
                <a:gd name="connsiteY76" fmla="*/ 179762 h 235921"/>
                <a:gd name="connsiteX77" fmla="*/ 191701 w 215406"/>
                <a:gd name="connsiteY77" fmla="*/ 190532 h 235921"/>
                <a:gd name="connsiteX78" fmla="*/ 201446 w 215406"/>
                <a:gd name="connsiteY78" fmla="*/ 200277 h 235921"/>
                <a:gd name="connsiteX79" fmla="*/ 202985 w 215406"/>
                <a:gd name="connsiteY79" fmla="*/ 204380 h 235921"/>
                <a:gd name="connsiteX80" fmla="*/ 208113 w 215406"/>
                <a:gd name="connsiteY80" fmla="*/ 209508 h 235921"/>
                <a:gd name="connsiteX81" fmla="*/ 213242 w 215406"/>
                <a:gd name="connsiteY81" fmla="*/ 219766 h 235921"/>
                <a:gd name="connsiteX82" fmla="*/ 206575 w 215406"/>
                <a:gd name="connsiteY82" fmla="*/ 229510 h 235921"/>
                <a:gd name="connsiteX83" fmla="*/ 194778 w 215406"/>
                <a:gd name="connsiteY83" fmla="*/ 228485 h 235921"/>
                <a:gd name="connsiteX84" fmla="*/ 186060 w 215406"/>
                <a:gd name="connsiteY84" fmla="*/ 225920 h 235921"/>
                <a:gd name="connsiteX85" fmla="*/ 173751 w 215406"/>
                <a:gd name="connsiteY85" fmla="*/ 224382 h 235921"/>
                <a:gd name="connsiteX86" fmla="*/ 164006 w 215406"/>
                <a:gd name="connsiteY86" fmla="*/ 218227 h 235921"/>
                <a:gd name="connsiteX87" fmla="*/ 153749 w 215406"/>
                <a:gd name="connsiteY87" fmla="*/ 216688 h 235921"/>
                <a:gd name="connsiteX88" fmla="*/ 142466 w 215406"/>
                <a:gd name="connsiteY88" fmla="*/ 213611 h 235921"/>
                <a:gd name="connsiteX89" fmla="*/ 133747 w 215406"/>
                <a:gd name="connsiteY89" fmla="*/ 210534 h 235921"/>
                <a:gd name="connsiteX90" fmla="*/ 132208 w 215406"/>
                <a:gd name="connsiteY90" fmla="*/ 214124 h 235921"/>
                <a:gd name="connsiteX91" fmla="*/ 127080 w 215406"/>
                <a:gd name="connsiteY91" fmla="*/ 217201 h 235921"/>
                <a:gd name="connsiteX92" fmla="*/ 126566 w 215406"/>
                <a:gd name="connsiteY92" fmla="*/ 218227 h 235921"/>
                <a:gd name="connsiteX93" fmla="*/ 125028 w 215406"/>
                <a:gd name="connsiteY93" fmla="*/ 220279 h 235921"/>
                <a:gd name="connsiteX94" fmla="*/ 126566 w 215406"/>
                <a:gd name="connsiteY94" fmla="*/ 225920 h 235921"/>
                <a:gd name="connsiteX95" fmla="*/ 121951 w 215406"/>
                <a:gd name="connsiteY95" fmla="*/ 233100 h 235921"/>
                <a:gd name="connsiteX96" fmla="*/ 112206 w 215406"/>
                <a:gd name="connsiteY96" fmla="*/ 236178 h 235921"/>
                <a:gd name="connsiteX97" fmla="*/ 99384 w 215406"/>
                <a:gd name="connsiteY97" fmla="*/ 234126 h 235921"/>
                <a:gd name="connsiteX98" fmla="*/ 86050 w 215406"/>
                <a:gd name="connsiteY98" fmla="*/ 226433 h 235921"/>
                <a:gd name="connsiteX99" fmla="*/ 78869 w 215406"/>
                <a:gd name="connsiteY99" fmla="*/ 216176 h 235921"/>
                <a:gd name="connsiteX100" fmla="*/ 77331 w 215406"/>
                <a:gd name="connsiteY100" fmla="*/ 214637 h 235921"/>
                <a:gd name="connsiteX101" fmla="*/ 75279 w 215406"/>
                <a:gd name="connsiteY101" fmla="*/ 212073 h 235921"/>
                <a:gd name="connsiteX102" fmla="*/ 68612 w 215406"/>
                <a:gd name="connsiteY102" fmla="*/ 205918 h 235921"/>
                <a:gd name="connsiteX103" fmla="*/ 67586 w 215406"/>
                <a:gd name="connsiteY103" fmla="*/ 200789 h 235921"/>
                <a:gd name="connsiteX104" fmla="*/ 70151 w 215406"/>
                <a:gd name="connsiteY104" fmla="*/ 196174 h 235921"/>
                <a:gd name="connsiteX105" fmla="*/ 72715 w 215406"/>
                <a:gd name="connsiteY105" fmla="*/ 184890 h 235921"/>
                <a:gd name="connsiteX106" fmla="*/ 75792 w 215406"/>
                <a:gd name="connsiteY106" fmla="*/ 178736 h 235921"/>
                <a:gd name="connsiteX107" fmla="*/ 77844 w 215406"/>
                <a:gd name="connsiteY107" fmla="*/ 179762 h 235921"/>
                <a:gd name="connsiteX108" fmla="*/ 84511 w 215406"/>
                <a:gd name="connsiteY108" fmla="*/ 177710 h 235921"/>
                <a:gd name="connsiteX109" fmla="*/ 90665 w 215406"/>
                <a:gd name="connsiteY109" fmla="*/ 172069 h 235921"/>
                <a:gd name="connsiteX110" fmla="*/ 92204 w 215406"/>
                <a:gd name="connsiteY110" fmla="*/ 163863 h 235921"/>
                <a:gd name="connsiteX111" fmla="*/ 96820 w 215406"/>
                <a:gd name="connsiteY111" fmla="*/ 153605 h 235921"/>
                <a:gd name="connsiteX112" fmla="*/ 93230 w 215406"/>
                <a:gd name="connsiteY112" fmla="*/ 148989 h 235921"/>
                <a:gd name="connsiteX113" fmla="*/ 92204 w 215406"/>
                <a:gd name="connsiteY113" fmla="*/ 148989 h 235921"/>
                <a:gd name="connsiteX114" fmla="*/ 91178 w 215406"/>
                <a:gd name="connsiteY114" fmla="*/ 151554 h 235921"/>
                <a:gd name="connsiteX115" fmla="*/ 87588 w 215406"/>
                <a:gd name="connsiteY115" fmla="*/ 158221 h 235921"/>
                <a:gd name="connsiteX116" fmla="*/ 85024 w 215406"/>
                <a:gd name="connsiteY116" fmla="*/ 159247 h 235921"/>
                <a:gd name="connsiteX117" fmla="*/ 83998 w 215406"/>
                <a:gd name="connsiteY117" fmla="*/ 159760 h 235921"/>
                <a:gd name="connsiteX118" fmla="*/ 80408 w 215406"/>
                <a:gd name="connsiteY118" fmla="*/ 159247 h 235921"/>
                <a:gd name="connsiteX119" fmla="*/ 76305 w 215406"/>
                <a:gd name="connsiteY119" fmla="*/ 157195 h 235921"/>
                <a:gd name="connsiteX120" fmla="*/ 78869 w 215406"/>
                <a:gd name="connsiteY120" fmla="*/ 159247 h 235921"/>
                <a:gd name="connsiteX121" fmla="*/ 84511 w 215406"/>
                <a:gd name="connsiteY121" fmla="*/ 160785 h 235921"/>
                <a:gd name="connsiteX122" fmla="*/ 86563 w 215406"/>
                <a:gd name="connsiteY122" fmla="*/ 162324 h 235921"/>
                <a:gd name="connsiteX123" fmla="*/ 83998 w 215406"/>
                <a:gd name="connsiteY123" fmla="*/ 162837 h 235921"/>
                <a:gd name="connsiteX124" fmla="*/ 82972 w 215406"/>
                <a:gd name="connsiteY124" fmla="*/ 163863 h 235921"/>
                <a:gd name="connsiteX125" fmla="*/ 79895 w 215406"/>
                <a:gd name="connsiteY125" fmla="*/ 165401 h 235921"/>
                <a:gd name="connsiteX126" fmla="*/ 75279 w 215406"/>
                <a:gd name="connsiteY126" fmla="*/ 163863 h 235921"/>
                <a:gd name="connsiteX127" fmla="*/ 74253 w 215406"/>
                <a:gd name="connsiteY127" fmla="*/ 163863 h 235921"/>
                <a:gd name="connsiteX128" fmla="*/ 71176 w 215406"/>
                <a:gd name="connsiteY128" fmla="*/ 163863 h 235921"/>
                <a:gd name="connsiteX129" fmla="*/ 67586 w 215406"/>
                <a:gd name="connsiteY129" fmla="*/ 164376 h 235921"/>
                <a:gd name="connsiteX130" fmla="*/ 65022 w 215406"/>
                <a:gd name="connsiteY130" fmla="*/ 165914 h 235921"/>
                <a:gd name="connsiteX131" fmla="*/ 71689 w 215406"/>
                <a:gd name="connsiteY131" fmla="*/ 165401 h 235921"/>
                <a:gd name="connsiteX132" fmla="*/ 72202 w 215406"/>
                <a:gd name="connsiteY132" fmla="*/ 166940 h 235921"/>
                <a:gd name="connsiteX133" fmla="*/ 74253 w 215406"/>
                <a:gd name="connsiteY133" fmla="*/ 168991 h 235921"/>
                <a:gd name="connsiteX134" fmla="*/ 76305 w 215406"/>
                <a:gd name="connsiteY134" fmla="*/ 173094 h 235921"/>
                <a:gd name="connsiteX135" fmla="*/ 73741 w 215406"/>
                <a:gd name="connsiteY135" fmla="*/ 172069 h 235921"/>
                <a:gd name="connsiteX136" fmla="*/ 70664 w 215406"/>
                <a:gd name="connsiteY136" fmla="*/ 170017 h 235921"/>
                <a:gd name="connsiteX137" fmla="*/ 65535 w 215406"/>
                <a:gd name="connsiteY137" fmla="*/ 172581 h 235921"/>
                <a:gd name="connsiteX138" fmla="*/ 67586 w 215406"/>
                <a:gd name="connsiteY138" fmla="*/ 174120 h 235921"/>
                <a:gd name="connsiteX139" fmla="*/ 66048 w 215406"/>
                <a:gd name="connsiteY139" fmla="*/ 177710 h 235921"/>
                <a:gd name="connsiteX140" fmla="*/ 60406 w 215406"/>
                <a:gd name="connsiteY140" fmla="*/ 176172 h 235921"/>
                <a:gd name="connsiteX141" fmla="*/ 59893 w 215406"/>
                <a:gd name="connsiteY141" fmla="*/ 182326 h 235921"/>
                <a:gd name="connsiteX142" fmla="*/ 63996 w 215406"/>
                <a:gd name="connsiteY142" fmla="*/ 189506 h 235921"/>
                <a:gd name="connsiteX143" fmla="*/ 67586 w 215406"/>
                <a:gd name="connsiteY143" fmla="*/ 195148 h 235921"/>
                <a:gd name="connsiteX144" fmla="*/ 65022 w 215406"/>
                <a:gd name="connsiteY144" fmla="*/ 199251 h 235921"/>
                <a:gd name="connsiteX145" fmla="*/ 60919 w 215406"/>
                <a:gd name="connsiteY145" fmla="*/ 202328 h 235921"/>
                <a:gd name="connsiteX146" fmla="*/ 54252 w 215406"/>
                <a:gd name="connsiteY146" fmla="*/ 199764 h 235921"/>
                <a:gd name="connsiteX147" fmla="*/ 50661 w 215406"/>
                <a:gd name="connsiteY147" fmla="*/ 193609 h 235921"/>
                <a:gd name="connsiteX148" fmla="*/ 53226 w 215406"/>
                <a:gd name="connsiteY148" fmla="*/ 187455 h 235921"/>
                <a:gd name="connsiteX149" fmla="*/ 50149 w 215406"/>
                <a:gd name="connsiteY149" fmla="*/ 186429 h 235921"/>
                <a:gd name="connsiteX150" fmla="*/ 45020 w 215406"/>
                <a:gd name="connsiteY150" fmla="*/ 186942 h 235921"/>
                <a:gd name="connsiteX151" fmla="*/ 42456 w 215406"/>
                <a:gd name="connsiteY151" fmla="*/ 187455 h 235921"/>
                <a:gd name="connsiteX152" fmla="*/ 40917 w 215406"/>
                <a:gd name="connsiteY152" fmla="*/ 182839 h 235921"/>
                <a:gd name="connsiteX153" fmla="*/ 41430 w 215406"/>
                <a:gd name="connsiteY153" fmla="*/ 178223 h 235921"/>
                <a:gd name="connsiteX154" fmla="*/ 39378 w 215406"/>
                <a:gd name="connsiteY154" fmla="*/ 180787 h 235921"/>
                <a:gd name="connsiteX155" fmla="*/ 36814 w 215406"/>
                <a:gd name="connsiteY155" fmla="*/ 185916 h 235921"/>
                <a:gd name="connsiteX156" fmla="*/ 34763 w 215406"/>
                <a:gd name="connsiteY156" fmla="*/ 183352 h 235921"/>
                <a:gd name="connsiteX157" fmla="*/ 30659 w 215406"/>
                <a:gd name="connsiteY157" fmla="*/ 180275 h 235921"/>
                <a:gd name="connsiteX158" fmla="*/ 28095 w 215406"/>
                <a:gd name="connsiteY158" fmla="*/ 178736 h 235921"/>
                <a:gd name="connsiteX159" fmla="*/ 23992 w 215406"/>
                <a:gd name="connsiteY159" fmla="*/ 178736 h 235921"/>
                <a:gd name="connsiteX160" fmla="*/ 17838 w 215406"/>
                <a:gd name="connsiteY160" fmla="*/ 174120 h 235921"/>
                <a:gd name="connsiteX161" fmla="*/ 19376 w 215406"/>
                <a:gd name="connsiteY161" fmla="*/ 171556 h 235921"/>
                <a:gd name="connsiteX162" fmla="*/ 21428 w 215406"/>
                <a:gd name="connsiteY162" fmla="*/ 173094 h 235921"/>
                <a:gd name="connsiteX163" fmla="*/ 26044 w 215406"/>
                <a:gd name="connsiteY163" fmla="*/ 172069 h 235921"/>
                <a:gd name="connsiteX164" fmla="*/ 33224 w 215406"/>
                <a:gd name="connsiteY164" fmla="*/ 174120 h 235921"/>
                <a:gd name="connsiteX165" fmla="*/ 36814 w 215406"/>
                <a:gd name="connsiteY165" fmla="*/ 175146 h 235921"/>
                <a:gd name="connsiteX166" fmla="*/ 38865 w 215406"/>
                <a:gd name="connsiteY166" fmla="*/ 177197 h 235921"/>
                <a:gd name="connsiteX167" fmla="*/ 38352 w 215406"/>
                <a:gd name="connsiteY167" fmla="*/ 172069 h 235921"/>
                <a:gd name="connsiteX168" fmla="*/ 36301 w 215406"/>
                <a:gd name="connsiteY168" fmla="*/ 168479 h 235921"/>
                <a:gd name="connsiteX169" fmla="*/ 36301 w 215406"/>
                <a:gd name="connsiteY169" fmla="*/ 163863 h 235921"/>
                <a:gd name="connsiteX170" fmla="*/ 33737 w 215406"/>
                <a:gd name="connsiteY170" fmla="*/ 163350 h 235921"/>
                <a:gd name="connsiteX171" fmla="*/ 30147 w 215406"/>
                <a:gd name="connsiteY171" fmla="*/ 162324 h 235921"/>
                <a:gd name="connsiteX172" fmla="*/ 24505 w 215406"/>
                <a:gd name="connsiteY172" fmla="*/ 162837 h 235921"/>
                <a:gd name="connsiteX173" fmla="*/ 16299 w 215406"/>
                <a:gd name="connsiteY173" fmla="*/ 159760 h 235921"/>
                <a:gd name="connsiteX174" fmla="*/ 13735 w 215406"/>
                <a:gd name="connsiteY174" fmla="*/ 153092 h 235921"/>
                <a:gd name="connsiteX175" fmla="*/ 12196 w 215406"/>
                <a:gd name="connsiteY175" fmla="*/ 151554 h 235921"/>
                <a:gd name="connsiteX176" fmla="*/ 11683 w 215406"/>
                <a:gd name="connsiteY176" fmla="*/ 148477 h 235921"/>
                <a:gd name="connsiteX177" fmla="*/ 6555 w 215406"/>
                <a:gd name="connsiteY177" fmla="*/ 140783 h 235921"/>
                <a:gd name="connsiteX178" fmla="*/ 3990 w 215406"/>
                <a:gd name="connsiteY178" fmla="*/ 133603 h 235921"/>
                <a:gd name="connsiteX179" fmla="*/ 4503 w 215406"/>
                <a:gd name="connsiteY179" fmla="*/ 130526 h 235921"/>
                <a:gd name="connsiteX180" fmla="*/ 3990 w 215406"/>
                <a:gd name="connsiteY180" fmla="*/ 124372 h 235921"/>
                <a:gd name="connsiteX181" fmla="*/ 7067 w 215406"/>
                <a:gd name="connsiteY181" fmla="*/ 120781 h 235921"/>
                <a:gd name="connsiteX182" fmla="*/ 12196 w 215406"/>
                <a:gd name="connsiteY182" fmla="*/ 118730 h 235921"/>
                <a:gd name="connsiteX183" fmla="*/ 18863 w 215406"/>
                <a:gd name="connsiteY183" fmla="*/ 113601 h 235921"/>
                <a:gd name="connsiteX184" fmla="*/ 25018 w 215406"/>
                <a:gd name="connsiteY184" fmla="*/ 111037 h 235921"/>
                <a:gd name="connsiteX185" fmla="*/ 21428 w 215406"/>
                <a:gd name="connsiteY185" fmla="*/ 106421 h 235921"/>
                <a:gd name="connsiteX186" fmla="*/ 23992 w 215406"/>
                <a:gd name="connsiteY186" fmla="*/ 104882 h 235921"/>
                <a:gd name="connsiteX187" fmla="*/ 26044 w 215406"/>
                <a:gd name="connsiteY187" fmla="*/ 103344 h 235921"/>
                <a:gd name="connsiteX188" fmla="*/ 26556 w 215406"/>
                <a:gd name="connsiteY188" fmla="*/ 94112 h 235921"/>
                <a:gd name="connsiteX189" fmla="*/ 28608 w 215406"/>
                <a:gd name="connsiteY189" fmla="*/ 90522 h 235921"/>
                <a:gd name="connsiteX190" fmla="*/ 26556 w 215406"/>
                <a:gd name="connsiteY190" fmla="*/ 87958 h 235921"/>
                <a:gd name="connsiteX191" fmla="*/ 28095 w 215406"/>
                <a:gd name="connsiteY191" fmla="*/ 79752 h 235921"/>
                <a:gd name="connsiteX192" fmla="*/ 26044 w 215406"/>
                <a:gd name="connsiteY192" fmla="*/ 73084 h 235921"/>
                <a:gd name="connsiteX193" fmla="*/ 28095 w 215406"/>
                <a:gd name="connsiteY193" fmla="*/ 70520 h 235921"/>
                <a:gd name="connsiteX194" fmla="*/ 30147 w 215406"/>
                <a:gd name="connsiteY194" fmla="*/ 67956 h 235921"/>
                <a:gd name="connsiteX195" fmla="*/ 31685 w 215406"/>
                <a:gd name="connsiteY195" fmla="*/ 67443 h 235921"/>
                <a:gd name="connsiteX196" fmla="*/ 30659 w 215406"/>
                <a:gd name="connsiteY196" fmla="*/ 64365 h 235921"/>
                <a:gd name="connsiteX197" fmla="*/ 32711 w 215406"/>
                <a:gd name="connsiteY197" fmla="*/ 62314 h 235921"/>
                <a:gd name="connsiteX198" fmla="*/ 29121 w 215406"/>
                <a:gd name="connsiteY198" fmla="*/ 60775 h 235921"/>
                <a:gd name="connsiteX199" fmla="*/ 28095 w 215406"/>
                <a:gd name="connsiteY199" fmla="*/ 57185 h 235921"/>
                <a:gd name="connsiteX200" fmla="*/ 26556 w 215406"/>
                <a:gd name="connsiteY200" fmla="*/ 53595 h 235921"/>
                <a:gd name="connsiteX201" fmla="*/ 27069 w 215406"/>
                <a:gd name="connsiteY201" fmla="*/ 47954 h 235921"/>
                <a:gd name="connsiteX202" fmla="*/ 28095 w 215406"/>
                <a:gd name="connsiteY202" fmla="*/ 42825 h 235921"/>
                <a:gd name="connsiteX203" fmla="*/ 28608 w 215406"/>
                <a:gd name="connsiteY203" fmla="*/ 40260 h 235921"/>
                <a:gd name="connsiteX204" fmla="*/ 27582 w 215406"/>
                <a:gd name="connsiteY204" fmla="*/ 35645 h 235921"/>
                <a:gd name="connsiteX205" fmla="*/ 27069 w 215406"/>
                <a:gd name="connsiteY205" fmla="*/ 32567 h 235921"/>
                <a:gd name="connsiteX206" fmla="*/ 31172 w 215406"/>
                <a:gd name="connsiteY206" fmla="*/ 28464 h 235921"/>
                <a:gd name="connsiteX207" fmla="*/ 34249 w 215406"/>
                <a:gd name="connsiteY207" fmla="*/ 23336 h 235921"/>
                <a:gd name="connsiteX208" fmla="*/ 39378 w 215406"/>
                <a:gd name="connsiteY208" fmla="*/ 23849 h 235921"/>
                <a:gd name="connsiteX209" fmla="*/ 44507 w 215406"/>
                <a:gd name="connsiteY209" fmla="*/ 22310 h 235921"/>
                <a:gd name="connsiteX210" fmla="*/ 45533 w 215406"/>
                <a:gd name="connsiteY210" fmla="*/ 21284 h 235921"/>
                <a:gd name="connsiteX211" fmla="*/ 46559 w 215406"/>
                <a:gd name="connsiteY211" fmla="*/ 19233 h 235921"/>
                <a:gd name="connsiteX212" fmla="*/ 47584 w 215406"/>
                <a:gd name="connsiteY212" fmla="*/ 18207 h 235921"/>
                <a:gd name="connsiteX213" fmla="*/ 85024 w 215406"/>
                <a:gd name="connsiteY213" fmla="*/ 6411 h 2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215406" h="235921">
                  <a:moveTo>
                    <a:pt x="85024" y="6411"/>
                  </a:moveTo>
                  <a:cubicBezTo>
                    <a:pt x="95794" y="4872"/>
                    <a:pt x="104513" y="4359"/>
                    <a:pt x="104513" y="5385"/>
                  </a:cubicBezTo>
                  <a:cubicBezTo>
                    <a:pt x="105026" y="5898"/>
                    <a:pt x="106565" y="7437"/>
                    <a:pt x="107590" y="6924"/>
                  </a:cubicBezTo>
                  <a:cubicBezTo>
                    <a:pt x="108103" y="6411"/>
                    <a:pt x="110154" y="3847"/>
                    <a:pt x="111180" y="3847"/>
                  </a:cubicBezTo>
                  <a:cubicBezTo>
                    <a:pt x="112719" y="3847"/>
                    <a:pt x="117848" y="4359"/>
                    <a:pt x="119899" y="4872"/>
                  </a:cubicBezTo>
                  <a:cubicBezTo>
                    <a:pt x="121951" y="5385"/>
                    <a:pt x="127592" y="9488"/>
                    <a:pt x="129131" y="11027"/>
                  </a:cubicBezTo>
                  <a:cubicBezTo>
                    <a:pt x="130157" y="12565"/>
                    <a:pt x="133747" y="17694"/>
                    <a:pt x="133747" y="18720"/>
                  </a:cubicBezTo>
                  <a:cubicBezTo>
                    <a:pt x="133747" y="19746"/>
                    <a:pt x="137337" y="23336"/>
                    <a:pt x="140927" y="24361"/>
                  </a:cubicBezTo>
                  <a:cubicBezTo>
                    <a:pt x="144517" y="25387"/>
                    <a:pt x="148107" y="31542"/>
                    <a:pt x="147081" y="32567"/>
                  </a:cubicBezTo>
                  <a:cubicBezTo>
                    <a:pt x="146056" y="33080"/>
                    <a:pt x="141440" y="32055"/>
                    <a:pt x="140414" y="32567"/>
                  </a:cubicBezTo>
                  <a:cubicBezTo>
                    <a:pt x="139388" y="33080"/>
                    <a:pt x="136824" y="33080"/>
                    <a:pt x="137850" y="33593"/>
                  </a:cubicBezTo>
                  <a:cubicBezTo>
                    <a:pt x="138876" y="34106"/>
                    <a:pt x="139901" y="36158"/>
                    <a:pt x="140414" y="36670"/>
                  </a:cubicBezTo>
                  <a:cubicBezTo>
                    <a:pt x="140927" y="37183"/>
                    <a:pt x="140414" y="38722"/>
                    <a:pt x="140927" y="39235"/>
                  </a:cubicBezTo>
                  <a:cubicBezTo>
                    <a:pt x="141440" y="39748"/>
                    <a:pt x="144004" y="40773"/>
                    <a:pt x="145030" y="40260"/>
                  </a:cubicBezTo>
                  <a:cubicBezTo>
                    <a:pt x="146056" y="40260"/>
                    <a:pt x="148620" y="39748"/>
                    <a:pt x="149646" y="40260"/>
                  </a:cubicBezTo>
                  <a:cubicBezTo>
                    <a:pt x="150672" y="40773"/>
                    <a:pt x="154262" y="40773"/>
                    <a:pt x="155800" y="41799"/>
                  </a:cubicBezTo>
                  <a:cubicBezTo>
                    <a:pt x="157339" y="42825"/>
                    <a:pt x="161442" y="46415"/>
                    <a:pt x="161442" y="46415"/>
                  </a:cubicBezTo>
                  <a:cubicBezTo>
                    <a:pt x="161442" y="46928"/>
                    <a:pt x="162468" y="48979"/>
                    <a:pt x="163493" y="51031"/>
                  </a:cubicBezTo>
                  <a:cubicBezTo>
                    <a:pt x="165032" y="52569"/>
                    <a:pt x="167596" y="58724"/>
                    <a:pt x="167083" y="60262"/>
                  </a:cubicBezTo>
                  <a:cubicBezTo>
                    <a:pt x="166058" y="61801"/>
                    <a:pt x="168622" y="64365"/>
                    <a:pt x="168622" y="63853"/>
                  </a:cubicBezTo>
                  <a:cubicBezTo>
                    <a:pt x="169135" y="63340"/>
                    <a:pt x="170674" y="63340"/>
                    <a:pt x="171699" y="63853"/>
                  </a:cubicBezTo>
                  <a:cubicBezTo>
                    <a:pt x="172725" y="64365"/>
                    <a:pt x="175802" y="68468"/>
                    <a:pt x="179392" y="70520"/>
                  </a:cubicBezTo>
                  <a:cubicBezTo>
                    <a:pt x="182982" y="72571"/>
                    <a:pt x="184008" y="79752"/>
                    <a:pt x="183495" y="79239"/>
                  </a:cubicBezTo>
                  <a:cubicBezTo>
                    <a:pt x="182982" y="79239"/>
                    <a:pt x="180931" y="79239"/>
                    <a:pt x="179392" y="79752"/>
                  </a:cubicBezTo>
                  <a:cubicBezTo>
                    <a:pt x="178367" y="80265"/>
                    <a:pt x="175802" y="81803"/>
                    <a:pt x="176315" y="82316"/>
                  </a:cubicBezTo>
                  <a:cubicBezTo>
                    <a:pt x="177341" y="82829"/>
                    <a:pt x="180931" y="84880"/>
                    <a:pt x="182470" y="84367"/>
                  </a:cubicBezTo>
                  <a:cubicBezTo>
                    <a:pt x="183495" y="84367"/>
                    <a:pt x="188111" y="82829"/>
                    <a:pt x="189650" y="82829"/>
                  </a:cubicBezTo>
                  <a:cubicBezTo>
                    <a:pt x="191189" y="82829"/>
                    <a:pt x="195291" y="85393"/>
                    <a:pt x="193240" y="86419"/>
                  </a:cubicBezTo>
                  <a:cubicBezTo>
                    <a:pt x="191189" y="87445"/>
                    <a:pt x="184521" y="89496"/>
                    <a:pt x="183495" y="89496"/>
                  </a:cubicBezTo>
                  <a:cubicBezTo>
                    <a:pt x="182470" y="89496"/>
                    <a:pt x="179392" y="87958"/>
                    <a:pt x="178879" y="87445"/>
                  </a:cubicBezTo>
                  <a:cubicBezTo>
                    <a:pt x="178367" y="86932"/>
                    <a:pt x="175802" y="85906"/>
                    <a:pt x="174777" y="85393"/>
                  </a:cubicBezTo>
                  <a:cubicBezTo>
                    <a:pt x="173751" y="85393"/>
                    <a:pt x="170674" y="86419"/>
                    <a:pt x="170161" y="85906"/>
                  </a:cubicBezTo>
                  <a:cubicBezTo>
                    <a:pt x="169648" y="85393"/>
                    <a:pt x="167083" y="85393"/>
                    <a:pt x="166570" y="86419"/>
                  </a:cubicBezTo>
                  <a:cubicBezTo>
                    <a:pt x="166058" y="87958"/>
                    <a:pt x="162981" y="88470"/>
                    <a:pt x="162468" y="87958"/>
                  </a:cubicBezTo>
                  <a:cubicBezTo>
                    <a:pt x="161955" y="87445"/>
                    <a:pt x="158877" y="86932"/>
                    <a:pt x="157852" y="86932"/>
                  </a:cubicBezTo>
                  <a:cubicBezTo>
                    <a:pt x="156313" y="86932"/>
                    <a:pt x="152723" y="88470"/>
                    <a:pt x="152723" y="89496"/>
                  </a:cubicBezTo>
                  <a:cubicBezTo>
                    <a:pt x="152723" y="90522"/>
                    <a:pt x="153236" y="94625"/>
                    <a:pt x="153749" y="95651"/>
                  </a:cubicBezTo>
                  <a:cubicBezTo>
                    <a:pt x="154262" y="96676"/>
                    <a:pt x="157852" y="99241"/>
                    <a:pt x="158365" y="99754"/>
                  </a:cubicBezTo>
                  <a:cubicBezTo>
                    <a:pt x="158877" y="100267"/>
                    <a:pt x="157852" y="102318"/>
                    <a:pt x="158365" y="102831"/>
                  </a:cubicBezTo>
                  <a:cubicBezTo>
                    <a:pt x="158877" y="102831"/>
                    <a:pt x="159903" y="103857"/>
                    <a:pt x="159903" y="104369"/>
                  </a:cubicBezTo>
                  <a:cubicBezTo>
                    <a:pt x="159903" y="104882"/>
                    <a:pt x="160929" y="106934"/>
                    <a:pt x="162981" y="108472"/>
                  </a:cubicBezTo>
                  <a:cubicBezTo>
                    <a:pt x="165032" y="110011"/>
                    <a:pt x="170161" y="114627"/>
                    <a:pt x="170161" y="115653"/>
                  </a:cubicBezTo>
                  <a:cubicBezTo>
                    <a:pt x="169648" y="116678"/>
                    <a:pt x="167596" y="117191"/>
                    <a:pt x="167083" y="117191"/>
                  </a:cubicBezTo>
                  <a:cubicBezTo>
                    <a:pt x="166570" y="116678"/>
                    <a:pt x="163493" y="116166"/>
                    <a:pt x="162468" y="116166"/>
                  </a:cubicBezTo>
                  <a:cubicBezTo>
                    <a:pt x="161442" y="116166"/>
                    <a:pt x="156826" y="116678"/>
                    <a:pt x="154774" y="116166"/>
                  </a:cubicBezTo>
                  <a:cubicBezTo>
                    <a:pt x="152723" y="115653"/>
                    <a:pt x="147594" y="116166"/>
                    <a:pt x="146569" y="116166"/>
                  </a:cubicBezTo>
                  <a:cubicBezTo>
                    <a:pt x="146056" y="116166"/>
                    <a:pt x="142978" y="115140"/>
                    <a:pt x="142466" y="116166"/>
                  </a:cubicBezTo>
                  <a:cubicBezTo>
                    <a:pt x="141953" y="116678"/>
                    <a:pt x="139388" y="117191"/>
                    <a:pt x="139388" y="117191"/>
                  </a:cubicBezTo>
                  <a:cubicBezTo>
                    <a:pt x="138876" y="116678"/>
                    <a:pt x="136824" y="116678"/>
                    <a:pt x="133747" y="117191"/>
                  </a:cubicBezTo>
                  <a:cubicBezTo>
                    <a:pt x="133747" y="117191"/>
                    <a:pt x="133747" y="117191"/>
                    <a:pt x="132721" y="121294"/>
                  </a:cubicBezTo>
                  <a:cubicBezTo>
                    <a:pt x="132208" y="122320"/>
                    <a:pt x="132208" y="122320"/>
                    <a:pt x="132208" y="122320"/>
                  </a:cubicBezTo>
                  <a:cubicBezTo>
                    <a:pt x="131182" y="122320"/>
                    <a:pt x="130669" y="123346"/>
                    <a:pt x="130669" y="124372"/>
                  </a:cubicBezTo>
                  <a:cubicBezTo>
                    <a:pt x="131182" y="125397"/>
                    <a:pt x="129131" y="128987"/>
                    <a:pt x="128618" y="128987"/>
                  </a:cubicBezTo>
                  <a:cubicBezTo>
                    <a:pt x="128105" y="128987"/>
                    <a:pt x="124002" y="128987"/>
                    <a:pt x="121951" y="129500"/>
                  </a:cubicBezTo>
                  <a:cubicBezTo>
                    <a:pt x="119386" y="130013"/>
                    <a:pt x="114258" y="133090"/>
                    <a:pt x="114258" y="133603"/>
                  </a:cubicBezTo>
                  <a:cubicBezTo>
                    <a:pt x="114258" y="134116"/>
                    <a:pt x="115283" y="135655"/>
                    <a:pt x="115796" y="135655"/>
                  </a:cubicBezTo>
                  <a:cubicBezTo>
                    <a:pt x="116822" y="135655"/>
                    <a:pt x="119386" y="134116"/>
                    <a:pt x="120412" y="134116"/>
                  </a:cubicBezTo>
                  <a:cubicBezTo>
                    <a:pt x="121951" y="134116"/>
                    <a:pt x="125541" y="134116"/>
                    <a:pt x="125028" y="133090"/>
                  </a:cubicBezTo>
                  <a:cubicBezTo>
                    <a:pt x="125028" y="132065"/>
                    <a:pt x="127080" y="129500"/>
                    <a:pt x="128618" y="129500"/>
                  </a:cubicBezTo>
                  <a:cubicBezTo>
                    <a:pt x="130157" y="129500"/>
                    <a:pt x="134260" y="130013"/>
                    <a:pt x="134773" y="131039"/>
                  </a:cubicBezTo>
                  <a:cubicBezTo>
                    <a:pt x="135285" y="132065"/>
                    <a:pt x="138876" y="134629"/>
                    <a:pt x="139388" y="135655"/>
                  </a:cubicBezTo>
                  <a:cubicBezTo>
                    <a:pt x="139901" y="136680"/>
                    <a:pt x="139901" y="140783"/>
                    <a:pt x="140414" y="141296"/>
                  </a:cubicBezTo>
                  <a:cubicBezTo>
                    <a:pt x="140927" y="141809"/>
                    <a:pt x="141440" y="144886"/>
                    <a:pt x="141440" y="147451"/>
                  </a:cubicBezTo>
                  <a:cubicBezTo>
                    <a:pt x="141440" y="150015"/>
                    <a:pt x="139388" y="156682"/>
                    <a:pt x="137337" y="156170"/>
                  </a:cubicBezTo>
                  <a:cubicBezTo>
                    <a:pt x="135285" y="156170"/>
                    <a:pt x="128105" y="156170"/>
                    <a:pt x="126054" y="156682"/>
                  </a:cubicBezTo>
                  <a:cubicBezTo>
                    <a:pt x="124002" y="156682"/>
                    <a:pt x="116822" y="157708"/>
                    <a:pt x="115283" y="157195"/>
                  </a:cubicBezTo>
                  <a:cubicBezTo>
                    <a:pt x="113745" y="156682"/>
                    <a:pt x="111693" y="157708"/>
                    <a:pt x="112719" y="157708"/>
                  </a:cubicBezTo>
                  <a:cubicBezTo>
                    <a:pt x="113745" y="158221"/>
                    <a:pt x="116822" y="159247"/>
                    <a:pt x="117848" y="159247"/>
                  </a:cubicBezTo>
                  <a:cubicBezTo>
                    <a:pt x="118873" y="158734"/>
                    <a:pt x="122976" y="158221"/>
                    <a:pt x="124515" y="157708"/>
                  </a:cubicBezTo>
                  <a:cubicBezTo>
                    <a:pt x="126054" y="157708"/>
                    <a:pt x="132721" y="159247"/>
                    <a:pt x="134260" y="158221"/>
                  </a:cubicBezTo>
                  <a:cubicBezTo>
                    <a:pt x="135798" y="157195"/>
                    <a:pt x="142466" y="157708"/>
                    <a:pt x="142978" y="156682"/>
                  </a:cubicBezTo>
                  <a:cubicBezTo>
                    <a:pt x="143491" y="155657"/>
                    <a:pt x="144004" y="152579"/>
                    <a:pt x="144004" y="151554"/>
                  </a:cubicBezTo>
                  <a:cubicBezTo>
                    <a:pt x="143491" y="150528"/>
                    <a:pt x="146056" y="147964"/>
                    <a:pt x="147594" y="148477"/>
                  </a:cubicBezTo>
                  <a:cubicBezTo>
                    <a:pt x="149133" y="148989"/>
                    <a:pt x="154262" y="152579"/>
                    <a:pt x="155800" y="155657"/>
                  </a:cubicBezTo>
                  <a:cubicBezTo>
                    <a:pt x="157852" y="158221"/>
                    <a:pt x="162468" y="165914"/>
                    <a:pt x="162981" y="166940"/>
                  </a:cubicBezTo>
                  <a:cubicBezTo>
                    <a:pt x="163493" y="167966"/>
                    <a:pt x="165032" y="171556"/>
                    <a:pt x="166570" y="172581"/>
                  </a:cubicBezTo>
                  <a:cubicBezTo>
                    <a:pt x="168109" y="173607"/>
                    <a:pt x="174264" y="178223"/>
                    <a:pt x="177854" y="179762"/>
                  </a:cubicBezTo>
                  <a:cubicBezTo>
                    <a:pt x="181444" y="181300"/>
                    <a:pt x="190675" y="187968"/>
                    <a:pt x="191701" y="190532"/>
                  </a:cubicBezTo>
                  <a:cubicBezTo>
                    <a:pt x="192727" y="193096"/>
                    <a:pt x="201446" y="199764"/>
                    <a:pt x="201446" y="200277"/>
                  </a:cubicBezTo>
                  <a:cubicBezTo>
                    <a:pt x="201446" y="201302"/>
                    <a:pt x="201959" y="203354"/>
                    <a:pt x="202985" y="204380"/>
                  </a:cubicBezTo>
                  <a:cubicBezTo>
                    <a:pt x="204010" y="204892"/>
                    <a:pt x="207600" y="207970"/>
                    <a:pt x="208113" y="209508"/>
                  </a:cubicBezTo>
                  <a:cubicBezTo>
                    <a:pt x="208626" y="211047"/>
                    <a:pt x="212729" y="217201"/>
                    <a:pt x="213242" y="219766"/>
                  </a:cubicBezTo>
                  <a:cubicBezTo>
                    <a:pt x="213755" y="222330"/>
                    <a:pt x="209139" y="230023"/>
                    <a:pt x="206575" y="229510"/>
                  </a:cubicBezTo>
                  <a:cubicBezTo>
                    <a:pt x="203497" y="228997"/>
                    <a:pt x="195804" y="228997"/>
                    <a:pt x="194778" y="228485"/>
                  </a:cubicBezTo>
                  <a:cubicBezTo>
                    <a:pt x="193753" y="227972"/>
                    <a:pt x="188624" y="226433"/>
                    <a:pt x="186060" y="225920"/>
                  </a:cubicBezTo>
                  <a:cubicBezTo>
                    <a:pt x="183495" y="225407"/>
                    <a:pt x="175802" y="225407"/>
                    <a:pt x="173751" y="224382"/>
                  </a:cubicBezTo>
                  <a:cubicBezTo>
                    <a:pt x="171699" y="223356"/>
                    <a:pt x="166058" y="218740"/>
                    <a:pt x="164006" y="218227"/>
                  </a:cubicBezTo>
                  <a:cubicBezTo>
                    <a:pt x="161955" y="217714"/>
                    <a:pt x="155800" y="217201"/>
                    <a:pt x="153749" y="216688"/>
                  </a:cubicBezTo>
                  <a:cubicBezTo>
                    <a:pt x="151697" y="216176"/>
                    <a:pt x="144517" y="214637"/>
                    <a:pt x="142466" y="213611"/>
                  </a:cubicBezTo>
                  <a:cubicBezTo>
                    <a:pt x="140927" y="212073"/>
                    <a:pt x="134260" y="210021"/>
                    <a:pt x="133747" y="210534"/>
                  </a:cubicBezTo>
                  <a:cubicBezTo>
                    <a:pt x="133747" y="211047"/>
                    <a:pt x="133234" y="213611"/>
                    <a:pt x="132208" y="214124"/>
                  </a:cubicBezTo>
                  <a:cubicBezTo>
                    <a:pt x="131182" y="214637"/>
                    <a:pt x="128618" y="217714"/>
                    <a:pt x="127080" y="217201"/>
                  </a:cubicBezTo>
                  <a:cubicBezTo>
                    <a:pt x="127080" y="217201"/>
                    <a:pt x="127080" y="217201"/>
                    <a:pt x="126566" y="218227"/>
                  </a:cubicBezTo>
                  <a:cubicBezTo>
                    <a:pt x="125028" y="220279"/>
                    <a:pt x="125028" y="220279"/>
                    <a:pt x="125028" y="220279"/>
                  </a:cubicBezTo>
                  <a:cubicBezTo>
                    <a:pt x="126566" y="221817"/>
                    <a:pt x="127592" y="224382"/>
                    <a:pt x="126566" y="225920"/>
                  </a:cubicBezTo>
                  <a:cubicBezTo>
                    <a:pt x="126054" y="227459"/>
                    <a:pt x="123489" y="232075"/>
                    <a:pt x="121951" y="233100"/>
                  </a:cubicBezTo>
                  <a:cubicBezTo>
                    <a:pt x="120412" y="234126"/>
                    <a:pt x="114258" y="236691"/>
                    <a:pt x="112206" y="236178"/>
                  </a:cubicBezTo>
                  <a:cubicBezTo>
                    <a:pt x="110154" y="236178"/>
                    <a:pt x="102461" y="235665"/>
                    <a:pt x="99384" y="234126"/>
                  </a:cubicBezTo>
                  <a:cubicBezTo>
                    <a:pt x="96307" y="232588"/>
                    <a:pt x="87075" y="227972"/>
                    <a:pt x="86050" y="226433"/>
                  </a:cubicBezTo>
                  <a:cubicBezTo>
                    <a:pt x="85024" y="224894"/>
                    <a:pt x="79895" y="219253"/>
                    <a:pt x="78869" y="216176"/>
                  </a:cubicBezTo>
                  <a:cubicBezTo>
                    <a:pt x="78869" y="216176"/>
                    <a:pt x="78869" y="216176"/>
                    <a:pt x="77331" y="214637"/>
                  </a:cubicBezTo>
                  <a:cubicBezTo>
                    <a:pt x="75279" y="212073"/>
                    <a:pt x="75279" y="212073"/>
                    <a:pt x="75279" y="212073"/>
                  </a:cubicBezTo>
                  <a:cubicBezTo>
                    <a:pt x="71689" y="210021"/>
                    <a:pt x="68612" y="206944"/>
                    <a:pt x="68612" y="205918"/>
                  </a:cubicBezTo>
                  <a:cubicBezTo>
                    <a:pt x="68612" y="204892"/>
                    <a:pt x="67073" y="201815"/>
                    <a:pt x="67586" y="200789"/>
                  </a:cubicBezTo>
                  <a:cubicBezTo>
                    <a:pt x="68099" y="200277"/>
                    <a:pt x="70151" y="197712"/>
                    <a:pt x="70151" y="196174"/>
                  </a:cubicBezTo>
                  <a:cubicBezTo>
                    <a:pt x="70151" y="194122"/>
                    <a:pt x="72715" y="186429"/>
                    <a:pt x="72715" y="184890"/>
                  </a:cubicBezTo>
                  <a:cubicBezTo>
                    <a:pt x="72715" y="183352"/>
                    <a:pt x="75279" y="178736"/>
                    <a:pt x="75792" y="178736"/>
                  </a:cubicBezTo>
                  <a:cubicBezTo>
                    <a:pt x="76818" y="178736"/>
                    <a:pt x="77331" y="180275"/>
                    <a:pt x="77844" y="179762"/>
                  </a:cubicBezTo>
                  <a:cubicBezTo>
                    <a:pt x="78357" y="179762"/>
                    <a:pt x="82460" y="179762"/>
                    <a:pt x="84511" y="177710"/>
                  </a:cubicBezTo>
                  <a:cubicBezTo>
                    <a:pt x="86563" y="176172"/>
                    <a:pt x="91691" y="173094"/>
                    <a:pt x="90665" y="172069"/>
                  </a:cubicBezTo>
                  <a:cubicBezTo>
                    <a:pt x="90153" y="171043"/>
                    <a:pt x="90665" y="166427"/>
                    <a:pt x="92204" y="163863"/>
                  </a:cubicBezTo>
                  <a:cubicBezTo>
                    <a:pt x="93743" y="161298"/>
                    <a:pt x="97846" y="154631"/>
                    <a:pt x="96820" y="153605"/>
                  </a:cubicBezTo>
                  <a:cubicBezTo>
                    <a:pt x="95794" y="152579"/>
                    <a:pt x="93743" y="149502"/>
                    <a:pt x="93230" y="148989"/>
                  </a:cubicBezTo>
                  <a:cubicBezTo>
                    <a:pt x="92717" y="148477"/>
                    <a:pt x="91178" y="148477"/>
                    <a:pt x="92204" y="148989"/>
                  </a:cubicBezTo>
                  <a:cubicBezTo>
                    <a:pt x="93230" y="149502"/>
                    <a:pt x="92204" y="152067"/>
                    <a:pt x="91178" y="151554"/>
                  </a:cubicBezTo>
                  <a:cubicBezTo>
                    <a:pt x="90665" y="151041"/>
                    <a:pt x="88101" y="154631"/>
                    <a:pt x="87588" y="158221"/>
                  </a:cubicBezTo>
                  <a:cubicBezTo>
                    <a:pt x="87588" y="158221"/>
                    <a:pt x="87588" y="158221"/>
                    <a:pt x="85024" y="159247"/>
                  </a:cubicBezTo>
                  <a:cubicBezTo>
                    <a:pt x="83998" y="159760"/>
                    <a:pt x="83998" y="159760"/>
                    <a:pt x="83998" y="159760"/>
                  </a:cubicBezTo>
                  <a:cubicBezTo>
                    <a:pt x="82972" y="159760"/>
                    <a:pt x="81434" y="159247"/>
                    <a:pt x="80408" y="159247"/>
                  </a:cubicBezTo>
                  <a:cubicBezTo>
                    <a:pt x="79895" y="158734"/>
                    <a:pt x="76818" y="157195"/>
                    <a:pt x="76305" y="157195"/>
                  </a:cubicBezTo>
                  <a:cubicBezTo>
                    <a:pt x="76305" y="157708"/>
                    <a:pt x="76818" y="158734"/>
                    <a:pt x="78869" y="159247"/>
                  </a:cubicBezTo>
                  <a:cubicBezTo>
                    <a:pt x="80408" y="159760"/>
                    <a:pt x="83998" y="161811"/>
                    <a:pt x="84511" y="160785"/>
                  </a:cubicBezTo>
                  <a:cubicBezTo>
                    <a:pt x="85024" y="159760"/>
                    <a:pt x="87075" y="161298"/>
                    <a:pt x="86563" y="162324"/>
                  </a:cubicBezTo>
                  <a:cubicBezTo>
                    <a:pt x="86050" y="163350"/>
                    <a:pt x="83998" y="162837"/>
                    <a:pt x="83998" y="162837"/>
                  </a:cubicBezTo>
                  <a:cubicBezTo>
                    <a:pt x="83998" y="162837"/>
                    <a:pt x="82972" y="162837"/>
                    <a:pt x="82972" y="163863"/>
                  </a:cubicBezTo>
                  <a:cubicBezTo>
                    <a:pt x="82460" y="164888"/>
                    <a:pt x="80408" y="165401"/>
                    <a:pt x="79895" y="165401"/>
                  </a:cubicBezTo>
                  <a:cubicBezTo>
                    <a:pt x="79382" y="164888"/>
                    <a:pt x="76305" y="164376"/>
                    <a:pt x="75279" y="163863"/>
                  </a:cubicBezTo>
                  <a:cubicBezTo>
                    <a:pt x="75279" y="163863"/>
                    <a:pt x="75279" y="163863"/>
                    <a:pt x="74253" y="163863"/>
                  </a:cubicBezTo>
                  <a:cubicBezTo>
                    <a:pt x="73741" y="163863"/>
                    <a:pt x="71689" y="163863"/>
                    <a:pt x="71176" y="163863"/>
                  </a:cubicBezTo>
                  <a:cubicBezTo>
                    <a:pt x="67586" y="164376"/>
                    <a:pt x="67586" y="164376"/>
                    <a:pt x="67586" y="164376"/>
                  </a:cubicBezTo>
                  <a:cubicBezTo>
                    <a:pt x="63996" y="165914"/>
                    <a:pt x="62971" y="166427"/>
                    <a:pt x="65022" y="165914"/>
                  </a:cubicBezTo>
                  <a:cubicBezTo>
                    <a:pt x="67073" y="165401"/>
                    <a:pt x="72715" y="164888"/>
                    <a:pt x="71689" y="165401"/>
                  </a:cubicBezTo>
                  <a:cubicBezTo>
                    <a:pt x="71176" y="165401"/>
                    <a:pt x="72202" y="167453"/>
                    <a:pt x="72202" y="166940"/>
                  </a:cubicBezTo>
                  <a:cubicBezTo>
                    <a:pt x="72715" y="166427"/>
                    <a:pt x="74253" y="168479"/>
                    <a:pt x="74253" y="168991"/>
                  </a:cubicBezTo>
                  <a:cubicBezTo>
                    <a:pt x="74253" y="170017"/>
                    <a:pt x="76818" y="172581"/>
                    <a:pt x="76305" y="173094"/>
                  </a:cubicBezTo>
                  <a:cubicBezTo>
                    <a:pt x="75792" y="173607"/>
                    <a:pt x="73228" y="172581"/>
                    <a:pt x="73741" y="172069"/>
                  </a:cubicBezTo>
                  <a:cubicBezTo>
                    <a:pt x="74253" y="171556"/>
                    <a:pt x="71689" y="170017"/>
                    <a:pt x="70664" y="170017"/>
                  </a:cubicBezTo>
                  <a:cubicBezTo>
                    <a:pt x="69125" y="170017"/>
                    <a:pt x="66048" y="173094"/>
                    <a:pt x="65535" y="172581"/>
                  </a:cubicBezTo>
                  <a:cubicBezTo>
                    <a:pt x="65022" y="172581"/>
                    <a:pt x="65022" y="173607"/>
                    <a:pt x="67586" y="174120"/>
                  </a:cubicBezTo>
                  <a:cubicBezTo>
                    <a:pt x="69638" y="174633"/>
                    <a:pt x="68099" y="178223"/>
                    <a:pt x="66048" y="177710"/>
                  </a:cubicBezTo>
                  <a:cubicBezTo>
                    <a:pt x="63996" y="177197"/>
                    <a:pt x="60406" y="175146"/>
                    <a:pt x="60406" y="176172"/>
                  </a:cubicBezTo>
                  <a:cubicBezTo>
                    <a:pt x="60919" y="177197"/>
                    <a:pt x="58867" y="180787"/>
                    <a:pt x="59893" y="182326"/>
                  </a:cubicBezTo>
                  <a:cubicBezTo>
                    <a:pt x="60919" y="183352"/>
                    <a:pt x="62457" y="188481"/>
                    <a:pt x="63996" y="189506"/>
                  </a:cubicBezTo>
                  <a:cubicBezTo>
                    <a:pt x="65535" y="190532"/>
                    <a:pt x="68612" y="194635"/>
                    <a:pt x="67586" y="195148"/>
                  </a:cubicBezTo>
                  <a:cubicBezTo>
                    <a:pt x="67073" y="195661"/>
                    <a:pt x="66048" y="199251"/>
                    <a:pt x="65022" y="199251"/>
                  </a:cubicBezTo>
                  <a:cubicBezTo>
                    <a:pt x="63996" y="199764"/>
                    <a:pt x="61945" y="202841"/>
                    <a:pt x="60919" y="202328"/>
                  </a:cubicBezTo>
                  <a:cubicBezTo>
                    <a:pt x="59893" y="201815"/>
                    <a:pt x="55790" y="200789"/>
                    <a:pt x="54252" y="199764"/>
                  </a:cubicBezTo>
                  <a:cubicBezTo>
                    <a:pt x="52713" y="198738"/>
                    <a:pt x="50149" y="195148"/>
                    <a:pt x="50661" y="193609"/>
                  </a:cubicBezTo>
                  <a:cubicBezTo>
                    <a:pt x="51174" y="191558"/>
                    <a:pt x="53739" y="187968"/>
                    <a:pt x="53226" y="187455"/>
                  </a:cubicBezTo>
                  <a:cubicBezTo>
                    <a:pt x="52713" y="186942"/>
                    <a:pt x="51174" y="185916"/>
                    <a:pt x="50149" y="186429"/>
                  </a:cubicBezTo>
                  <a:cubicBezTo>
                    <a:pt x="49123" y="186942"/>
                    <a:pt x="45533" y="186429"/>
                    <a:pt x="45020" y="186942"/>
                  </a:cubicBezTo>
                  <a:cubicBezTo>
                    <a:pt x="44507" y="187968"/>
                    <a:pt x="42968" y="188481"/>
                    <a:pt x="42456" y="187455"/>
                  </a:cubicBezTo>
                  <a:cubicBezTo>
                    <a:pt x="41943" y="186942"/>
                    <a:pt x="41430" y="183865"/>
                    <a:pt x="40917" y="182839"/>
                  </a:cubicBezTo>
                  <a:cubicBezTo>
                    <a:pt x="40404" y="181813"/>
                    <a:pt x="41430" y="178736"/>
                    <a:pt x="41430" y="178223"/>
                  </a:cubicBezTo>
                  <a:cubicBezTo>
                    <a:pt x="41430" y="177710"/>
                    <a:pt x="39891" y="178736"/>
                    <a:pt x="39378" y="180787"/>
                  </a:cubicBezTo>
                  <a:cubicBezTo>
                    <a:pt x="38865" y="182326"/>
                    <a:pt x="37327" y="186429"/>
                    <a:pt x="36814" y="185916"/>
                  </a:cubicBezTo>
                  <a:cubicBezTo>
                    <a:pt x="36814" y="185403"/>
                    <a:pt x="35788" y="183352"/>
                    <a:pt x="34763" y="183352"/>
                  </a:cubicBezTo>
                  <a:cubicBezTo>
                    <a:pt x="33737" y="183352"/>
                    <a:pt x="30659" y="180787"/>
                    <a:pt x="30659" y="180275"/>
                  </a:cubicBezTo>
                  <a:cubicBezTo>
                    <a:pt x="31172" y="179249"/>
                    <a:pt x="28608" y="178223"/>
                    <a:pt x="28095" y="178736"/>
                  </a:cubicBezTo>
                  <a:cubicBezTo>
                    <a:pt x="27582" y="179249"/>
                    <a:pt x="25018" y="179762"/>
                    <a:pt x="23992" y="178736"/>
                  </a:cubicBezTo>
                  <a:cubicBezTo>
                    <a:pt x="22966" y="177710"/>
                    <a:pt x="17838" y="175146"/>
                    <a:pt x="17838" y="174120"/>
                  </a:cubicBezTo>
                  <a:cubicBezTo>
                    <a:pt x="17838" y="173094"/>
                    <a:pt x="19376" y="171043"/>
                    <a:pt x="19376" y="171556"/>
                  </a:cubicBezTo>
                  <a:cubicBezTo>
                    <a:pt x="19889" y="172069"/>
                    <a:pt x="20915" y="173607"/>
                    <a:pt x="21428" y="173094"/>
                  </a:cubicBezTo>
                  <a:cubicBezTo>
                    <a:pt x="21941" y="173094"/>
                    <a:pt x="24505" y="172069"/>
                    <a:pt x="26044" y="172069"/>
                  </a:cubicBezTo>
                  <a:cubicBezTo>
                    <a:pt x="27582" y="172069"/>
                    <a:pt x="32711" y="174120"/>
                    <a:pt x="33224" y="174120"/>
                  </a:cubicBezTo>
                  <a:cubicBezTo>
                    <a:pt x="33737" y="173607"/>
                    <a:pt x="35788" y="174120"/>
                    <a:pt x="36814" y="175146"/>
                  </a:cubicBezTo>
                  <a:cubicBezTo>
                    <a:pt x="37840" y="176172"/>
                    <a:pt x="39891" y="178223"/>
                    <a:pt x="38865" y="177197"/>
                  </a:cubicBezTo>
                  <a:cubicBezTo>
                    <a:pt x="37840" y="176172"/>
                    <a:pt x="38865" y="172581"/>
                    <a:pt x="38352" y="172069"/>
                  </a:cubicBezTo>
                  <a:cubicBezTo>
                    <a:pt x="37840" y="171556"/>
                    <a:pt x="36301" y="168991"/>
                    <a:pt x="36301" y="168479"/>
                  </a:cubicBezTo>
                  <a:cubicBezTo>
                    <a:pt x="36301" y="167453"/>
                    <a:pt x="36814" y="164376"/>
                    <a:pt x="36301" y="163863"/>
                  </a:cubicBezTo>
                  <a:cubicBezTo>
                    <a:pt x="35788" y="163350"/>
                    <a:pt x="34249" y="164376"/>
                    <a:pt x="33737" y="163350"/>
                  </a:cubicBezTo>
                  <a:cubicBezTo>
                    <a:pt x="33224" y="162837"/>
                    <a:pt x="30659" y="160785"/>
                    <a:pt x="30147" y="162324"/>
                  </a:cubicBezTo>
                  <a:cubicBezTo>
                    <a:pt x="29634" y="163350"/>
                    <a:pt x="26044" y="163350"/>
                    <a:pt x="24505" y="162837"/>
                  </a:cubicBezTo>
                  <a:cubicBezTo>
                    <a:pt x="22966" y="162324"/>
                    <a:pt x="18351" y="160785"/>
                    <a:pt x="16299" y="159760"/>
                  </a:cubicBezTo>
                  <a:cubicBezTo>
                    <a:pt x="14760" y="158221"/>
                    <a:pt x="14248" y="153605"/>
                    <a:pt x="13735" y="153092"/>
                  </a:cubicBezTo>
                  <a:cubicBezTo>
                    <a:pt x="13222" y="153092"/>
                    <a:pt x="12196" y="152067"/>
                    <a:pt x="12196" y="151554"/>
                  </a:cubicBezTo>
                  <a:cubicBezTo>
                    <a:pt x="12196" y="151041"/>
                    <a:pt x="12709" y="150015"/>
                    <a:pt x="11683" y="148477"/>
                  </a:cubicBezTo>
                  <a:cubicBezTo>
                    <a:pt x="10658" y="147451"/>
                    <a:pt x="7067" y="142835"/>
                    <a:pt x="6555" y="140783"/>
                  </a:cubicBezTo>
                  <a:cubicBezTo>
                    <a:pt x="6042" y="138732"/>
                    <a:pt x="3990" y="134116"/>
                    <a:pt x="3990" y="133603"/>
                  </a:cubicBezTo>
                  <a:cubicBezTo>
                    <a:pt x="3990" y="133090"/>
                    <a:pt x="4503" y="132065"/>
                    <a:pt x="4503" y="130526"/>
                  </a:cubicBezTo>
                  <a:cubicBezTo>
                    <a:pt x="4503" y="128987"/>
                    <a:pt x="3477" y="125397"/>
                    <a:pt x="3990" y="124372"/>
                  </a:cubicBezTo>
                  <a:cubicBezTo>
                    <a:pt x="4503" y="123346"/>
                    <a:pt x="6042" y="120781"/>
                    <a:pt x="7067" y="120781"/>
                  </a:cubicBezTo>
                  <a:cubicBezTo>
                    <a:pt x="8093" y="120269"/>
                    <a:pt x="11170" y="119756"/>
                    <a:pt x="12196" y="118730"/>
                  </a:cubicBezTo>
                  <a:cubicBezTo>
                    <a:pt x="12709" y="117704"/>
                    <a:pt x="16812" y="115653"/>
                    <a:pt x="18863" y="113601"/>
                  </a:cubicBezTo>
                  <a:cubicBezTo>
                    <a:pt x="20402" y="111550"/>
                    <a:pt x="25018" y="112575"/>
                    <a:pt x="25018" y="111037"/>
                  </a:cubicBezTo>
                  <a:cubicBezTo>
                    <a:pt x="24505" y="109498"/>
                    <a:pt x="20915" y="106934"/>
                    <a:pt x="21428" y="106421"/>
                  </a:cubicBezTo>
                  <a:cubicBezTo>
                    <a:pt x="21941" y="105908"/>
                    <a:pt x="23479" y="104369"/>
                    <a:pt x="23992" y="104882"/>
                  </a:cubicBezTo>
                  <a:cubicBezTo>
                    <a:pt x="24505" y="105395"/>
                    <a:pt x="26556" y="104882"/>
                    <a:pt x="26044" y="103344"/>
                  </a:cubicBezTo>
                  <a:cubicBezTo>
                    <a:pt x="25531" y="101805"/>
                    <a:pt x="25531" y="96164"/>
                    <a:pt x="26556" y="94112"/>
                  </a:cubicBezTo>
                  <a:cubicBezTo>
                    <a:pt x="27069" y="92573"/>
                    <a:pt x="29121" y="89496"/>
                    <a:pt x="28608" y="90522"/>
                  </a:cubicBezTo>
                  <a:cubicBezTo>
                    <a:pt x="28095" y="91035"/>
                    <a:pt x="25531" y="88983"/>
                    <a:pt x="26556" y="87958"/>
                  </a:cubicBezTo>
                  <a:cubicBezTo>
                    <a:pt x="27582" y="86932"/>
                    <a:pt x="29121" y="81290"/>
                    <a:pt x="28095" y="79752"/>
                  </a:cubicBezTo>
                  <a:cubicBezTo>
                    <a:pt x="27582" y="78213"/>
                    <a:pt x="25531" y="73597"/>
                    <a:pt x="26044" y="73084"/>
                  </a:cubicBezTo>
                  <a:cubicBezTo>
                    <a:pt x="26556" y="72571"/>
                    <a:pt x="28608" y="71546"/>
                    <a:pt x="28095" y="70520"/>
                  </a:cubicBezTo>
                  <a:cubicBezTo>
                    <a:pt x="27582" y="70007"/>
                    <a:pt x="29121" y="67956"/>
                    <a:pt x="30147" y="67956"/>
                  </a:cubicBezTo>
                  <a:cubicBezTo>
                    <a:pt x="31172" y="68468"/>
                    <a:pt x="32198" y="67956"/>
                    <a:pt x="31685" y="67443"/>
                  </a:cubicBezTo>
                  <a:cubicBezTo>
                    <a:pt x="31172" y="66930"/>
                    <a:pt x="30147" y="64878"/>
                    <a:pt x="30659" y="64365"/>
                  </a:cubicBezTo>
                  <a:cubicBezTo>
                    <a:pt x="31685" y="63853"/>
                    <a:pt x="33737" y="61801"/>
                    <a:pt x="32711" y="62314"/>
                  </a:cubicBezTo>
                  <a:cubicBezTo>
                    <a:pt x="32198" y="62827"/>
                    <a:pt x="29121" y="61801"/>
                    <a:pt x="29121" y="60775"/>
                  </a:cubicBezTo>
                  <a:cubicBezTo>
                    <a:pt x="29121" y="60262"/>
                    <a:pt x="28608" y="57698"/>
                    <a:pt x="28095" y="57185"/>
                  </a:cubicBezTo>
                  <a:cubicBezTo>
                    <a:pt x="27582" y="56672"/>
                    <a:pt x="26556" y="54108"/>
                    <a:pt x="26556" y="53595"/>
                  </a:cubicBezTo>
                  <a:cubicBezTo>
                    <a:pt x="26556" y="52569"/>
                    <a:pt x="26556" y="49492"/>
                    <a:pt x="27069" y="47954"/>
                  </a:cubicBezTo>
                  <a:cubicBezTo>
                    <a:pt x="27582" y="46415"/>
                    <a:pt x="27582" y="42825"/>
                    <a:pt x="28095" y="42825"/>
                  </a:cubicBezTo>
                  <a:cubicBezTo>
                    <a:pt x="28608" y="42825"/>
                    <a:pt x="29121" y="41286"/>
                    <a:pt x="28608" y="40260"/>
                  </a:cubicBezTo>
                  <a:cubicBezTo>
                    <a:pt x="28095" y="39748"/>
                    <a:pt x="29121" y="36158"/>
                    <a:pt x="27582" y="35645"/>
                  </a:cubicBezTo>
                  <a:cubicBezTo>
                    <a:pt x="26556" y="35132"/>
                    <a:pt x="26556" y="32567"/>
                    <a:pt x="27069" y="32567"/>
                  </a:cubicBezTo>
                  <a:cubicBezTo>
                    <a:pt x="28095" y="32055"/>
                    <a:pt x="30147" y="30003"/>
                    <a:pt x="31172" y="28464"/>
                  </a:cubicBezTo>
                  <a:cubicBezTo>
                    <a:pt x="31685" y="26926"/>
                    <a:pt x="33224" y="23336"/>
                    <a:pt x="34249" y="23336"/>
                  </a:cubicBezTo>
                  <a:cubicBezTo>
                    <a:pt x="35275" y="22823"/>
                    <a:pt x="38865" y="23336"/>
                    <a:pt x="39378" y="23849"/>
                  </a:cubicBezTo>
                  <a:cubicBezTo>
                    <a:pt x="39891" y="24361"/>
                    <a:pt x="42968" y="24361"/>
                    <a:pt x="44507" y="22310"/>
                  </a:cubicBezTo>
                  <a:cubicBezTo>
                    <a:pt x="44507" y="22310"/>
                    <a:pt x="44507" y="22310"/>
                    <a:pt x="45533" y="21284"/>
                  </a:cubicBezTo>
                  <a:cubicBezTo>
                    <a:pt x="46045" y="20771"/>
                    <a:pt x="46045" y="19746"/>
                    <a:pt x="46559" y="19233"/>
                  </a:cubicBezTo>
                  <a:cubicBezTo>
                    <a:pt x="47584" y="18207"/>
                    <a:pt x="47584" y="18207"/>
                    <a:pt x="47584" y="18207"/>
                  </a:cubicBezTo>
                  <a:cubicBezTo>
                    <a:pt x="47071" y="16668"/>
                    <a:pt x="74767" y="7437"/>
                    <a:pt x="85024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2691"/>
            <p:cNvSpPr/>
            <p:nvPr/>
          </p:nvSpPr>
          <p:spPr>
            <a:xfrm>
              <a:off x="6117224" y="4182198"/>
              <a:ext cx="15386" cy="10257"/>
            </a:xfrm>
            <a:custGeom>
              <a:avLst/>
              <a:gdLst>
                <a:gd name="connsiteX0" fmla="*/ 10001 w 15386"/>
                <a:gd name="connsiteY0" fmla="*/ 3986 h 10257"/>
                <a:gd name="connsiteX1" fmla="*/ 12565 w 15386"/>
                <a:gd name="connsiteY1" fmla="*/ 4499 h 10257"/>
                <a:gd name="connsiteX2" fmla="*/ 12052 w 15386"/>
                <a:gd name="connsiteY2" fmla="*/ 5012 h 10257"/>
                <a:gd name="connsiteX3" fmla="*/ 11540 w 15386"/>
                <a:gd name="connsiteY3" fmla="*/ 7576 h 10257"/>
                <a:gd name="connsiteX4" fmla="*/ 8462 w 15386"/>
                <a:gd name="connsiteY4" fmla="*/ 8602 h 10257"/>
                <a:gd name="connsiteX5" fmla="*/ 3847 w 15386"/>
                <a:gd name="connsiteY5" fmla="*/ 5012 h 10257"/>
                <a:gd name="connsiteX6" fmla="*/ 10001 w 15386"/>
                <a:gd name="connsiteY6" fmla="*/ 398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0257">
                  <a:moveTo>
                    <a:pt x="10001" y="3986"/>
                  </a:moveTo>
                  <a:cubicBezTo>
                    <a:pt x="11540" y="3986"/>
                    <a:pt x="12565" y="4499"/>
                    <a:pt x="12565" y="4499"/>
                  </a:cubicBezTo>
                  <a:cubicBezTo>
                    <a:pt x="12565" y="4499"/>
                    <a:pt x="12565" y="5012"/>
                    <a:pt x="12052" y="5012"/>
                  </a:cubicBezTo>
                  <a:cubicBezTo>
                    <a:pt x="11540" y="5012"/>
                    <a:pt x="11027" y="6551"/>
                    <a:pt x="11540" y="7576"/>
                  </a:cubicBezTo>
                  <a:cubicBezTo>
                    <a:pt x="12052" y="8602"/>
                    <a:pt x="9488" y="9115"/>
                    <a:pt x="8462" y="8602"/>
                  </a:cubicBezTo>
                  <a:cubicBezTo>
                    <a:pt x="7437" y="7576"/>
                    <a:pt x="3847" y="5525"/>
                    <a:pt x="3847" y="5012"/>
                  </a:cubicBezTo>
                  <a:cubicBezTo>
                    <a:pt x="4359" y="4499"/>
                    <a:pt x="8975" y="3473"/>
                    <a:pt x="10001" y="39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2692"/>
            <p:cNvSpPr/>
            <p:nvPr/>
          </p:nvSpPr>
          <p:spPr>
            <a:xfrm>
              <a:off x="6172189" y="4220565"/>
              <a:ext cx="15386" cy="15386"/>
            </a:xfrm>
            <a:custGeom>
              <a:avLst/>
              <a:gdLst>
                <a:gd name="connsiteX0" fmla="*/ 7862 w 15386"/>
                <a:gd name="connsiteY0" fmla="*/ 12290 h 15386"/>
                <a:gd name="connsiteX1" fmla="*/ 6323 w 15386"/>
                <a:gd name="connsiteY1" fmla="*/ 11777 h 15386"/>
                <a:gd name="connsiteX2" fmla="*/ 5297 w 15386"/>
                <a:gd name="connsiteY2" fmla="*/ 8187 h 15386"/>
                <a:gd name="connsiteX3" fmla="*/ 4271 w 15386"/>
                <a:gd name="connsiteY3" fmla="*/ 5110 h 15386"/>
                <a:gd name="connsiteX4" fmla="*/ 8887 w 15386"/>
                <a:gd name="connsiteY4" fmla="*/ 4084 h 15386"/>
                <a:gd name="connsiteX5" fmla="*/ 11965 w 15386"/>
                <a:gd name="connsiteY5" fmla="*/ 6649 h 15386"/>
                <a:gd name="connsiteX6" fmla="*/ 11965 w 15386"/>
                <a:gd name="connsiteY6" fmla="*/ 10752 h 15386"/>
                <a:gd name="connsiteX7" fmla="*/ 7862 w 15386"/>
                <a:gd name="connsiteY7" fmla="*/ 12290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86" h="15386">
                  <a:moveTo>
                    <a:pt x="7862" y="12290"/>
                  </a:moveTo>
                  <a:cubicBezTo>
                    <a:pt x="7862" y="12803"/>
                    <a:pt x="7349" y="12803"/>
                    <a:pt x="6323" y="11777"/>
                  </a:cubicBezTo>
                  <a:cubicBezTo>
                    <a:pt x="5810" y="10752"/>
                    <a:pt x="6323" y="8700"/>
                    <a:pt x="5297" y="8187"/>
                  </a:cubicBezTo>
                  <a:cubicBezTo>
                    <a:pt x="4271" y="7674"/>
                    <a:pt x="3246" y="5623"/>
                    <a:pt x="4271" y="5110"/>
                  </a:cubicBezTo>
                  <a:cubicBezTo>
                    <a:pt x="4784" y="4597"/>
                    <a:pt x="7862" y="4597"/>
                    <a:pt x="8887" y="4084"/>
                  </a:cubicBezTo>
                  <a:cubicBezTo>
                    <a:pt x="9400" y="3058"/>
                    <a:pt x="12477" y="5623"/>
                    <a:pt x="11965" y="6649"/>
                  </a:cubicBezTo>
                  <a:cubicBezTo>
                    <a:pt x="11452" y="7674"/>
                    <a:pt x="12477" y="10752"/>
                    <a:pt x="11965" y="10752"/>
                  </a:cubicBezTo>
                  <a:cubicBezTo>
                    <a:pt x="10939" y="10752"/>
                    <a:pt x="7862" y="11777"/>
                    <a:pt x="7862" y="1229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2693"/>
            <p:cNvSpPr/>
            <p:nvPr/>
          </p:nvSpPr>
          <p:spPr>
            <a:xfrm>
              <a:off x="6192927" y="4236776"/>
              <a:ext cx="15386" cy="15386"/>
            </a:xfrm>
            <a:custGeom>
              <a:avLst/>
              <a:gdLst>
                <a:gd name="connsiteX0" fmla="*/ 12254 w 15386"/>
                <a:gd name="connsiteY0" fmla="*/ 7876 h 15386"/>
                <a:gd name="connsiteX1" fmla="*/ 13792 w 15386"/>
                <a:gd name="connsiteY1" fmla="*/ 8388 h 15386"/>
                <a:gd name="connsiteX2" fmla="*/ 11741 w 15386"/>
                <a:gd name="connsiteY2" fmla="*/ 10953 h 15386"/>
                <a:gd name="connsiteX3" fmla="*/ 9176 w 15386"/>
                <a:gd name="connsiteY3" fmla="*/ 11466 h 15386"/>
                <a:gd name="connsiteX4" fmla="*/ 4048 w 15386"/>
                <a:gd name="connsiteY4" fmla="*/ 4285 h 15386"/>
                <a:gd name="connsiteX5" fmla="*/ 8664 w 15386"/>
                <a:gd name="connsiteY5" fmla="*/ 4798 h 15386"/>
                <a:gd name="connsiteX6" fmla="*/ 12254 w 15386"/>
                <a:gd name="connsiteY6" fmla="*/ 787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86" h="15386">
                  <a:moveTo>
                    <a:pt x="12254" y="7876"/>
                  </a:moveTo>
                  <a:cubicBezTo>
                    <a:pt x="13279" y="7876"/>
                    <a:pt x="14305" y="7876"/>
                    <a:pt x="13792" y="8388"/>
                  </a:cubicBezTo>
                  <a:cubicBezTo>
                    <a:pt x="13279" y="8901"/>
                    <a:pt x="11228" y="10440"/>
                    <a:pt x="11741" y="10953"/>
                  </a:cubicBezTo>
                  <a:cubicBezTo>
                    <a:pt x="12254" y="11466"/>
                    <a:pt x="12254" y="12491"/>
                    <a:pt x="9176" y="11466"/>
                  </a:cubicBezTo>
                  <a:cubicBezTo>
                    <a:pt x="6099" y="10953"/>
                    <a:pt x="3022" y="5311"/>
                    <a:pt x="4048" y="4285"/>
                  </a:cubicBezTo>
                  <a:cubicBezTo>
                    <a:pt x="5074" y="3260"/>
                    <a:pt x="8664" y="4285"/>
                    <a:pt x="8664" y="4798"/>
                  </a:cubicBezTo>
                  <a:cubicBezTo>
                    <a:pt x="8151" y="6337"/>
                    <a:pt x="10715" y="8388"/>
                    <a:pt x="12254" y="787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2694"/>
            <p:cNvSpPr/>
            <p:nvPr/>
          </p:nvSpPr>
          <p:spPr>
            <a:xfrm>
              <a:off x="6179761" y="4240155"/>
              <a:ext cx="25644" cy="25644"/>
            </a:xfrm>
            <a:custGeom>
              <a:avLst/>
              <a:gdLst>
                <a:gd name="connsiteX0" fmla="*/ 15162 w 25643"/>
                <a:gd name="connsiteY0" fmla="*/ 7060 h 25643"/>
                <a:gd name="connsiteX1" fmla="*/ 19266 w 25643"/>
                <a:gd name="connsiteY1" fmla="*/ 10137 h 25643"/>
                <a:gd name="connsiteX2" fmla="*/ 21830 w 25643"/>
                <a:gd name="connsiteY2" fmla="*/ 13728 h 25643"/>
                <a:gd name="connsiteX3" fmla="*/ 22343 w 25643"/>
                <a:gd name="connsiteY3" fmla="*/ 14240 h 25643"/>
                <a:gd name="connsiteX4" fmla="*/ 21317 w 25643"/>
                <a:gd name="connsiteY4" fmla="*/ 16805 h 25643"/>
                <a:gd name="connsiteX5" fmla="*/ 15675 w 25643"/>
                <a:gd name="connsiteY5" fmla="*/ 21933 h 25643"/>
                <a:gd name="connsiteX6" fmla="*/ 9521 w 25643"/>
                <a:gd name="connsiteY6" fmla="*/ 16292 h 25643"/>
                <a:gd name="connsiteX7" fmla="*/ 3879 w 25643"/>
                <a:gd name="connsiteY7" fmla="*/ 5522 h 25643"/>
                <a:gd name="connsiteX8" fmla="*/ 8495 w 25643"/>
                <a:gd name="connsiteY8" fmla="*/ 3983 h 25643"/>
                <a:gd name="connsiteX9" fmla="*/ 15162 w 25643"/>
                <a:gd name="connsiteY9" fmla="*/ 706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643" h="25643">
                  <a:moveTo>
                    <a:pt x="15162" y="7060"/>
                  </a:moveTo>
                  <a:cubicBezTo>
                    <a:pt x="16188" y="7573"/>
                    <a:pt x="18240" y="9112"/>
                    <a:pt x="19266" y="10137"/>
                  </a:cubicBezTo>
                  <a:cubicBezTo>
                    <a:pt x="20804" y="11163"/>
                    <a:pt x="21830" y="13728"/>
                    <a:pt x="21830" y="13728"/>
                  </a:cubicBezTo>
                  <a:cubicBezTo>
                    <a:pt x="21830" y="13728"/>
                    <a:pt x="22343" y="13728"/>
                    <a:pt x="22343" y="14240"/>
                  </a:cubicBezTo>
                  <a:cubicBezTo>
                    <a:pt x="22343" y="14753"/>
                    <a:pt x="22856" y="16292"/>
                    <a:pt x="21317" y="16805"/>
                  </a:cubicBezTo>
                  <a:cubicBezTo>
                    <a:pt x="20291" y="17318"/>
                    <a:pt x="17214" y="21933"/>
                    <a:pt x="15675" y="21933"/>
                  </a:cubicBezTo>
                  <a:cubicBezTo>
                    <a:pt x="14137" y="21933"/>
                    <a:pt x="10034" y="18856"/>
                    <a:pt x="9521" y="16292"/>
                  </a:cubicBezTo>
                  <a:cubicBezTo>
                    <a:pt x="9008" y="13215"/>
                    <a:pt x="3366" y="6547"/>
                    <a:pt x="3879" y="5522"/>
                  </a:cubicBezTo>
                  <a:cubicBezTo>
                    <a:pt x="4905" y="4496"/>
                    <a:pt x="7982" y="3470"/>
                    <a:pt x="8495" y="3983"/>
                  </a:cubicBezTo>
                  <a:cubicBezTo>
                    <a:pt x="10034" y="4496"/>
                    <a:pt x="13624" y="6547"/>
                    <a:pt x="15162" y="7060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2695"/>
            <p:cNvSpPr/>
            <p:nvPr/>
          </p:nvSpPr>
          <p:spPr>
            <a:xfrm>
              <a:off x="6196206" y="4256092"/>
              <a:ext cx="15386" cy="15386"/>
            </a:xfrm>
            <a:custGeom>
              <a:avLst/>
              <a:gdLst>
                <a:gd name="connsiteX0" fmla="*/ 13591 w 15386"/>
                <a:gd name="connsiteY0" fmla="*/ 3946 h 15386"/>
                <a:gd name="connsiteX1" fmla="*/ 11540 w 15386"/>
                <a:gd name="connsiteY1" fmla="*/ 7023 h 15386"/>
                <a:gd name="connsiteX2" fmla="*/ 4360 w 15386"/>
                <a:gd name="connsiteY2" fmla="*/ 15229 h 15386"/>
                <a:gd name="connsiteX3" fmla="*/ 4872 w 15386"/>
                <a:gd name="connsiteY3" fmla="*/ 10613 h 15386"/>
                <a:gd name="connsiteX4" fmla="*/ 13591 w 15386"/>
                <a:gd name="connsiteY4" fmla="*/ 3946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15386">
                  <a:moveTo>
                    <a:pt x="13591" y="3946"/>
                  </a:moveTo>
                  <a:cubicBezTo>
                    <a:pt x="14104" y="3433"/>
                    <a:pt x="13591" y="4972"/>
                    <a:pt x="11540" y="7023"/>
                  </a:cubicBezTo>
                  <a:cubicBezTo>
                    <a:pt x="9488" y="9075"/>
                    <a:pt x="5385" y="15742"/>
                    <a:pt x="4360" y="15229"/>
                  </a:cubicBezTo>
                  <a:cubicBezTo>
                    <a:pt x="3846" y="14716"/>
                    <a:pt x="3334" y="12152"/>
                    <a:pt x="4872" y="10613"/>
                  </a:cubicBezTo>
                  <a:cubicBezTo>
                    <a:pt x="6924" y="8562"/>
                    <a:pt x="12565" y="3946"/>
                    <a:pt x="13591" y="394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2696"/>
            <p:cNvSpPr/>
            <p:nvPr/>
          </p:nvSpPr>
          <p:spPr>
            <a:xfrm>
              <a:off x="6148874" y="4223321"/>
              <a:ext cx="10257" cy="10257"/>
            </a:xfrm>
            <a:custGeom>
              <a:avLst/>
              <a:gdLst>
                <a:gd name="connsiteX0" fmla="*/ 8610 w 10257"/>
                <a:gd name="connsiteY0" fmla="*/ 4919 h 10257"/>
                <a:gd name="connsiteX1" fmla="*/ 8097 w 10257"/>
                <a:gd name="connsiteY1" fmla="*/ 6457 h 10257"/>
                <a:gd name="connsiteX2" fmla="*/ 3994 w 10257"/>
                <a:gd name="connsiteY2" fmla="*/ 4406 h 10257"/>
                <a:gd name="connsiteX3" fmla="*/ 8610 w 10257"/>
                <a:gd name="connsiteY3" fmla="*/ 49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8610" y="4919"/>
                  </a:moveTo>
                  <a:cubicBezTo>
                    <a:pt x="9123" y="5944"/>
                    <a:pt x="9123" y="6457"/>
                    <a:pt x="8097" y="6457"/>
                  </a:cubicBezTo>
                  <a:cubicBezTo>
                    <a:pt x="7071" y="6457"/>
                    <a:pt x="4507" y="5431"/>
                    <a:pt x="3994" y="4406"/>
                  </a:cubicBezTo>
                  <a:cubicBezTo>
                    <a:pt x="2968" y="3380"/>
                    <a:pt x="7584" y="3893"/>
                    <a:pt x="8610" y="49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2697"/>
            <p:cNvSpPr/>
            <p:nvPr/>
          </p:nvSpPr>
          <p:spPr>
            <a:xfrm>
              <a:off x="6160683" y="4223346"/>
              <a:ext cx="10257" cy="10257"/>
            </a:xfrm>
            <a:custGeom>
              <a:avLst/>
              <a:gdLst>
                <a:gd name="connsiteX0" fmla="*/ 3981 w 10257"/>
                <a:gd name="connsiteY0" fmla="*/ 5406 h 10257"/>
                <a:gd name="connsiteX1" fmla="*/ 7572 w 10257"/>
                <a:gd name="connsiteY1" fmla="*/ 4380 h 10257"/>
                <a:gd name="connsiteX2" fmla="*/ 9110 w 10257"/>
                <a:gd name="connsiteY2" fmla="*/ 8483 h 10257"/>
                <a:gd name="connsiteX3" fmla="*/ 3981 w 10257"/>
                <a:gd name="connsiteY3" fmla="*/ 5406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3981" y="5406"/>
                  </a:moveTo>
                  <a:cubicBezTo>
                    <a:pt x="5007" y="3867"/>
                    <a:pt x="6546" y="3354"/>
                    <a:pt x="7572" y="4380"/>
                  </a:cubicBezTo>
                  <a:cubicBezTo>
                    <a:pt x="8597" y="5406"/>
                    <a:pt x="10136" y="7970"/>
                    <a:pt x="9110" y="8483"/>
                  </a:cubicBezTo>
                  <a:cubicBezTo>
                    <a:pt x="8084" y="8996"/>
                    <a:pt x="2956" y="6945"/>
                    <a:pt x="3981" y="540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2698"/>
            <p:cNvSpPr/>
            <p:nvPr/>
          </p:nvSpPr>
          <p:spPr>
            <a:xfrm>
              <a:off x="6197714" y="4223367"/>
              <a:ext cx="10257" cy="10257"/>
            </a:xfrm>
            <a:custGeom>
              <a:avLst/>
              <a:gdLst>
                <a:gd name="connsiteX0" fmla="*/ 6442 w 10257"/>
                <a:gd name="connsiteY0" fmla="*/ 3847 h 10257"/>
                <a:gd name="connsiteX1" fmla="*/ 5416 w 10257"/>
                <a:gd name="connsiteY1" fmla="*/ 11027 h 10257"/>
                <a:gd name="connsiteX2" fmla="*/ 6442 w 10257"/>
                <a:gd name="connsiteY2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442" y="3847"/>
                  </a:moveTo>
                  <a:cubicBezTo>
                    <a:pt x="9006" y="5385"/>
                    <a:pt x="7980" y="9488"/>
                    <a:pt x="5416" y="11027"/>
                  </a:cubicBezTo>
                  <a:cubicBezTo>
                    <a:pt x="2338" y="10001"/>
                    <a:pt x="4390" y="5385"/>
                    <a:pt x="6442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2699"/>
            <p:cNvSpPr/>
            <p:nvPr/>
          </p:nvSpPr>
          <p:spPr>
            <a:xfrm>
              <a:off x="6124917" y="4184822"/>
              <a:ext cx="20515" cy="25644"/>
            </a:xfrm>
            <a:custGeom>
              <a:avLst/>
              <a:gdLst>
                <a:gd name="connsiteX0" fmla="*/ 20259 w 20514"/>
                <a:gd name="connsiteY0" fmla="*/ 14696 h 25643"/>
                <a:gd name="connsiteX1" fmla="*/ 19745 w 20514"/>
                <a:gd name="connsiteY1" fmla="*/ 18286 h 25643"/>
                <a:gd name="connsiteX2" fmla="*/ 19233 w 20514"/>
                <a:gd name="connsiteY2" fmla="*/ 21364 h 25643"/>
                <a:gd name="connsiteX3" fmla="*/ 20771 w 20514"/>
                <a:gd name="connsiteY3" fmla="*/ 25466 h 25643"/>
                <a:gd name="connsiteX4" fmla="*/ 17694 w 20514"/>
                <a:gd name="connsiteY4" fmla="*/ 23928 h 25643"/>
                <a:gd name="connsiteX5" fmla="*/ 18207 w 20514"/>
                <a:gd name="connsiteY5" fmla="*/ 23415 h 25643"/>
                <a:gd name="connsiteX6" fmla="*/ 15643 w 20514"/>
                <a:gd name="connsiteY6" fmla="*/ 21364 h 25643"/>
                <a:gd name="connsiteX7" fmla="*/ 14104 w 20514"/>
                <a:gd name="connsiteY7" fmla="*/ 14183 h 25643"/>
                <a:gd name="connsiteX8" fmla="*/ 12565 w 20514"/>
                <a:gd name="connsiteY8" fmla="*/ 9055 h 25643"/>
                <a:gd name="connsiteX9" fmla="*/ 9488 w 20514"/>
                <a:gd name="connsiteY9" fmla="*/ 7003 h 25643"/>
                <a:gd name="connsiteX10" fmla="*/ 3847 w 20514"/>
                <a:gd name="connsiteY10" fmla="*/ 4439 h 25643"/>
                <a:gd name="connsiteX11" fmla="*/ 8975 w 20514"/>
                <a:gd name="connsiteY11" fmla="*/ 4439 h 25643"/>
                <a:gd name="connsiteX12" fmla="*/ 20259 w 20514"/>
                <a:gd name="connsiteY12" fmla="*/ 14696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14" h="25643">
                  <a:moveTo>
                    <a:pt x="20259" y="14696"/>
                  </a:moveTo>
                  <a:cubicBezTo>
                    <a:pt x="20259" y="16748"/>
                    <a:pt x="20259" y="18286"/>
                    <a:pt x="19745" y="18286"/>
                  </a:cubicBezTo>
                  <a:cubicBezTo>
                    <a:pt x="19233" y="18286"/>
                    <a:pt x="19233" y="20338"/>
                    <a:pt x="19233" y="21364"/>
                  </a:cubicBezTo>
                  <a:cubicBezTo>
                    <a:pt x="19233" y="22389"/>
                    <a:pt x="21284" y="24954"/>
                    <a:pt x="20771" y="25466"/>
                  </a:cubicBezTo>
                  <a:cubicBezTo>
                    <a:pt x="19745" y="25979"/>
                    <a:pt x="17181" y="24441"/>
                    <a:pt x="17694" y="23928"/>
                  </a:cubicBezTo>
                  <a:cubicBezTo>
                    <a:pt x="18207" y="23415"/>
                    <a:pt x="18720" y="22389"/>
                    <a:pt x="18207" y="23415"/>
                  </a:cubicBezTo>
                  <a:cubicBezTo>
                    <a:pt x="18207" y="24441"/>
                    <a:pt x="15643" y="22902"/>
                    <a:pt x="15643" y="21364"/>
                  </a:cubicBezTo>
                  <a:cubicBezTo>
                    <a:pt x="15130" y="19825"/>
                    <a:pt x="14617" y="15209"/>
                    <a:pt x="14104" y="14183"/>
                  </a:cubicBezTo>
                  <a:cubicBezTo>
                    <a:pt x="13591" y="13158"/>
                    <a:pt x="13078" y="9567"/>
                    <a:pt x="12565" y="9055"/>
                  </a:cubicBezTo>
                  <a:cubicBezTo>
                    <a:pt x="12052" y="9055"/>
                    <a:pt x="11027" y="7516"/>
                    <a:pt x="9488" y="7003"/>
                  </a:cubicBezTo>
                  <a:cubicBezTo>
                    <a:pt x="7949" y="6490"/>
                    <a:pt x="3847" y="4952"/>
                    <a:pt x="3847" y="4439"/>
                  </a:cubicBezTo>
                  <a:cubicBezTo>
                    <a:pt x="4359" y="3926"/>
                    <a:pt x="6411" y="3413"/>
                    <a:pt x="8975" y="4439"/>
                  </a:cubicBezTo>
                  <a:cubicBezTo>
                    <a:pt x="12052" y="5464"/>
                    <a:pt x="20259" y="12645"/>
                    <a:pt x="20259" y="1469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2700"/>
            <p:cNvSpPr/>
            <p:nvPr/>
          </p:nvSpPr>
          <p:spPr>
            <a:xfrm>
              <a:off x="6108505" y="4180799"/>
              <a:ext cx="15386" cy="5129"/>
            </a:xfrm>
            <a:custGeom>
              <a:avLst/>
              <a:gdLst>
                <a:gd name="connsiteX0" fmla="*/ 3847 w 15386"/>
                <a:gd name="connsiteY0" fmla="*/ 3847 h 5128"/>
                <a:gd name="connsiteX1" fmla="*/ 11540 w 15386"/>
                <a:gd name="connsiteY1" fmla="*/ 4359 h 5128"/>
                <a:gd name="connsiteX2" fmla="*/ 3847 w 15386"/>
                <a:gd name="connsiteY2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86" h="5128">
                  <a:moveTo>
                    <a:pt x="3847" y="3847"/>
                  </a:moveTo>
                  <a:cubicBezTo>
                    <a:pt x="6411" y="3847"/>
                    <a:pt x="8975" y="4359"/>
                    <a:pt x="11540" y="4359"/>
                  </a:cubicBezTo>
                  <a:cubicBezTo>
                    <a:pt x="9488" y="5385"/>
                    <a:pt x="6924" y="4872"/>
                    <a:pt x="3847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2701"/>
            <p:cNvSpPr/>
            <p:nvPr/>
          </p:nvSpPr>
          <p:spPr>
            <a:xfrm>
              <a:off x="6170241" y="4264397"/>
              <a:ext cx="25644" cy="10257"/>
            </a:xfrm>
            <a:custGeom>
              <a:avLst/>
              <a:gdLst>
                <a:gd name="connsiteX0" fmla="*/ 7245 w 25643"/>
                <a:gd name="connsiteY0" fmla="*/ 7949 h 10257"/>
                <a:gd name="connsiteX1" fmla="*/ 4168 w 25643"/>
                <a:gd name="connsiteY1" fmla="*/ 9488 h 10257"/>
                <a:gd name="connsiteX2" fmla="*/ 4168 w 25643"/>
                <a:gd name="connsiteY2" fmla="*/ 7437 h 10257"/>
                <a:gd name="connsiteX3" fmla="*/ 9296 w 25643"/>
                <a:gd name="connsiteY3" fmla="*/ 5898 h 10257"/>
                <a:gd name="connsiteX4" fmla="*/ 11348 w 25643"/>
                <a:gd name="connsiteY4" fmla="*/ 5898 h 10257"/>
                <a:gd name="connsiteX5" fmla="*/ 12887 w 25643"/>
                <a:gd name="connsiteY5" fmla="*/ 5898 h 10257"/>
                <a:gd name="connsiteX6" fmla="*/ 21605 w 25643"/>
                <a:gd name="connsiteY6" fmla="*/ 3847 h 10257"/>
                <a:gd name="connsiteX7" fmla="*/ 24683 w 25643"/>
                <a:gd name="connsiteY7" fmla="*/ 7437 h 10257"/>
                <a:gd name="connsiteX8" fmla="*/ 7245 w 25643"/>
                <a:gd name="connsiteY8" fmla="*/ 794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43" h="10257">
                  <a:moveTo>
                    <a:pt x="7245" y="7949"/>
                  </a:moveTo>
                  <a:cubicBezTo>
                    <a:pt x="4681" y="9488"/>
                    <a:pt x="3142" y="10001"/>
                    <a:pt x="4168" y="9488"/>
                  </a:cubicBezTo>
                  <a:cubicBezTo>
                    <a:pt x="5194" y="8975"/>
                    <a:pt x="3655" y="7437"/>
                    <a:pt x="4168" y="7437"/>
                  </a:cubicBezTo>
                  <a:cubicBezTo>
                    <a:pt x="4681" y="7437"/>
                    <a:pt x="7245" y="5898"/>
                    <a:pt x="9296" y="5898"/>
                  </a:cubicBezTo>
                  <a:cubicBezTo>
                    <a:pt x="9296" y="5898"/>
                    <a:pt x="9296" y="5898"/>
                    <a:pt x="11348" y="5898"/>
                  </a:cubicBezTo>
                  <a:cubicBezTo>
                    <a:pt x="12887" y="5898"/>
                    <a:pt x="12887" y="5898"/>
                    <a:pt x="12887" y="5898"/>
                  </a:cubicBezTo>
                  <a:cubicBezTo>
                    <a:pt x="15451" y="4872"/>
                    <a:pt x="19554" y="3847"/>
                    <a:pt x="21605" y="3847"/>
                  </a:cubicBezTo>
                  <a:cubicBezTo>
                    <a:pt x="23657" y="3847"/>
                    <a:pt x="26221" y="6924"/>
                    <a:pt x="24683" y="7437"/>
                  </a:cubicBezTo>
                  <a:cubicBezTo>
                    <a:pt x="23144" y="7437"/>
                    <a:pt x="9809" y="6411"/>
                    <a:pt x="7245" y="794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2702"/>
            <p:cNvSpPr/>
            <p:nvPr/>
          </p:nvSpPr>
          <p:spPr>
            <a:xfrm>
              <a:off x="6152868" y="4285798"/>
              <a:ext cx="10257" cy="10257"/>
            </a:xfrm>
            <a:custGeom>
              <a:avLst/>
              <a:gdLst>
                <a:gd name="connsiteX0" fmla="*/ 4616 w 10257"/>
                <a:gd name="connsiteY0" fmla="*/ 6551 h 10257"/>
                <a:gd name="connsiteX1" fmla="*/ 4616 w 10257"/>
                <a:gd name="connsiteY1" fmla="*/ 3986 h 10257"/>
                <a:gd name="connsiteX2" fmla="*/ 9745 w 10257"/>
                <a:gd name="connsiteY2" fmla="*/ 5012 h 10257"/>
                <a:gd name="connsiteX3" fmla="*/ 4616 w 10257"/>
                <a:gd name="connsiteY3" fmla="*/ 655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616" y="6551"/>
                  </a:moveTo>
                  <a:cubicBezTo>
                    <a:pt x="3590" y="5525"/>
                    <a:pt x="3590" y="3986"/>
                    <a:pt x="4616" y="3986"/>
                  </a:cubicBezTo>
                  <a:cubicBezTo>
                    <a:pt x="5642" y="3473"/>
                    <a:pt x="9232" y="4499"/>
                    <a:pt x="9745" y="5012"/>
                  </a:cubicBezTo>
                  <a:cubicBezTo>
                    <a:pt x="10258" y="5525"/>
                    <a:pt x="5642" y="7576"/>
                    <a:pt x="4616" y="655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2703"/>
            <p:cNvSpPr/>
            <p:nvPr/>
          </p:nvSpPr>
          <p:spPr>
            <a:xfrm>
              <a:off x="6172476" y="4347914"/>
              <a:ext cx="30772" cy="20515"/>
            </a:xfrm>
            <a:custGeom>
              <a:avLst/>
              <a:gdLst>
                <a:gd name="connsiteX0" fmla="*/ 14755 w 30772"/>
                <a:gd name="connsiteY0" fmla="*/ 6492 h 20514"/>
                <a:gd name="connsiteX1" fmla="*/ 17319 w 30772"/>
                <a:gd name="connsiteY1" fmla="*/ 9056 h 20514"/>
                <a:gd name="connsiteX2" fmla="*/ 19371 w 30772"/>
                <a:gd name="connsiteY2" fmla="*/ 10595 h 20514"/>
                <a:gd name="connsiteX3" fmla="*/ 23474 w 30772"/>
                <a:gd name="connsiteY3" fmla="*/ 13159 h 20514"/>
                <a:gd name="connsiteX4" fmla="*/ 27577 w 30772"/>
                <a:gd name="connsiteY4" fmla="*/ 18801 h 20514"/>
                <a:gd name="connsiteX5" fmla="*/ 23987 w 30772"/>
                <a:gd name="connsiteY5" fmla="*/ 21365 h 20514"/>
                <a:gd name="connsiteX6" fmla="*/ 16806 w 30772"/>
                <a:gd name="connsiteY6" fmla="*/ 19314 h 20514"/>
                <a:gd name="connsiteX7" fmla="*/ 13216 w 30772"/>
                <a:gd name="connsiteY7" fmla="*/ 16749 h 20514"/>
                <a:gd name="connsiteX8" fmla="*/ 8601 w 30772"/>
                <a:gd name="connsiteY8" fmla="*/ 13159 h 20514"/>
                <a:gd name="connsiteX9" fmla="*/ 5523 w 30772"/>
                <a:gd name="connsiteY9" fmla="*/ 6492 h 20514"/>
                <a:gd name="connsiteX10" fmla="*/ 4497 w 30772"/>
                <a:gd name="connsiteY10" fmla="*/ 3928 h 20514"/>
                <a:gd name="connsiteX11" fmla="*/ 14755 w 30772"/>
                <a:gd name="connsiteY11" fmla="*/ 6492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772" h="20514">
                  <a:moveTo>
                    <a:pt x="14755" y="6492"/>
                  </a:moveTo>
                  <a:cubicBezTo>
                    <a:pt x="16294" y="7518"/>
                    <a:pt x="17319" y="8543"/>
                    <a:pt x="17319" y="9056"/>
                  </a:cubicBezTo>
                  <a:cubicBezTo>
                    <a:pt x="17319" y="9569"/>
                    <a:pt x="18345" y="10595"/>
                    <a:pt x="19371" y="10595"/>
                  </a:cubicBezTo>
                  <a:cubicBezTo>
                    <a:pt x="19884" y="11108"/>
                    <a:pt x="22448" y="12133"/>
                    <a:pt x="23474" y="13159"/>
                  </a:cubicBezTo>
                  <a:cubicBezTo>
                    <a:pt x="24500" y="14185"/>
                    <a:pt x="27577" y="17775"/>
                    <a:pt x="27577" y="18801"/>
                  </a:cubicBezTo>
                  <a:cubicBezTo>
                    <a:pt x="27577" y="19827"/>
                    <a:pt x="25012" y="21878"/>
                    <a:pt x="23987" y="21365"/>
                  </a:cubicBezTo>
                  <a:cubicBezTo>
                    <a:pt x="22448" y="20852"/>
                    <a:pt x="17319" y="19827"/>
                    <a:pt x="16806" y="19314"/>
                  </a:cubicBezTo>
                  <a:cubicBezTo>
                    <a:pt x="16294" y="18801"/>
                    <a:pt x="13729" y="16749"/>
                    <a:pt x="13216" y="16749"/>
                  </a:cubicBezTo>
                  <a:cubicBezTo>
                    <a:pt x="12704" y="16749"/>
                    <a:pt x="9113" y="14185"/>
                    <a:pt x="8601" y="13159"/>
                  </a:cubicBezTo>
                  <a:cubicBezTo>
                    <a:pt x="8088" y="12133"/>
                    <a:pt x="6549" y="7518"/>
                    <a:pt x="5523" y="6492"/>
                  </a:cubicBezTo>
                  <a:cubicBezTo>
                    <a:pt x="4497" y="5466"/>
                    <a:pt x="2959" y="3415"/>
                    <a:pt x="4497" y="3928"/>
                  </a:cubicBezTo>
                  <a:cubicBezTo>
                    <a:pt x="5010" y="3928"/>
                    <a:pt x="13216" y="5466"/>
                    <a:pt x="14755" y="649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2704"/>
            <p:cNvSpPr/>
            <p:nvPr/>
          </p:nvSpPr>
          <p:spPr>
            <a:xfrm>
              <a:off x="6185708" y="4503941"/>
              <a:ext cx="5129" cy="5129"/>
            </a:xfrm>
            <a:custGeom>
              <a:avLst/>
              <a:gdLst>
                <a:gd name="connsiteX0" fmla="*/ 5112 w 5128"/>
                <a:gd name="connsiteY0" fmla="*/ 6378 h 5128"/>
                <a:gd name="connsiteX1" fmla="*/ 6138 w 5128"/>
                <a:gd name="connsiteY1" fmla="*/ 4326 h 5128"/>
                <a:gd name="connsiteX2" fmla="*/ 5112 w 5128"/>
                <a:gd name="connsiteY2" fmla="*/ 6378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5112" y="6378"/>
                  </a:moveTo>
                  <a:cubicBezTo>
                    <a:pt x="3061" y="5352"/>
                    <a:pt x="3574" y="2788"/>
                    <a:pt x="6138" y="4326"/>
                  </a:cubicBezTo>
                  <a:cubicBezTo>
                    <a:pt x="5625" y="4839"/>
                    <a:pt x="5112" y="5865"/>
                    <a:pt x="5112" y="6378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2705"/>
            <p:cNvSpPr/>
            <p:nvPr/>
          </p:nvSpPr>
          <p:spPr>
            <a:xfrm>
              <a:off x="5918148" y="4323039"/>
              <a:ext cx="71802" cy="76931"/>
            </a:xfrm>
            <a:custGeom>
              <a:avLst/>
              <a:gdLst>
                <a:gd name="connsiteX0" fmla="*/ 67011 w 71802"/>
                <a:gd name="connsiteY0" fmla="*/ 64191 h 76930"/>
                <a:gd name="connsiteX1" fmla="*/ 69575 w 71802"/>
                <a:gd name="connsiteY1" fmla="*/ 68294 h 76930"/>
                <a:gd name="connsiteX2" fmla="*/ 69575 w 71802"/>
                <a:gd name="connsiteY2" fmla="*/ 70858 h 76930"/>
                <a:gd name="connsiteX3" fmla="*/ 66498 w 71802"/>
                <a:gd name="connsiteY3" fmla="*/ 73935 h 76930"/>
                <a:gd name="connsiteX4" fmla="*/ 59318 w 71802"/>
                <a:gd name="connsiteY4" fmla="*/ 73935 h 76930"/>
                <a:gd name="connsiteX5" fmla="*/ 47522 w 71802"/>
                <a:gd name="connsiteY5" fmla="*/ 71884 h 76930"/>
                <a:gd name="connsiteX6" fmla="*/ 44957 w 71802"/>
                <a:gd name="connsiteY6" fmla="*/ 69320 h 76930"/>
                <a:gd name="connsiteX7" fmla="*/ 41880 w 71802"/>
                <a:gd name="connsiteY7" fmla="*/ 67781 h 76930"/>
                <a:gd name="connsiteX8" fmla="*/ 37777 w 71802"/>
                <a:gd name="connsiteY8" fmla="*/ 67268 h 76930"/>
                <a:gd name="connsiteX9" fmla="*/ 36751 w 71802"/>
                <a:gd name="connsiteY9" fmla="*/ 66242 h 76930"/>
                <a:gd name="connsiteX10" fmla="*/ 33674 w 71802"/>
                <a:gd name="connsiteY10" fmla="*/ 68294 h 76930"/>
                <a:gd name="connsiteX11" fmla="*/ 29058 w 71802"/>
                <a:gd name="connsiteY11" fmla="*/ 66755 h 76930"/>
                <a:gd name="connsiteX12" fmla="*/ 22904 w 71802"/>
                <a:gd name="connsiteY12" fmla="*/ 67268 h 76930"/>
                <a:gd name="connsiteX13" fmla="*/ 19826 w 71802"/>
                <a:gd name="connsiteY13" fmla="*/ 71884 h 76930"/>
                <a:gd name="connsiteX14" fmla="*/ 17262 w 71802"/>
                <a:gd name="connsiteY14" fmla="*/ 75987 h 76930"/>
                <a:gd name="connsiteX15" fmla="*/ 13672 w 71802"/>
                <a:gd name="connsiteY15" fmla="*/ 74448 h 76930"/>
                <a:gd name="connsiteX16" fmla="*/ 14185 w 71802"/>
                <a:gd name="connsiteY16" fmla="*/ 70345 h 76930"/>
                <a:gd name="connsiteX17" fmla="*/ 11108 w 71802"/>
                <a:gd name="connsiteY17" fmla="*/ 73935 h 76930"/>
                <a:gd name="connsiteX18" fmla="*/ 10082 w 71802"/>
                <a:gd name="connsiteY18" fmla="*/ 75987 h 76930"/>
                <a:gd name="connsiteX19" fmla="*/ 8030 w 71802"/>
                <a:gd name="connsiteY19" fmla="*/ 75987 h 76930"/>
                <a:gd name="connsiteX20" fmla="*/ 9056 w 71802"/>
                <a:gd name="connsiteY20" fmla="*/ 70345 h 76930"/>
                <a:gd name="connsiteX21" fmla="*/ 7517 w 71802"/>
                <a:gd name="connsiteY21" fmla="*/ 66755 h 76930"/>
                <a:gd name="connsiteX22" fmla="*/ 3928 w 71802"/>
                <a:gd name="connsiteY22" fmla="*/ 61114 h 76930"/>
                <a:gd name="connsiteX23" fmla="*/ 6492 w 71802"/>
                <a:gd name="connsiteY23" fmla="*/ 46753 h 76930"/>
                <a:gd name="connsiteX24" fmla="*/ 8543 w 71802"/>
                <a:gd name="connsiteY24" fmla="*/ 39573 h 76930"/>
                <a:gd name="connsiteX25" fmla="*/ 5979 w 71802"/>
                <a:gd name="connsiteY25" fmla="*/ 35983 h 76930"/>
                <a:gd name="connsiteX26" fmla="*/ 9569 w 71802"/>
                <a:gd name="connsiteY26" fmla="*/ 27264 h 76930"/>
                <a:gd name="connsiteX27" fmla="*/ 11621 w 71802"/>
                <a:gd name="connsiteY27" fmla="*/ 19058 h 76930"/>
                <a:gd name="connsiteX28" fmla="*/ 14185 w 71802"/>
                <a:gd name="connsiteY28" fmla="*/ 15981 h 76930"/>
                <a:gd name="connsiteX29" fmla="*/ 17262 w 71802"/>
                <a:gd name="connsiteY29" fmla="*/ 9826 h 76930"/>
                <a:gd name="connsiteX30" fmla="*/ 20339 w 71802"/>
                <a:gd name="connsiteY30" fmla="*/ 9826 h 76930"/>
                <a:gd name="connsiteX31" fmla="*/ 22904 w 71802"/>
                <a:gd name="connsiteY31" fmla="*/ 12391 h 76930"/>
                <a:gd name="connsiteX32" fmla="*/ 25468 w 71802"/>
                <a:gd name="connsiteY32" fmla="*/ 7262 h 76930"/>
                <a:gd name="connsiteX33" fmla="*/ 28032 w 71802"/>
                <a:gd name="connsiteY33" fmla="*/ 4185 h 76930"/>
                <a:gd name="connsiteX34" fmla="*/ 30597 w 71802"/>
                <a:gd name="connsiteY34" fmla="*/ 5723 h 76930"/>
                <a:gd name="connsiteX35" fmla="*/ 31110 w 71802"/>
                <a:gd name="connsiteY35" fmla="*/ 10339 h 76930"/>
                <a:gd name="connsiteX36" fmla="*/ 31622 w 71802"/>
                <a:gd name="connsiteY36" fmla="*/ 13417 h 76930"/>
                <a:gd name="connsiteX37" fmla="*/ 35213 w 71802"/>
                <a:gd name="connsiteY37" fmla="*/ 15981 h 76930"/>
                <a:gd name="connsiteX38" fmla="*/ 36238 w 71802"/>
                <a:gd name="connsiteY38" fmla="*/ 17007 h 76930"/>
                <a:gd name="connsiteX39" fmla="*/ 39829 w 71802"/>
                <a:gd name="connsiteY39" fmla="*/ 18032 h 76930"/>
                <a:gd name="connsiteX40" fmla="*/ 44444 w 71802"/>
                <a:gd name="connsiteY40" fmla="*/ 22648 h 76930"/>
                <a:gd name="connsiteX41" fmla="*/ 49573 w 71802"/>
                <a:gd name="connsiteY41" fmla="*/ 28290 h 76930"/>
                <a:gd name="connsiteX42" fmla="*/ 52137 w 71802"/>
                <a:gd name="connsiteY42" fmla="*/ 29828 h 76930"/>
                <a:gd name="connsiteX43" fmla="*/ 52650 w 71802"/>
                <a:gd name="connsiteY43" fmla="*/ 29828 h 76930"/>
                <a:gd name="connsiteX44" fmla="*/ 53163 w 71802"/>
                <a:gd name="connsiteY44" fmla="*/ 32906 h 76930"/>
                <a:gd name="connsiteX45" fmla="*/ 50086 w 71802"/>
                <a:gd name="connsiteY45" fmla="*/ 37009 h 76930"/>
                <a:gd name="connsiteX46" fmla="*/ 52137 w 71802"/>
                <a:gd name="connsiteY46" fmla="*/ 37522 h 76930"/>
                <a:gd name="connsiteX47" fmla="*/ 54189 w 71802"/>
                <a:gd name="connsiteY47" fmla="*/ 36496 h 76930"/>
                <a:gd name="connsiteX48" fmla="*/ 57779 w 71802"/>
                <a:gd name="connsiteY48" fmla="*/ 42650 h 76930"/>
                <a:gd name="connsiteX49" fmla="*/ 58292 w 71802"/>
                <a:gd name="connsiteY49" fmla="*/ 49830 h 76930"/>
                <a:gd name="connsiteX50" fmla="*/ 59318 w 71802"/>
                <a:gd name="connsiteY50" fmla="*/ 53933 h 76930"/>
                <a:gd name="connsiteX51" fmla="*/ 58292 w 71802"/>
                <a:gd name="connsiteY51" fmla="*/ 58036 h 76930"/>
                <a:gd name="connsiteX52" fmla="*/ 67011 w 71802"/>
                <a:gd name="connsiteY52" fmla="*/ 64191 h 7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71802" h="76930">
                  <a:moveTo>
                    <a:pt x="67011" y="64191"/>
                  </a:moveTo>
                  <a:cubicBezTo>
                    <a:pt x="68037" y="65729"/>
                    <a:pt x="69062" y="67268"/>
                    <a:pt x="69575" y="68294"/>
                  </a:cubicBezTo>
                  <a:cubicBezTo>
                    <a:pt x="70088" y="68807"/>
                    <a:pt x="70601" y="70858"/>
                    <a:pt x="69575" y="70858"/>
                  </a:cubicBezTo>
                  <a:cubicBezTo>
                    <a:pt x="68549" y="70858"/>
                    <a:pt x="67011" y="72910"/>
                    <a:pt x="66498" y="73935"/>
                  </a:cubicBezTo>
                  <a:cubicBezTo>
                    <a:pt x="65985" y="74448"/>
                    <a:pt x="62395" y="75474"/>
                    <a:pt x="59318" y="73935"/>
                  </a:cubicBezTo>
                  <a:cubicBezTo>
                    <a:pt x="56240" y="72397"/>
                    <a:pt x="48034" y="72910"/>
                    <a:pt x="47522" y="71884"/>
                  </a:cubicBezTo>
                  <a:cubicBezTo>
                    <a:pt x="47009" y="70858"/>
                    <a:pt x="44957" y="70345"/>
                    <a:pt x="44957" y="69320"/>
                  </a:cubicBezTo>
                  <a:cubicBezTo>
                    <a:pt x="44444" y="68294"/>
                    <a:pt x="42906" y="66755"/>
                    <a:pt x="41880" y="67781"/>
                  </a:cubicBezTo>
                  <a:cubicBezTo>
                    <a:pt x="40854" y="68807"/>
                    <a:pt x="37264" y="67781"/>
                    <a:pt x="37777" y="67268"/>
                  </a:cubicBezTo>
                  <a:cubicBezTo>
                    <a:pt x="38290" y="66242"/>
                    <a:pt x="36751" y="65217"/>
                    <a:pt x="36751" y="66242"/>
                  </a:cubicBezTo>
                  <a:cubicBezTo>
                    <a:pt x="37264" y="66755"/>
                    <a:pt x="34187" y="68807"/>
                    <a:pt x="33674" y="68294"/>
                  </a:cubicBezTo>
                  <a:cubicBezTo>
                    <a:pt x="32648" y="67781"/>
                    <a:pt x="30084" y="66755"/>
                    <a:pt x="29058" y="66755"/>
                  </a:cubicBezTo>
                  <a:cubicBezTo>
                    <a:pt x="28032" y="66755"/>
                    <a:pt x="23929" y="66242"/>
                    <a:pt x="22904" y="67268"/>
                  </a:cubicBezTo>
                  <a:cubicBezTo>
                    <a:pt x="21878" y="68807"/>
                    <a:pt x="19826" y="71371"/>
                    <a:pt x="19826" y="71884"/>
                  </a:cubicBezTo>
                  <a:cubicBezTo>
                    <a:pt x="20339" y="72397"/>
                    <a:pt x="18288" y="74961"/>
                    <a:pt x="17262" y="75987"/>
                  </a:cubicBezTo>
                  <a:cubicBezTo>
                    <a:pt x="16236" y="77013"/>
                    <a:pt x="13159" y="75987"/>
                    <a:pt x="13672" y="74448"/>
                  </a:cubicBezTo>
                  <a:cubicBezTo>
                    <a:pt x="14185" y="72910"/>
                    <a:pt x="14698" y="69832"/>
                    <a:pt x="14185" y="70345"/>
                  </a:cubicBezTo>
                  <a:cubicBezTo>
                    <a:pt x="13672" y="70858"/>
                    <a:pt x="12133" y="73423"/>
                    <a:pt x="11108" y="73935"/>
                  </a:cubicBezTo>
                  <a:cubicBezTo>
                    <a:pt x="10082" y="74448"/>
                    <a:pt x="10595" y="75987"/>
                    <a:pt x="10082" y="75987"/>
                  </a:cubicBezTo>
                  <a:cubicBezTo>
                    <a:pt x="9569" y="75987"/>
                    <a:pt x="8030" y="77013"/>
                    <a:pt x="8030" y="75987"/>
                  </a:cubicBezTo>
                  <a:cubicBezTo>
                    <a:pt x="7517" y="74961"/>
                    <a:pt x="8543" y="71884"/>
                    <a:pt x="9056" y="70345"/>
                  </a:cubicBezTo>
                  <a:cubicBezTo>
                    <a:pt x="9056" y="68807"/>
                    <a:pt x="8030" y="65729"/>
                    <a:pt x="7517" y="66755"/>
                  </a:cubicBezTo>
                  <a:cubicBezTo>
                    <a:pt x="7005" y="67268"/>
                    <a:pt x="4440" y="64191"/>
                    <a:pt x="3928" y="61114"/>
                  </a:cubicBezTo>
                  <a:cubicBezTo>
                    <a:pt x="3414" y="58036"/>
                    <a:pt x="5466" y="48292"/>
                    <a:pt x="6492" y="46753"/>
                  </a:cubicBezTo>
                  <a:cubicBezTo>
                    <a:pt x="7005" y="45215"/>
                    <a:pt x="9569" y="40086"/>
                    <a:pt x="8543" y="39573"/>
                  </a:cubicBezTo>
                  <a:cubicBezTo>
                    <a:pt x="7517" y="39060"/>
                    <a:pt x="5466" y="37522"/>
                    <a:pt x="5979" y="35983"/>
                  </a:cubicBezTo>
                  <a:cubicBezTo>
                    <a:pt x="5979" y="34957"/>
                    <a:pt x="8543" y="29316"/>
                    <a:pt x="9569" y="27264"/>
                  </a:cubicBezTo>
                  <a:cubicBezTo>
                    <a:pt x="10595" y="25213"/>
                    <a:pt x="11108" y="20084"/>
                    <a:pt x="11621" y="19058"/>
                  </a:cubicBezTo>
                  <a:cubicBezTo>
                    <a:pt x="12133" y="18545"/>
                    <a:pt x="13672" y="17007"/>
                    <a:pt x="14185" y="15981"/>
                  </a:cubicBezTo>
                  <a:cubicBezTo>
                    <a:pt x="14185" y="14955"/>
                    <a:pt x="16749" y="11365"/>
                    <a:pt x="17262" y="9826"/>
                  </a:cubicBezTo>
                  <a:cubicBezTo>
                    <a:pt x="17775" y="8288"/>
                    <a:pt x="20852" y="8288"/>
                    <a:pt x="20339" y="9826"/>
                  </a:cubicBezTo>
                  <a:cubicBezTo>
                    <a:pt x="19826" y="11365"/>
                    <a:pt x="22904" y="13417"/>
                    <a:pt x="22904" y="12391"/>
                  </a:cubicBezTo>
                  <a:cubicBezTo>
                    <a:pt x="22904" y="10852"/>
                    <a:pt x="24955" y="7775"/>
                    <a:pt x="25468" y="7262"/>
                  </a:cubicBezTo>
                  <a:cubicBezTo>
                    <a:pt x="25981" y="7262"/>
                    <a:pt x="28032" y="4698"/>
                    <a:pt x="28032" y="4185"/>
                  </a:cubicBezTo>
                  <a:cubicBezTo>
                    <a:pt x="28545" y="3159"/>
                    <a:pt x="30597" y="4698"/>
                    <a:pt x="30597" y="5723"/>
                  </a:cubicBezTo>
                  <a:cubicBezTo>
                    <a:pt x="30597" y="6749"/>
                    <a:pt x="30597" y="9826"/>
                    <a:pt x="31110" y="10339"/>
                  </a:cubicBezTo>
                  <a:cubicBezTo>
                    <a:pt x="31622" y="10852"/>
                    <a:pt x="31110" y="13417"/>
                    <a:pt x="31622" y="13417"/>
                  </a:cubicBezTo>
                  <a:cubicBezTo>
                    <a:pt x="32136" y="13417"/>
                    <a:pt x="34700" y="15468"/>
                    <a:pt x="35213" y="15981"/>
                  </a:cubicBezTo>
                  <a:cubicBezTo>
                    <a:pt x="35213" y="16494"/>
                    <a:pt x="35213" y="18032"/>
                    <a:pt x="36238" y="17007"/>
                  </a:cubicBezTo>
                  <a:cubicBezTo>
                    <a:pt x="37264" y="15981"/>
                    <a:pt x="40341" y="17007"/>
                    <a:pt x="39829" y="18032"/>
                  </a:cubicBezTo>
                  <a:cubicBezTo>
                    <a:pt x="39316" y="19058"/>
                    <a:pt x="41367" y="22135"/>
                    <a:pt x="44444" y="22648"/>
                  </a:cubicBezTo>
                  <a:cubicBezTo>
                    <a:pt x="47522" y="23161"/>
                    <a:pt x="48547" y="28290"/>
                    <a:pt x="49573" y="28290"/>
                  </a:cubicBezTo>
                  <a:cubicBezTo>
                    <a:pt x="50086" y="28290"/>
                    <a:pt x="52650" y="29828"/>
                    <a:pt x="52137" y="29828"/>
                  </a:cubicBezTo>
                  <a:cubicBezTo>
                    <a:pt x="51625" y="29828"/>
                    <a:pt x="51625" y="30341"/>
                    <a:pt x="52650" y="29828"/>
                  </a:cubicBezTo>
                  <a:cubicBezTo>
                    <a:pt x="53676" y="29316"/>
                    <a:pt x="54189" y="32393"/>
                    <a:pt x="53163" y="32906"/>
                  </a:cubicBezTo>
                  <a:cubicBezTo>
                    <a:pt x="52137" y="33931"/>
                    <a:pt x="49573" y="36496"/>
                    <a:pt x="50086" y="37009"/>
                  </a:cubicBezTo>
                  <a:cubicBezTo>
                    <a:pt x="50086" y="37522"/>
                    <a:pt x="51112" y="38547"/>
                    <a:pt x="52137" y="37522"/>
                  </a:cubicBezTo>
                  <a:cubicBezTo>
                    <a:pt x="53676" y="37009"/>
                    <a:pt x="53676" y="35470"/>
                    <a:pt x="54189" y="36496"/>
                  </a:cubicBezTo>
                  <a:cubicBezTo>
                    <a:pt x="54702" y="37522"/>
                    <a:pt x="57266" y="41112"/>
                    <a:pt x="57779" y="42650"/>
                  </a:cubicBezTo>
                  <a:cubicBezTo>
                    <a:pt x="58292" y="44189"/>
                    <a:pt x="58292" y="48805"/>
                    <a:pt x="58292" y="49830"/>
                  </a:cubicBezTo>
                  <a:cubicBezTo>
                    <a:pt x="58292" y="50856"/>
                    <a:pt x="59318" y="52908"/>
                    <a:pt x="59318" y="53933"/>
                  </a:cubicBezTo>
                  <a:cubicBezTo>
                    <a:pt x="59318" y="54959"/>
                    <a:pt x="57779" y="57524"/>
                    <a:pt x="58292" y="58036"/>
                  </a:cubicBezTo>
                  <a:cubicBezTo>
                    <a:pt x="59830" y="58036"/>
                    <a:pt x="65985" y="63165"/>
                    <a:pt x="67011" y="6419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2706"/>
            <p:cNvSpPr/>
            <p:nvPr/>
          </p:nvSpPr>
          <p:spPr>
            <a:xfrm>
              <a:off x="5954643" y="4297014"/>
              <a:ext cx="25644" cy="20515"/>
            </a:xfrm>
            <a:custGeom>
              <a:avLst/>
              <a:gdLst>
                <a:gd name="connsiteX0" fmla="*/ 9488 w 25643"/>
                <a:gd name="connsiteY0" fmla="*/ 8669 h 20514"/>
                <a:gd name="connsiteX1" fmla="*/ 12052 w 25643"/>
                <a:gd name="connsiteY1" fmla="*/ 7130 h 20514"/>
                <a:gd name="connsiteX2" fmla="*/ 14617 w 25643"/>
                <a:gd name="connsiteY2" fmla="*/ 4053 h 20514"/>
                <a:gd name="connsiteX3" fmla="*/ 20259 w 25643"/>
                <a:gd name="connsiteY3" fmla="*/ 7130 h 20514"/>
                <a:gd name="connsiteX4" fmla="*/ 18207 w 25643"/>
                <a:gd name="connsiteY4" fmla="*/ 11746 h 20514"/>
                <a:gd name="connsiteX5" fmla="*/ 21797 w 25643"/>
                <a:gd name="connsiteY5" fmla="*/ 16362 h 20514"/>
                <a:gd name="connsiteX6" fmla="*/ 18207 w 25643"/>
                <a:gd name="connsiteY6" fmla="*/ 17901 h 20514"/>
                <a:gd name="connsiteX7" fmla="*/ 15130 w 25643"/>
                <a:gd name="connsiteY7" fmla="*/ 17901 h 20514"/>
                <a:gd name="connsiteX8" fmla="*/ 12052 w 25643"/>
                <a:gd name="connsiteY8" fmla="*/ 16362 h 20514"/>
                <a:gd name="connsiteX9" fmla="*/ 11027 w 25643"/>
                <a:gd name="connsiteY9" fmla="*/ 20465 h 20514"/>
                <a:gd name="connsiteX10" fmla="*/ 7437 w 25643"/>
                <a:gd name="connsiteY10" fmla="*/ 20465 h 20514"/>
                <a:gd name="connsiteX11" fmla="*/ 3847 w 25643"/>
                <a:gd name="connsiteY11" fmla="*/ 17388 h 20514"/>
                <a:gd name="connsiteX12" fmla="*/ 5385 w 25643"/>
                <a:gd name="connsiteY12" fmla="*/ 13798 h 20514"/>
                <a:gd name="connsiteX13" fmla="*/ 5385 w 25643"/>
                <a:gd name="connsiteY13" fmla="*/ 9695 h 20514"/>
                <a:gd name="connsiteX14" fmla="*/ 9488 w 25643"/>
                <a:gd name="connsiteY14" fmla="*/ 8669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43" h="20514">
                  <a:moveTo>
                    <a:pt x="9488" y="8669"/>
                  </a:moveTo>
                  <a:cubicBezTo>
                    <a:pt x="10001" y="8156"/>
                    <a:pt x="11027" y="7130"/>
                    <a:pt x="12052" y="7130"/>
                  </a:cubicBezTo>
                  <a:cubicBezTo>
                    <a:pt x="13078" y="6617"/>
                    <a:pt x="13591" y="5079"/>
                    <a:pt x="14617" y="4053"/>
                  </a:cubicBezTo>
                  <a:cubicBezTo>
                    <a:pt x="16156" y="3027"/>
                    <a:pt x="21284" y="6104"/>
                    <a:pt x="20259" y="7130"/>
                  </a:cubicBezTo>
                  <a:cubicBezTo>
                    <a:pt x="19233" y="8156"/>
                    <a:pt x="16668" y="10720"/>
                    <a:pt x="18207" y="11746"/>
                  </a:cubicBezTo>
                  <a:cubicBezTo>
                    <a:pt x="19233" y="12772"/>
                    <a:pt x="22310" y="15849"/>
                    <a:pt x="21797" y="16362"/>
                  </a:cubicBezTo>
                  <a:cubicBezTo>
                    <a:pt x="21284" y="17388"/>
                    <a:pt x="18720" y="17388"/>
                    <a:pt x="18207" y="17901"/>
                  </a:cubicBezTo>
                  <a:cubicBezTo>
                    <a:pt x="17694" y="18413"/>
                    <a:pt x="15643" y="18926"/>
                    <a:pt x="15130" y="17901"/>
                  </a:cubicBezTo>
                  <a:cubicBezTo>
                    <a:pt x="14617" y="16875"/>
                    <a:pt x="11540" y="15336"/>
                    <a:pt x="12052" y="16362"/>
                  </a:cubicBezTo>
                  <a:cubicBezTo>
                    <a:pt x="12565" y="17388"/>
                    <a:pt x="11540" y="20465"/>
                    <a:pt x="11027" y="20465"/>
                  </a:cubicBezTo>
                  <a:cubicBezTo>
                    <a:pt x="10514" y="20465"/>
                    <a:pt x="7949" y="19952"/>
                    <a:pt x="7437" y="20465"/>
                  </a:cubicBezTo>
                  <a:cubicBezTo>
                    <a:pt x="6924" y="20978"/>
                    <a:pt x="3847" y="19439"/>
                    <a:pt x="3847" y="17388"/>
                  </a:cubicBezTo>
                  <a:cubicBezTo>
                    <a:pt x="3847" y="15336"/>
                    <a:pt x="6411" y="14310"/>
                    <a:pt x="5385" y="13798"/>
                  </a:cubicBezTo>
                  <a:cubicBezTo>
                    <a:pt x="4359" y="13798"/>
                    <a:pt x="4359" y="10720"/>
                    <a:pt x="5385" y="9695"/>
                  </a:cubicBezTo>
                  <a:cubicBezTo>
                    <a:pt x="5898" y="8156"/>
                    <a:pt x="9488" y="9182"/>
                    <a:pt x="9488" y="866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2707"/>
            <p:cNvSpPr/>
            <p:nvPr/>
          </p:nvSpPr>
          <p:spPr>
            <a:xfrm>
              <a:off x="5955989" y="4285823"/>
              <a:ext cx="15386" cy="20515"/>
            </a:xfrm>
            <a:custGeom>
              <a:avLst/>
              <a:gdLst>
                <a:gd name="connsiteX0" fmla="*/ 4039 w 15386"/>
                <a:gd name="connsiteY0" fmla="*/ 16783 h 20514"/>
                <a:gd name="connsiteX1" fmla="*/ 5577 w 15386"/>
                <a:gd name="connsiteY1" fmla="*/ 11654 h 20514"/>
                <a:gd name="connsiteX2" fmla="*/ 11732 w 15386"/>
                <a:gd name="connsiteY2" fmla="*/ 3961 h 20514"/>
                <a:gd name="connsiteX3" fmla="*/ 11219 w 15386"/>
                <a:gd name="connsiteY3" fmla="*/ 10628 h 20514"/>
                <a:gd name="connsiteX4" fmla="*/ 4039 w 15386"/>
                <a:gd name="connsiteY4" fmla="*/ 16783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6" h="20514">
                  <a:moveTo>
                    <a:pt x="4039" y="16783"/>
                  </a:moveTo>
                  <a:cubicBezTo>
                    <a:pt x="3526" y="16783"/>
                    <a:pt x="4039" y="14218"/>
                    <a:pt x="5577" y="11654"/>
                  </a:cubicBezTo>
                  <a:cubicBezTo>
                    <a:pt x="6603" y="9089"/>
                    <a:pt x="11732" y="2935"/>
                    <a:pt x="11732" y="3961"/>
                  </a:cubicBezTo>
                  <a:cubicBezTo>
                    <a:pt x="12245" y="4986"/>
                    <a:pt x="12758" y="8064"/>
                    <a:pt x="11219" y="10628"/>
                  </a:cubicBezTo>
                  <a:cubicBezTo>
                    <a:pt x="10193" y="12680"/>
                    <a:pt x="4552" y="17295"/>
                    <a:pt x="4039" y="16783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2708"/>
            <p:cNvSpPr/>
            <p:nvPr/>
          </p:nvSpPr>
          <p:spPr>
            <a:xfrm>
              <a:off x="6009520" y="4361250"/>
              <a:ext cx="10257" cy="10257"/>
            </a:xfrm>
            <a:custGeom>
              <a:avLst/>
              <a:gdLst>
                <a:gd name="connsiteX0" fmla="*/ 8975 w 10257"/>
                <a:gd name="connsiteY0" fmla="*/ 4439 h 10257"/>
                <a:gd name="connsiteX1" fmla="*/ 10001 w 10257"/>
                <a:gd name="connsiteY1" fmla="*/ 7003 h 10257"/>
                <a:gd name="connsiteX2" fmla="*/ 7949 w 10257"/>
                <a:gd name="connsiteY2" fmla="*/ 9567 h 10257"/>
                <a:gd name="connsiteX3" fmla="*/ 5385 w 10257"/>
                <a:gd name="connsiteY3" fmla="*/ 7516 h 10257"/>
                <a:gd name="connsiteX4" fmla="*/ 3847 w 10257"/>
                <a:gd name="connsiteY4" fmla="*/ 4439 h 10257"/>
                <a:gd name="connsiteX5" fmla="*/ 8975 w 10257"/>
                <a:gd name="connsiteY5" fmla="*/ 443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975" y="4439"/>
                  </a:moveTo>
                  <a:cubicBezTo>
                    <a:pt x="10001" y="4952"/>
                    <a:pt x="10001" y="5977"/>
                    <a:pt x="10001" y="7003"/>
                  </a:cubicBezTo>
                  <a:cubicBezTo>
                    <a:pt x="9488" y="8029"/>
                    <a:pt x="8975" y="10080"/>
                    <a:pt x="7949" y="9567"/>
                  </a:cubicBezTo>
                  <a:cubicBezTo>
                    <a:pt x="6924" y="9055"/>
                    <a:pt x="4872" y="8029"/>
                    <a:pt x="5385" y="7516"/>
                  </a:cubicBezTo>
                  <a:cubicBezTo>
                    <a:pt x="5898" y="7003"/>
                    <a:pt x="3847" y="4952"/>
                    <a:pt x="3847" y="4439"/>
                  </a:cubicBezTo>
                  <a:cubicBezTo>
                    <a:pt x="3847" y="3413"/>
                    <a:pt x="8462" y="3926"/>
                    <a:pt x="8975" y="443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2709"/>
            <p:cNvSpPr/>
            <p:nvPr/>
          </p:nvSpPr>
          <p:spPr>
            <a:xfrm>
              <a:off x="5979051" y="4344918"/>
              <a:ext cx="15386" cy="15386"/>
            </a:xfrm>
            <a:custGeom>
              <a:avLst/>
              <a:gdLst>
                <a:gd name="connsiteX0" fmla="*/ 14826 w 15386"/>
                <a:gd name="connsiteY0" fmla="*/ 12052 h 15386"/>
                <a:gd name="connsiteX1" fmla="*/ 12262 w 15386"/>
                <a:gd name="connsiteY1" fmla="*/ 14104 h 15386"/>
                <a:gd name="connsiteX2" fmla="*/ 9185 w 15386"/>
                <a:gd name="connsiteY2" fmla="*/ 15643 h 15386"/>
                <a:gd name="connsiteX3" fmla="*/ 7133 w 15386"/>
                <a:gd name="connsiteY3" fmla="*/ 14104 h 15386"/>
                <a:gd name="connsiteX4" fmla="*/ 6108 w 15386"/>
                <a:gd name="connsiteY4" fmla="*/ 14617 h 15386"/>
                <a:gd name="connsiteX5" fmla="*/ 4056 w 15386"/>
                <a:gd name="connsiteY5" fmla="*/ 11540 h 15386"/>
                <a:gd name="connsiteX6" fmla="*/ 7646 w 15386"/>
                <a:gd name="connsiteY6" fmla="*/ 8462 h 15386"/>
                <a:gd name="connsiteX7" fmla="*/ 10723 w 15386"/>
                <a:gd name="connsiteY7" fmla="*/ 3847 h 15386"/>
                <a:gd name="connsiteX8" fmla="*/ 15339 w 15386"/>
                <a:gd name="connsiteY8" fmla="*/ 7437 h 15386"/>
                <a:gd name="connsiteX9" fmla="*/ 14826 w 15386"/>
                <a:gd name="connsiteY9" fmla="*/ 12052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86" h="15386">
                  <a:moveTo>
                    <a:pt x="14826" y="12052"/>
                  </a:moveTo>
                  <a:cubicBezTo>
                    <a:pt x="14313" y="13078"/>
                    <a:pt x="13288" y="14104"/>
                    <a:pt x="12262" y="14104"/>
                  </a:cubicBezTo>
                  <a:cubicBezTo>
                    <a:pt x="11236" y="14104"/>
                    <a:pt x="9698" y="16668"/>
                    <a:pt x="9185" y="15643"/>
                  </a:cubicBezTo>
                  <a:cubicBezTo>
                    <a:pt x="8672" y="15130"/>
                    <a:pt x="7133" y="13591"/>
                    <a:pt x="7133" y="14104"/>
                  </a:cubicBezTo>
                  <a:cubicBezTo>
                    <a:pt x="7133" y="14617"/>
                    <a:pt x="6108" y="15643"/>
                    <a:pt x="6108" y="14617"/>
                  </a:cubicBezTo>
                  <a:cubicBezTo>
                    <a:pt x="6108" y="13591"/>
                    <a:pt x="3030" y="11540"/>
                    <a:pt x="4056" y="11540"/>
                  </a:cubicBezTo>
                  <a:cubicBezTo>
                    <a:pt x="5082" y="11540"/>
                    <a:pt x="7133" y="8975"/>
                    <a:pt x="7646" y="8462"/>
                  </a:cubicBezTo>
                  <a:cubicBezTo>
                    <a:pt x="8159" y="7437"/>
                    <a:pt x="9698" y="3847"/>
                    <a:pt x="10723" y="3847"/>
                  </a:cubicBezTo>
                  <a:cubicBezTo>
                    <a:pt x="11749" y="3847"/>
                    <a:pt x="15339" y="6411"/>
                    <a:pt x="15339" y="7437"/>
                  </a:cubicBezTo>
                  <a:cubicBezTo>
                    <a:pt x="14826" y="7950"/>
                    <a:pt x="14826" y="10514"/>
                    <a:pt x="14826" y="1205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2710"/>
            <p:cNvSpPr/>
            <p:nvPr/>
          </p:nvSpPr>
          <p:spPr>
            <a:xfrm>
              <a:off x="5993621" y="4250549"/>
              <a:ext cx="20515" cy="25644"/>
            </a:xfrm>
            <a:custGeom>
              <a:avLst/>
              <a:gdLst>
                <a:gd name="connsiteX0" fmla="*/ 4872 w 20514"/>
                <a:gd name="connsiteY0" fmla="*/ 20771 h 25643"/>
                <a:gd name="connsiteX1" fmla="*/ 3847 w 20514"/>
                <a:gd name="connsiteY1" fmla="*/ 14617 h 25643"/>
                <a:gd name="connsiteX2" fmla="*/ 4872 w 20514"/>
                <a:gd name="connsiteY2" fmla="*/ 5898 h 25643"/>
                <a:gd name="connsiteX3" fmla="*/ 4360 w 20514"/>
                <a:gd name="connsiteY3" fmla="*/ 4359 h 25643"/>
                <a:gd name="connsiteX4" fmla="*/ 7437 w 20514"/>
                <a:gd name="connsiteY4" fmla="*/ 4872 h 25643"/>
                <a:gd name="connsiteX5" fmla="*/ 8975 w 20514"/>
                <a:gd name="connsiteY5" fmla="*/ 13591 h 25643"/>
                <a:gd name="connsiteX6" fmla="*/ 12053 w 20514"/>
                <a:gd name="connsiteY6" fmla="*/ 21284 h 25643"/>
                <a:gd name="connsiteX7" fmla="*/ 18720 w 20514"/>
                <a:gd name="connsiteY7" fmla="*/ 22823 h 25643"/>
                <a:gd name="connsiteX8" fmla="*/ 17181 w 20514"/>
                <a:gd name="connsiteY8" fmla="*/ 25387 h 25643"/>
                <a:gd name="connsiteX9" fmla="*/ 12053 w 20514"/>
                <a:gd name="connsiteY9" fmla="*/ 26413 h 25643"/>
                <a:gd name="connsiteX10" fmla="*/ 4872 w 20514"/>
                <a:gd name="connsiteY10" fmla="*/ 20771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14" h="25643">
                  <a:moveTo>
                    <a:pt x="4872" y="20771"/>
                  </a:moveTo>
                  <a:cubicBezTo>
                    <a:pt x="4360" y="19746"/>
                    <a:pt x="3847" y="17181"/>
                    <a:pt x="3847" y="14617"/>
                  </a:cubicBezTo>
                  <a:cubicBezTo>
                    <a:pt x="3847" y="12565"/>
                    <a:pt x="4872" y="5898"/>
                    <a:pt x="4872" y="5898"/>
                  </a:cubicBezTo>
                  <a:cubicBezTo>
                    <a:pt x="4872" y="5898"/>
                    <a:pt x="4360" y="4872"/>
                    <a:pt x="4360" y="4359"/>
                  </a:cubicBezTo>
                  <a:cubicBezTo>
                    <a:pt x="4360" y="3847"/>
                    <a:pt x="5898" y="3334"/>
                    <a:pt x="7437" y="4872"/>
                  </a:cubicBezTo>
                  <a:cubicBezTo>
                    <a:pt x="8463" y="5898"/>
                    <a:pt x="7950" y="12053"/>
                    <a:pt x="8975" y="13591"/>
                  </a:cubicBezTo>
                  <a:cubicBezTo>
                    <a:pt x="10001" y="15643"/>
                    <a:pt x="10514" y="21284"/>
                    <a:pt x="12053" y="21284"/>
                  </a:cubicBezTo>
                  <a:cubicBezTo>
                    <a:pt x="14104" y="21284"/>
                    <a:pt x="18720" y="22310"/>
                    <a:pt x="18720" y="22823"/>
                  </a:cubicBezTo>
                  <a:cubicBezTo>
                    <a:pt x="18720" y="23336"/>
                    <a:pt x="18207" y="24874"/>
                    <a:pt x="17181" y="25387"/>
                  </a:cubicBezTo>
                  <a:cubicBezTo>
                    <a:pt x="16156" y="25900"/>
                    <a:pt x="12565" y="27439"/>
                    <a:pt x="12053" y="26413"/>
                  </a:cubicBezTo>
                  <a:cubicBezTo>
                    <a:pt x="11027" y="25900"/>
                    <a:pt x="5385" y="21797"/>
                    <a:pt x="4872" y="2077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2711"/>
            <p:cNvSpPr/>
            <p:nvPr/>
          </p:nvSpPr>
          <p:spPr>
            <a:xfrm>
              <a:off x="5977066" y="4253183"/>
              <a:ext cx="10257" cy="10257"/>
            </a:xfrm>
            <a:custGeom>
              <a:avLst/>
              <a:gdLst>
                <a:gd name="connsiteX0" fmla="*/ 6041 w 10257"/>
                <a:gd name="connsiteY0" fmla="*/ 9419 h 10257"/>
                <a:gd name="connsiteX1" fmla="*/ 7580 w 10257"/>
                <a:gd name="connsiteY1" fmla="*/ 4290 h 10257"/>
                <a:gd name="connsiteX2" fmla="*/ 6041 w 10257"/>
                <a:gd name="connsiteY2" fmla="*/ 941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57" h="10257">
                  <a:moveTo>
                    <a:pt x="6041" y="9419"/>
                  </a:moveTo>
                  <a:cubicBezTo>
                    <a:pt x="2451" y="7880"/>
                    <a:pt x="3477" y="2239"/>
                    <a:pt x="7580" y="4290"/>
                  </a:cubicBezTo>
                  <a:cubicBezTo>
                    <a:pt x="6554" y="5829"/>
                    <a:pt x="9119" y="8393"/>
                    <a:pt x="6041" y="94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2712"/>
            <p:cNvSpPr/>
            <p:nvPr/>
          </p:nvSpPr>
          <p:spPr>
            <a:xfrm>
              <a:off x="5996875" y="4214296"/>
              <a:ext cx="10257" cy="10257"/>
            </a:xfrm>
            <a:custGeom>
              <a:avLst/>
              <a:gdLst>
                <a:gd name="connsiteX0" fmla="*/ 4183 w 10257"/>
                <a:gd name="connsiteY0" fmla="*/ 11379 h 10257"/>
                <a:gd name="connsiteX1" fmla="*/ 4696 w 10257"/>
                <a:gd name="connsiteY1" fmla="*/ 6251 h 10257"/>
                <a:gd name="connsiteX2" fmla="*/ 8799 w 10257"/>
                <a:gd name="connsiteY2" fmla="*/ 4712 h 10257"/>
                <a:gd name="connsiteX3" fmla="*/ 4183 w 10257"/>
                <a:gd name="connsiteY3" fmla="*/ 1137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57" h="10257">
                  <a:moveTo>
                    <a:pt x="4183" y="11379"/>
                  </a:moveTo>
                  <a:cubicBezTo>
                    <a:pt x="3671" y="10866"/>
                    <a:pt x="3671" y="8815"/>
                    <a:pt x="4696" y="6251"/>
                  </a:cubicBezTo>
                  <a:cubicBezTo>
                    <a:pt x="5722" y="3686"/>
                    <a:pt x="9312" y="3173"/>
                    <a:pt x="8799" y="4712"/>
                  </a:cubicBezTo>
                  <a:cubicBezTo>
                    <a:pt x="7773" y="6763"/>
                    <a:pt x="4696" y="11892"/>
                    <a:pt x="4183" y="1137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2713"/>
            <p:cNvSpPr/>
            <p:nvPr/>
          </p:nvSpPr>
          <p:spPr>
            <a:xfrm>
              <a:off x="5949815" y="4427490"/>
              <a:ext cx="10257" cy="10257"/>
            </a:xfrm>
            <a:custGeom>
              <a:avLst/>
              <a:gdLst>
                <a:gd name="connsiteX0" fmla="*/ 8675 w 10257"/>
                <a:gd name="connsiteY0" fmla="*/ 3847 h 10257"/>
                <a:gd name="connsiteX1" fmla="*/ 7136 w 10257"/>
                <a:gd name="connsiteY1" fmla="*/ 5385 h 10257"/>
                <a:gd name="connsiteX2" fmla="*/ 8675 w 10257"/>
                <a:gd name="connsiteY2" fmla="*/ 11027 h 10257"/>
                <a:gd name="connsiteX3" fmla="*/ 4572 w 10257"/>
                <a:gd name="connsiteY3" fmla="*/ 10514 h 10257"/>
                <a:gd name="connsiteX4" fmla="*/ 4059 w 10257"/>
                <a:gd name="connsiteY4" fmla="*/ 6924 h 10257"/>
                <a:gd name="connsiteX5" fmla="*/ 8675 w 10257"/>
                <a:gd name="connsiteY5" fmla="*/ 3847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8675" y="3847"/>
                  </a:moveTo>
                  <a:cubicBezTo>
                    <a:pt x="9188" y="3847"/>
                    <a:pt x="8675" y="4359"/>
                    <a:pt x="7136" y="5385"/>
                  </a:cubicBezTo>
                  <a:cubicBezTo>
                    <a:pt x="5598" y="6411"/>
                    <a:pt x="9188" y="10001"/>
                    <a:pt x="8675" y="11027"/>
                  </a:cubicBezTo>
                  <a:cubicBezTo>
                    <a:pt x="8162" y="12053"/>
                    <a:pt x="5085" y="11027"/>
                    <a:pt x="4572" y="10514"/>
                  </a:cubicBezTo>
                  <a:cubicBezTo>
                    <a:pt x="4059" y="9488"/>
                    <a:pt x="3546" y="7437"/>
                    <a:pt x="4059" y="6924"/>
                  </a:cubicBezTo>
                  <a:cubicBezTo>
                    <a:pt x="4572" y="6411"/>
                    <a:pt x="8162" y="3847"/>
                    <a:pt x="8675" y="384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2714"/>
            <p:cNvSpPr/>
            <p:nvPr/>
          </p:nvSpPr>
          <p:spPr>
            <a:xfrm>
              <a:off x="6052089" y="4461468"/>
              <a:ext cx="5129" cy="10257"/>
            </a:xfrm>
            <a:custGeom>
              <a:avLst/>
              <a:gdLst>
                <a:gd name="connsiteX0" fmla="*/ 3847 w 5128"/>
                <a:gd name="connsiteY0" fmla="*/ 4231 h 10257"/>
                <a:gd name="connsiteX1" fmla="*/ 5385 w 5128"/>
                <a:gd name="connsiteY1" fmla="*/ 4231 h 10257"/>
                <a:gd name="connsiteX2" fmla="*/ 4359 w 5128"/>
                <a:gd name="connsiteY2" fmla="*/ 7308 h 10257"/>
                <a:gd name="connsiteX3" fmla="*/ 3847 w 5128"/>
                <a:gd name="connsiteY3" fmla="*/ 423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3847" y="4231"/>
                  </a:moveTo>
                  <a:cubicBezTo>
                    <a:pt x="4359" y="3718"/>
                    <a:pt x="4872" y="3718"/>
                    <a:pt x="5385" y="4231"/>
                  </a:cubicBezTo>
                  <a:cubicBezTo>
                    <a:pt x="5898" y="4744"/>
                    <a:pt x="4872" y="7308"/>
                    <a:pt x="4359" y="7308"/>
                  </a:cubicBezTo>
                  <a:cubicBezTo>
                    <a:pt x="3847" y="7308"/>
                    <a:pt x="3847" y="4744"/>
                    <a:pt x="3847" y="423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2715"/>
            <p:cNvSpPr/>
            <p:nvPr/>
          </p:nvSpPr>
          <p:spPr>
            <a:xfrm>
              <a:off x="6034212" y="4466597"/>
              <a:ext cx="20515" cy="20515"/>
            </a:xfrm>
            <a:custGeom>
              <a:avLst/>
              <a:gdLst>
                <a:gd name="connsiteX0" fmla="*/ 13517 w 20514"/>
                <a:gd name="connsiteY0" fmla="*/ 10386 h 20514"/>
                <a:gd name="connsiteX1" fmla="*/ 10440 w 20514"/>
                <a:gd name="connsiteY1" fmla="*/ 12950 h 20514"/>
                <a:gd name="connsiteX2" fmla="*/ 6850 w 20514"/>
                <a:gd name="connsiteY2" fmla="*/ 17566 h 20514"/>
                <a:gd name="connsiteX3" fmla="*/ 4798 w 20514"/>
                <a:gd name="connsiteY3" fmla="*/ 20643 h 20514"/>
                <a:gd name="connsiteX4" fmla="*/ 4285 w 20514"/>
                <a:gd name="connsiteY4" fmla="*/ 16027 h 20514"/>
                <a:gd name="connsiteX5" fmla="*/ 8389 w 20514"/>
                <a:gd name="connsiteY5" fmla="*/ 9873 h 20514"/>
                <a:gd name="connsiteX6" fmla="*/ 11978 w 20514"/>
                <a:gd name="connsiteY6" fmla="*/ 7821 h 20514"/>
                <a:gd name="connsiteX7" fmla="*/ 15569 w 20514"/>
                <a:gd name="connsiteY7" fmla="*/ 5257 h 20514"/>
                <a:gd name="connsiteX8" fmla="*/ 20185 w 20514"/>
                <a:gd name="connsiteY8" fmla="*/ 4744 h 20514"/>
                <a:gd name="connsiteX9" fmla="*/ 19671 w 20514"/>
                <a:gd name="connsiteY9" fmla="*/ 8334 h 20514"/>
                <a:gd name="connsiteX10" fmla="*/ 16082 w 20514"/>
                <a:gd name="connsiteY10" fmla="*/ 10899 h 20514"/>
                <a:gd name="connsiteX11" fmla="*/ 13517 w 20514"/>
                <a:gd name="connsiteY11" fmla="*/ 10386 h 2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4" h="20514">
                  <a:moveTo>
                    <a:pt x="13517" y="10386"/>
                  </a:moveTo>
                  <a:cubicBezTo>
                    <a:pt x="13004" y="11411"/>
                    <a:pt x="11978" y="12950"/>
                    <a:pt x="10440" y="12950"/>
                  </a:cubicBezTo>
                  <a:cubicBezTo>
                    <a:pt x="9414" y="13463"/>
                    <a:pt x="6337" y="16540"/>
                    <a:pt x="6850" y="17566"/>
                  </a:cubicBezTo>
                  <a:cubicBezTo>
                    <a:pt x="6850" y="18592"/>
                    <a:pt x="5311" y="21156"/>
                    <a:pt x="4798" y="20643"/>
                  </a:cubicBezTo>
                  <a:cubicBezTo>
                    <a:pt x="4285" y="20130"/>
                    <a:pt x="3260" y="17566"/>
                    <a:pt x="4285" y="16027"/>
                  </a:cubicBezTo>
                  <a:cubicBezTo>
                    <a:pt x="4798" y="14489"/>
                    <a:pt x="7363" y="10386"/>
                    <a:pt x="8389" y="9873"/>
                  </a:cubicBezTo>
                  <a:cubicBezTo>
                    <a:pt x="9414" y="9360"/>
                    <a:pt x="11466" y="8334"/>
                    <a:pt x="11978" y="7821"/>
                  </a:cubicBezTo>
                  <a:cubicBezTo>
                    <a:pt x="12491" y="7308"/>
                    <a:pt x="15056" y="6796"/>
                    <a:pt x="15569" y="5257"/>
                  </a:cubicBezTo>
                  <a:cubicBezTo>
                    <a:pt x="16082" y="3205"/>
                    <a:pt x="21210" y="3718"/>
                    <a:pt x="20185" y="4744"/>
                  </a:cubicBezTo>
                  <a:cubicBezTo>
                    <a:pt x="19671" y="5770"/>
                    <a:pt x="20185" y="7821"/>
                    <a:pt x="19671" y="8334"/>
                  </a:cubicBezTo>
                  <a:cubicBezTo>
                    <a:pt x="19159" y="8847"/>
                    <a:pt x="17107" y="10899"/>
                    <a:pt x="16082" y="10899"/>
                  </a:cubicBezTo>
                  <a:cubicBezTo>
                    <a:pt x="15569" y="10899"/>
                    <a:pt x="14030" y="9360"/>
                    <a:pt x="13517" y="10386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2716"/>
            <p:cNvSpPr/>
            <p:nvPr/>
          </p:nvSpPr>
          <p:spPr>
            <a:xfrm>
              <a:off x="6045597" y="4476513"/>
              <a:ext cx="5129" cy="10257"/>
            </a:xfrm>
            <a:custGeom>
              <a:avLst/>
              <a:gdLst>
                <a:gd name="connsiteX0" fmla="*/ 4696 w 5128"/>
                <a:gd name="connsiteY0" fmla="*/ 4059 h 10257"/>
                <a:gd name="connsiteX1" fmla="*/ 5722 w 5128"/>
                <a:gd name="connsiteY1" fmla="*/ 4572 h 10257"/>
                <a:gd name="connsiteX2" fmla="*/ 4183 w 5128"/>
                <a:gd name="connsiteY2" fmla="*/ 7136 h 10257"/>
                <a:gd name="connsiteX3" fmla="*/ 4696 w 5128"/>
                <a:gd name="connsiteY3" fmla="*/ 4059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4696" y="4059"/>
                  </a:moveTo>
                  <a:cubicBezTo>
                    <a:pt x="5209" y="3546"/>
                    <a:pt x="5722" y="4059"/>
                    <a:pt x="5722" y="4572"/>
                  </a:cubicBezTo>
                  <a:cubicBezTo>
                    <a:pt x="5209" y="5085"/>
                    <a:pt x="4696" y="7649"/>
                    <a:pt x="4183" y="7136"/>
                  </a:cubicBezTo>
                  <a:cubicBezTo>
                    <a:pt x="3671" y="7136"/>
                    <a:pt x="3671" y="4572"/>
                    <a:pt x="4696" y="405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2717"/>
            <p:cNvSpPr/>
            <p:nvPr/>
          </p:nvSpPr>
          <p:spPr>
            <a:xfrm>
              <a:off x="6033699" y="4472278"/>
              <a:ext cx="5129" cy="5129"/>
            </a:xfrm>
            <a:custGeom>
              <a:avLst/>
              <a:gdLst>
                <a:gd name="connsiteX0" fmla="*/ 5824 w 5128"/>
                <a:gd name="connsiteY0" fmla="*/ 5217 h 5128"/>
                <a:gd name="connsiteX1" fmla="*/ 4798 w 5128"/>
                <a:gd name="connsiteY1" fmla="*/ 5730 h 5128"/>
                <a:gd name="connsiteX2" fmla="*/ 4285 w 5128"/>
                <a:gd name="connsiteY2" fmla="*/ 4192 h 5128"/>
                <a:gd name="connsiteX3" fmla="*/ 5824 w 5128"/>
                <a:gd name="connsiteY3" fmla="*/ 521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5128">
                  <a:moveTo>
                    <a:pt x="5824" y="5217"/>
                  </a:moveTo>
                  <a:cubicBezTo>
                    <a:pt x="5824" y="5730"/>
                    <a:pt x="5311" y="5730"/>
                    <a:pt x="4798" y="5730"/>
                  </a:cubicBezTo>
                  <a:cubicBezTo>
                    <a:pt x="4285" y="5217"/>
                    <a:pt x="3260" y="4704"/>
                    <a:pt x="4285" y="4192"/>
                  </a:cubicBezTo>
                  <a:cubicBezTo>
                    <a:pt x="4285" y="3166"/>
                    <a:pt x="5824" y="4704"/>
                    <a:pt x="5824" y="5217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2718"/>
            <p:cNvSpPr/>
            <p:nvPr/>
          </p:nvSpPr>
          <p:spPr>
            <a:xfrm>
              <a:off x="6034651" y="4467494"/>
              <a:ext cx="5129" cy="10257"/>
            </a:xfrm>
            <a:custGeom>
              <a:avLst/>
              <a:gdLst>
                <a:gd name="connsiteX0" fmla="*/ 5385 w 5128"/>
                <a:gd name="connsiteY0" fmla="*/ 6411 h 10257"/>
                <a:gd name="connsiteX1" fmla="*/ 3847 w 5128"/>
                <a:gd name="connsiteY1" fmla="*/ 4872 h 10257"/>
                <a:gd name="connsiteX2" fmla="*/ 5385 w 5128"/>
                <a:gd name="connsiteY2" fmla="*/ 3847 h 10257"/>
                <a:gd name="connsiteX3" fmla="*/ 5385 w 5128"/>
                <a:gd name="connsiteY3" fmla="*/ 6411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8" h="10257">
                  <a:moveTo>
                    <a:pt x="5385" y="6411"/>
                  </a:moveTo>
                  <a:cubicBezTo>
                    <a:pt x="4360" y="5898"/>
                    <a:pt x="3847" y="5385"/>
                    <a:pt x="3847" y="4872"/>
                  </a:cubicBezTo>
                  <a:cubicBezTo>
                    <a:pt x="3847" y="4359"/>
                    <a:pt x="4872" y="3847"/>
                    <a:pt x="5385" y="3847"/>
                  </a:cubicBezTo>
                  <a:cubicBezTo>
                    <a:pt x="5898" y="3847"/>
                    <a:pt x="6411" y="6924"/>
                    <a:pt x="5385" y="6411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2719"/>
            <p:cNvSpPr/>
            <p:nvPr/>
          </p:nvSpPr>
          <p:spPr>
            <a:xfrm>
              <a:off x="6039640" y="4465754"/>
              <a:ext cx="10257" cy="10257"/>
            </a:xfrm>
            <a:custGeom>
              <a:avLst/>
              <a:gdLst>
                <a:gd name="connsiteX0" fmla="*/ 6038 w 10257"/>
                <a:gd name="connsiteY0" fmla="*/ 6612 h 10257"/>
                <a:gd name="connsiteX1" fmla="*/ 5012 w 10257"/>
                <a:gd name="connsiteY1" fmla="*/ 7125 h 10257"/>
                <a:gd name="connsiteX2" fmla="*/ 3986 w 10257"/>
                <a:gd name="connsiteY2" fmla="*/ 5073 h 10257"/>
                <a:gd name="connsiteX3" fmla="*/ 7064 w 10257"/>
                <a:gd name="connsiteY3" fmla="*/ 4048 h 10257"/>
                <a:gd name="connsiteX4" fmla="*/ 8602 w 10257"/>
                <a:gd name="connsiteY4" fmla="*/ 5073 h 10257"/>
                <a:gd name="connsiteX5" fmla="*/ 6038 w 10257"/>
                <a:gd name="connsiteY5" fmla="*/ 6612 h 1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57" h="10257">
                  <a:moveTo>
                    <a:pt x="6038" y="6612"/>
                  </a:moveTo>
                  <a:cubicBezTo>
                    <a:pt x="6038" y="7125"/>
                    <a:pt x="5525" y="7125"/>
                    <a:pt x="5012" y="7125"/>
                  </a:cubicBezTo>
                  <a:cubicBezTo>
                    <a:pt x="4499" y="6612"/>
                    <a:pt x="3474" y="5586"/>
                    <a:pt x="3986" y="5073"/>
                  </a:cubicBezTo>
                  <a:cubicBezTo>
                    <a:pt x="4499" y="4561"/>
                    <a:pt x="7064" y="4561"/>
                    <a:pt x="7064" y="4048"/>
                  </a:cubicBezTo>
                  <a:cubicBezTo>
                    <a:pt x="7064" y="3535"/>
                    <a:pt x="8602" y="4048"/>
                    <a:pt x="8602" y="5073"/>
                  </a:cubicBezTo>
                  <a:cubicBezTo>
                    <a:pt x="8089" y="6099"/>
                    <a:pt x="6038" y="6099"/>
                    <a:pt x="6038" y="6612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2720"/>
            <p:cNvSpPr/>
            <p:nvPr/>
          </p:nvSpPr>
          <p:spPr>
            <a:xfrm>
              <a:off x="6203546" y="4217669"/>
              <a:ext cx="20515" cy="15386"/>
            </a:xfrm>
            <a:custGeom>
              <a:avLst/>
              <a:gdLst>
                <a:gd name="connsiteX0" fmla="*/ 16508 w 20514"/>
                <a:gd name="connsiteY0" fmla="*/ 8519 h 15386"/>
                <a:gd name="connsiteX1" fmla="*/ 18560 w 20514"/>
                <a:gd name="connsiteY1" fmla="*/ 10571 h 15386"/>
                <a:gd name="connsiteX2" fmla="*/ 12918 w 20514"/>
                <a:gd name="connsiteY2" fmla="*/ 11083 h 15386"/>
                <a:gd name="connsiteX3" fmla="*/ 6251 w 20514"/>
                <a:gd name="connsiteY3" fmla="*/ 15699 h 15386"/>
                <a:gd name="connsiteX4" fmla="*/ 4712 w 20514"/>
                <a:gd name="connsiteY4" fmla="*/ 15699 h 15386"/>
                <a:gd name="connsiteX5" fmla="*/ 4199 w 20514"/>
                <a:gd name="connsiteY5" fmla="*/ 13648 h 15386"/>
                <a:gd name="connsiteX6" fmla="*/ 5738 w 20514"/>
                <a:gd name="connsiteY6" fmla="*/ 10571 h 15386"/>
                <a:gd name="connsiteX7" fmla="*/ 5738 w 20514"/>
                <a:gd name="connsiteY7" fmla="*/ 7493 h 15386"/>
                <a:gd name="connsiteX8" fmla="*/ 7789 w 20514"/>
                <a:gd name="connsiteY8" fmla="*/ 3903 h 15386"/>
                <a:gd name="connsiteX9" fmla="*/ 16508 w 20514"/>
                <a:gd name="connsiteY9" fmla="*/ 8519 h 1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4" h="15386">
                  <a:moveTo>
                    <a:pt x="16508" y="8519"/>
                  </a:moveTo>
                  <a:cubicBezTo>
                    <a:pt x="18560" y="10058"/>
                    <a:pt x="19585" y="11083"/>
                    <a:pt x="18560" y="10571"/>
                  </a:cubicBezTo>
                  <a:cubicBezTo>
                    <a:pt x="18047" y="10058"/>
                    <a:pt x="14456" y="10058"/>
                    <a:pt x="12918" y="11083"/>
                  </a:cubicBezTo>
                  <a:cubicBezTo>
                    <a:pt x="10867" y="12109"/>
                    <a:pt x="6251" y="15186"/>
                    <a:pt x="6251" y="15699"/>
                  </a:cubicBezTo>
                  <a:cubicBezTo>
                    <a:pt x="6251" y="16725"/>
                    <a:pt x="4712" y="16212"/>
                    <a:pt x="4712" y="15699"/>
                  </a:cubicBezTo>
                  <a:cubicBezTo>
                    <a:pt x="4712" y="15186"/>
                    <a:pt x="3174" y="13648"/>
                    <a:pt x="4199" y="13648"/>
                  </a:cubicBezTo>
                  <a:cubicBezTo>
                    <a:pt x="4712" y="13648"/>
                    <a:pt x="5738" y="11083"/>
                    <a:pt x="5738" y="10571"/>
                  </a:cubicBezTo>
                  <a:cubicBezTo>
                    <a:pt x="5738" y="10058"/>
                    <a:pt x="5225" y="8006"/>
                    <a:pt x="5738" y="7493"/>
                  </a:cubicBezTo>
                  <a:cubicBezTo>
                    <a:pt x="6251" y="6981"/>
                    <a:pt x="7276" y="4416"/>
                    <a:pt x="7789" y="3903"/>
                  </a:cubicBezTo>
                  <a:cubicBezTo>
                    <a:pt x="7789" y="3390"/>
                    <a:pt x="14456" y="6468"/>
                    <a:pt x="16508" y="8519"/>
                  </a:cubicBezTo>
                  <a:close/>
                </a:path>
              </a:pathLst>
            </a:custGeom>
            <a:solidFill>
              <a:srgbClr val="15B0B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2721"/>
            <p:cNvSpPr/>
            <p:nvPr/>
          </p:nvSpPr>
          <p:spPr>
            <a:xfrm>
              <a:off x="5925409" y="4409400"/>
              <a:ext cx="5129" cy="5129"/>
            </a:xfrm>
            <a:custGeom>
              <a:avLst/>
              <a:gdLst>
                <a:gd name="connsiteX0" fmla="*/ 3847 w 5128"/>
                <a:gd name="connsiteY0" fmla="*/ 3986 h 5128"/>
                <a:gd name="connsiteX1" fmla="*/ 4360 w 5128"/>
                <a:gd name="connsiteY1" fmla="*/ 5012 h 5128"/>
                <a:gd name="connsiteX2" fmla="*/ 3847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3847" y="3986"/>
                  </a:moveTo>
                  <a:cubicBezTo>
                    <a:pt x="3847" y="3986"/>
                    <a:pt x="3847" y="5012"/>
                    <a:pt x="4360" y="5012"/>
                  </a:cubicBezTo>
                  <a:cubicBezTo>
                    <a:pt x="4360" y="4499"/>
                    <a:pt x="4360" y="3473"/>
                    <a:pt x="3847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2722"/>
            <p:cNvSpPr/>
            <p:nvPr/>
          </p:nvSpPr>
          <p:spPr>
            <a:xfrm>
              <a:off x="5989306" y="4416580"/>
              <a:ext cx="5129" cy="5129"/>
            </a:xfrm>
            <a:custGeom>
              <a:avLst/>
              <a:gdLst>
                <a:gd name="connsiteX0" fmla="*/ 4059 w 5128"/>
                <a:gd name="connsiteY0" fmla="*/ 3986 h 5128"/>
                <a:gd name="connsiteX1" fmla="*/ 4572 w 5128"/>
                <a:gd name="connsiteY1" fmla="*/ 5012 h 5128"/>
                <a:gd name="connsiteX2" fmla="*/ 4059 w 5128"/>
                <a:gd name="connsiteY2" fmla="*/ 3986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8" h="5128">
                  <a:moveTo>
                    <a:pt x="4059" y="3986"/>
                  </a:moveTo>
                  <a:cubicBezTo>
                    <a:pt x="3546" y="3986"/>
                    <a:pt x="4059" y="5012"/>
                    <a:pt x="4572" y="5012"/>
                  </a:cubicBezTo>
                  <a:cubicBezTo>
                    <a:pt x="4572" y="4499"/>
                    <a:pt x="4572" y="3473"/>
                    <a:pt x="4059" y="3986"/>
                  </a:cubicBez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2723"/>
            <p:cNvSpPr/>
            <p:nvPr/>
          </p:nvSpPr>
          <p:spPr>
            <a:xfrm>
              <a:off x="10817183" y="5110636"/>
              <a:ext cx="35901" cy="51287"/>
            </a:xfrm>
            <a:custGeom>
              <a:avLst/>
              <a:gdLst>
                <a:gd name="connsiteX0" fmla="*/ 3847 w 35901"/>
                <a:gd name="connsiteY0" fmla="*/ 29490 h 51287"/>
                <a:gd name="connsiteX1" fmla="*/ 36670 w 35901"/>
                <a:gd name="connsiteY1" fmla="*/ 3847 h 51287"/>
                <a:gd name="connsiteX2" fmla="*/ 31542 w 35901"/>
                <a:gd name="connsiteY2" fmla="*/ 50005 h 5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01" h="51287">
                  <a:moveTo>
                    <a:pt x="3847" y="29490"/>
                  </a:moveTo>
                  <a:lnTo>
                    <a:pt x="36670" y="3847"/>
                  </a:lnTo>
                  <a:lnTo>
                    <a:pt x="31542" y="5000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2724"/>
            <p:cNvSpPr/>
            <p:nvPr/>
          </p:nvSpPr>
          <p:spPr>
            <a:xfrm>
              <a:off x="10856161" y="4939337"/>
              <a:ext cx="446199" cy="220535"/>
            </a:xfrm>
            <a:custGeom>
              <a:avLst/>
              <a:gdLst>
                <a:gd name="connsiteX0" fmla="*/ 445430 w 446198"/>
                <a:gd name="connsiteY0" fmla="*/ 177197 h 220535"/>
                <a:gd name="connsiteX1" fmla="*/ 200790 w 446198"/>
                <a:gd name="connsiteY1" fmla="*/ 217201 h 220535"/>
                <a:gd name="connsiteX2" fmla="*/ 3847 w 446198"/>
                <a:gd name="connsiteY2" fmla="*/ 44363 h 220535"/>
                <a:gd name="connsiteX3" fmla="*/ 247974 w 446198"/>
                <a:gd name="connsiteY3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98" h="220535">
                  <a:moveTo>
                    <a:pt x="445430" y="177197"/>
                  </a:moveTo>
                  <a:lnTo>
                    <a:pt x="200790" y="217201"/>
                  </a:lnTo>
                  <a:lnTo>
                    <a:pt x="3847" y="44363"/>
                  </a:lnTo>
                  <a:lnTo>
                    <a:pt x="247974" y="3847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2725"/>
            <p:cNvSpPr/>
            <p:nvPr/>
          </p:nvSpPr>
          <p:spPr>
            <a:xfrm>
              <a:off x="11054130" y="4939850"/>
              <a:ext cx="251307" cy="220535"/>
            </a:xfrm>
            <a:custGeom>
              <a:avLst/>
              <a:gdLst>
                <a:gd name="connsiteX0" fmla="*/ 247974 w 251307"/>
                <a:gd name="connsiteY0" fmla="*/ 176684 h 220535"/>
                <a:gd name="connsiteX1" fmla="*/ 3847 w 251307"/>
                <a:gd name="connsiteY1" fmla="*/ 217201 h 220535"/>
                <a:gd name="connsiteX2" fmla="*/ 51031 w 251307"/>
                <a:gd name="connsiteY2" fmla="*/ 3847 h 22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307" h="220535">
                  <a:moveTo>
                    <a:pt x="247974" y="176684"/>
                  </a:moveTo>
                  <a:lnTo>
                    <a:pt x="3847" y="217201"/>
                  </a:lnTo>
                  <a:lnTo>
                    <a:pt x="51031" y="3847"/>
                  </a:lnTo>
                  <a:close/>
                </a:path>
              </a:pathLst>
            </a:custGeom>
            <a:solidFill>
              <a:srgbClr val="4B4F52">
                <a:alpha val="3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2726"/>
            <p:cNvSpPr/>
            <p:nvPr/>
          </p:nvSpPr>
          <p:spPr>
            <a:xfrm>
              <a:off x="10916657" y="5066529"/>
              <a:ext cx="287208" cy="184634"/>
            </a:xfrm>
            <a:custGeom>
              <a:avLst/>
              <a:gdLst>
                <a:gd name="connsiteX0" fmla="*/ 137729 w 287208"/>
                <a:gd name="connsiteY0" fmla="*/ 105395 h 184633"/>
                <a:gd name="connsiteX1" fmla="*/ 20281 w 287208"/>
                <a:gd name="connsiteY1" fmla="*/ 3847 h 184633"/>
                <a:gd name="connsiteX2" fmla="*/ 4382 w 287208"/>
                <a:gd name="connsiteY2" fmla="*/ 74623 h 184633"/>
                <a:gd name="connsiteX3" fmla="*/ 125420 w 287208"/>
                <a:gd name="connsiteY3" fmla="*/ 170017 h 184633"/>
                <a:gd name="connsiteX4" fmla="*/ 271076 w 287208"/>
                <a:gd name="connsiteY4" fmla="*/ 154631 h 184633"/>
                <a:gd name="connsiteX5" fmla="*/ 286975 w 287208"/>
                <a:gd name="connsiteY5" fmla="*/ 81290 h 184633"/>
                <a:gd name="connsiteX6" fmla="*/ 137729 w 287208"/>
                <a:gd name="connsiteY6" fmla="*/ 105395 h 18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208" h="184633">
                  <a:moveTo>
                    <a:pt x="137729" y="105395"/>
                  </a:moveTo>
                  <a:lnTo>
                    <a:pt x="20281" y="3847"/>
                  </a:lnTo>
                  <a:lnTo>
                    <a:pt x="4382" y="74623"/>
                  </a:lnTo>
                  <a:cubicBezTo>
                    <a:pt x="-2285" y="105395"/>
                    <a:pt x="54131" y="148476"/>
                    <a:pt x="125420" y="170017"/>
                  </a:cubicBezTo>
                  <a:cubicBezTo>
                    <a:pt x="197222" y="191558"/>
                    <a:pt x="264409" y="185403"/>
                    <a:pt x="271076" y="154631"/>
                  </a:cubicBezTo>
                  <a:lnTo>
                    <a:pt x="286975" y="81290"/>
                  </a:lnTo>
                  <a:lnTo>
                    <a:pt x="137729" y="105395"/>
                  </a:ln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2727"/>
            <p:cNvSpPr/>
            <p:nvPr/>
          </p:nvSpPr>
          <p:spPr>
            <a:xfrm>
              <a:off x="10847442" y="5003446"/>
              <a:ext cx="66673" cy="117961"/>
            </a:xfrm>
            <a:custGeom>
              <a:avLst/>
              <a:gdLst>
                <a:gd name="connsiteX0" fmla="*/ 63852 w 66673"/>
                <a:gd name="connsiteY0" fmla="*/ 3847 h 117960"/>
                <a:gd name="connsiteX1" fmla="*/ 3847 w 66673"/>
                <a:gd name="connsiteY1" fmla="*/ 115653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73" h="117960">
                  <a:moveTo>
                    <a:pt x="63852" y="3847"/>
                  </a:moveTo>
                  <a:lnTo>
                    <a:pt x="3847" y="115653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2728"/>
            <p:cNvSpPr/>
            <p:nvPr/>
          </p:nvSpPr>
          <p:spPr>
            <a:xfrm>
              <a:off x="10834886" y="5101856"/>
              <a:ext cx="30772" cy="35901"/>
            </a:xfrm>
            <a:custGeom>
              <a:avLst/>
              <a:gdLst>
                <a:gd name="connsiteX0" fmla="*/ 26660 w 30772"/>
                <a:gd name="connsiteY0" fmla="*/ 25448 h 35901"/>
                <a:gd name="connsiteX1" fmla="*/ 9735 w 30772"/>
                <a:gd name="connsiteY1" fmla="*/ 30064 h 35901"/>
                <a:gd name="connsiteX2" fmla="*/ 5633 w 30772"/>
                <a:gd name="connsiteY2" fmla="*/ 10575 h 35901"/>
                <a:gd name="connsiteX3" fmla="*/ 22557 w 30772"/>
                <a:gd name="connsiteY3" fmla="*/ 5959 h 35901"/>
                <a:gd name="connsiteX4" fmla="*/ 26660 w 30772"/>
                <a:gd name="connsiteY4" fmla="*/ 25448 h 3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72" h="35901">
                  <a:moveTo>
                    <a:pt x="26660" y="25448"/>
                  </a:moveTo>
                  <a:cubicBezTo>
                    <a:pt x="23071" y="32115"/>
                    <a:pt x="15890" y="34167"/>
                    <a:pt x="9735" y="30064"/>
                  </a:cubicBezTo>
                  <a:cubicBezTo>
                    <a:pt x="4094" y="25961"/>
                    <a:pt x="2042" y="17242"/>
                    <a:pt x="5633" y="10575"/>
                  </a:cubicBezTo>
                  <a:cubicBezTo>
                    <a:pt x="9223" y="3907"/>
                    <a:pt x="16403" y="1856"/>
                    <a:pt x="22557" y="5959"/>
                  </a:cubicBezTo>
                  <a:cubicBezTo>
                    <a:pt x="28199" y="10062"/>
                    <a:pt x="29738" y="18781"/>
                    <a:pt x="26660" y="25448"/>
                  </a:cubicBezTo>
                  <a:close/>
                </a:path>
              </a:pathLst>
            </a:custGeom>
            <a:solidFill>
              <a:srgbClr val="4B4F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2729"/>
            <p:cNvSpPr/>
            <p:nvPr/>
          </p:nvSpPr>
          <p:spPr>
            <a:xfrm>
              <a:off x="5245918" y="4558111"/>
              <a:ext cx="343624" cy="343624"/>
            </a:xfrm>
            <a:custGeom>
              <a:avLst/>
              <a:gdLst>
                <a:gd name="connsiteX0" fmla="*/ 260218 w 343624"/>
                <a:gd name="connsiteY0" fmla="*/ 29139 h 343624"/>
                <a:gd name="connsiteX1" fmla="*/ 133539 w 343624"/>
                <a:gd name="connsiteY1" fmla="*/ 8624 h 343624"/>
                <a:gd name="connsiteX2" fmla="*/ 28913 w 343624"/>
                <a:gd name="connsiteY2" fmla="*/ 84016 h 343624"/>
                <a:gd name="connsiteX3" fmla="*/ 8398 w 343624"/>
                <a:gd name="connsiteY3" fmla="*/ 210696 h 343624"/>
                <a:gd name="connsiteX4" fmla="*/ 210470 w 343624"/>
                <a:gd name="connsiteY4" fmla="*/ 335837 h 343624"/>
                <a:gd name="connsiteX5" fmla="*/ 315096 w 343624"/>
                <a:gd name="connsiteY5" fmla="*/ 260444 h 343624"/>
                <a:gd name="connsiteX6" fmla="*/ 335611 w 343624"/>
                <a:gd name="connsiteY6" fmla="*/ 133765 h 343624"/>
                <a:gd name="connsiteX7" fmla="*/ 260218 w 343624"/>
                <a:gd name="connsiteY7" fmla="*/ 29139 h 343624"/>
                <a:gd name="connsiteX8" fmla="*/ 294581 w 343624"/>
                <a:gd name="connsiteY8" fmla="*/ 247623 h 343624"/>
                <a:gd name="connsiteX9" fmla="*/ 204828 w 343624"/>
                <a:gd name="connsiteY9" fmla="*/ 312245 h 343624"/>
                <a:gd name="connsiteX10" fmla="*/ 30965 w 343624"/>
                <a:gd name="connsiteY10" fmla="*/ 204541 h 343624"/>
                <a:gd name="connsiteX11" fmla="*/ 48915 w 343624"/>
                <a:gd name="connsiteY11" fmla="*/ 95812 h 343624"/>
                <a:gd name="connsiteX12" fmla="*/ 138668 w 343624"/>
                <a:gd name="connsiteY12" fmla="*/ 31191 h 343624"/>
                <a:gd name="connsiteX13" fmla="*/ 247909 w 343624"/>
                <a:gd name="connsiteY13" fmla="*/ 49141 h 343624"/>
                <a:gd name="connsiteX14" fmla="*/ 312531 w 343624"/>
                <a:gd name="connsiteY14" fmla="*/ 138894 h 343624"/>
                <a:gd name="connsiteX15" fmla="*/ 294581 w 343624"/>
                <a:gd name="connsiteY15" fmla="*/ 247623 h 34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3624" h="343624">
                  <a:moveTo>
                    <a:pt x="260218" y="29139"/>
                  </a:moveTo>
                  <a:cubicBezTo>
                    <a:pt x="222266" y="5547"/>
                    <a:pt x="177133" y="-2146"/>
                    <a:pt x="133539" y="8624"/>
                  </a:cubicBezTo>
                  <a:cubicBezTo>
                    <a:pt x="89945" y="18882"/>
                    <a:pt x="52505" y="45551"/>
                    <a:pt x="28913" y="84016"/>
                  </a:cubicBezTo>
                  <a:cubicBezTo>
                    <a:pt x="5321" y="121969"/>
                    <a:pt x="-1859" y="167102"/>
                    <a:pt x="8398" y="210696"/>
                  </a:cubicBezTo>
                  <a:cubicBezTo>
                    <a:pt x="29426" y="300961"/>
                    <a:pt x="120204" y="356864"/>
                    <a:pt x="210470" y="335837"/>
                  </a:cubicBezTo>
                  <a:cubicBezTo>
                    <a:pt x="254064" y="325579"/>
                    <a:pt x="291504" y="298910"/>
                    <a:pt x="315096" y="260444"/>
                  </a:cubicBezTo>
                  <a:cubicBezTo>
                    <a:pt x="338688" y="222492"/>
                    <a:pt x="345868" y="177359"/>
                    <a:pt x="335611" y="133765"/>
                  </a:cubicBezTo>
                  <a:cubicBezTo>
                    <a:pt x="324840" y="89658"/>
                    <a:pt x="298171" y="52731"/>
                    <a:pt x="260218" y="29139"/>
                  </a:cubicBezTo>
                  <a:close/>
                  <a:moveTo>
                    <a:pt x="294581" y="247623"/>
                  </a:moveTo>
                  <a:cubicBezTo>
                    <a:pt x="274066" y="280446"/>
                    <a:pt x="242268" y="303526"/>
                    <a:pt x="204828" y="312245"/>
                  </a:cubicBezTo>
                  <a:cubicBezTo>
                    <a:pt x="127385" y="330708"/>
                    <a:pt x="49428" y="282498"/>
                    <a:pt x="30965" y="204541"/>
                  </a:cubicBezTo>
                  <a:cubicBezTo>
                    <a:pt x="22246" y="167102"/>
                    <a:pt x="28400" y="128636"/>
                    <a:pt x="48915" y="95812"/>
                  </a:cubicBezTo>
                  <a:cubicBezTo>
                    <a:pt x="69430" y="62989"/>
                    <a:pt x="101228" y="39909"/>
                    <a:pt x="138668" y="31191"/>
                  </a:cubicBezTo>
                  <a:cubicBezTo>
                    <a:pt x="176107" y="22472"/>
                    <a:pt x="215086" y="28626"/>
                    <a:pt x="247909" y="49141"/>
                  </a:cubicBezTo>
                  <a:cubicBezTo>
                    <a:pt x="280733" y="69656"/>
                    <a:pt x="303813" y="101454"/>
                    <a:pt x="312531" y="138894"/>
                  </a:cubicBezTo>
                  <a:cubicBezTo>
                    <a:pt x="320737" y="176333"/>
                    <a:pt x="314583" y="214799"/>
                    <a:pt x="294581" y="24762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2730"/>
            <p:cNvSpPr/>
            <p:nvPr/>
          </p:nvSpPr>
          <p:spPr>
            <a:xfrm>
              <a:off x="5574384" y="4814331"/>
              <a:ext cx="246179" cy="174377"/>
            </a:xfrm>
            <a:custGeom>
              <a:avLst/>
              <a:gdLst>
                <a:gd name="connsiteX0" fmla="*/ 238963 w 246178"/>
                <a:gd name="connsiteY0" fmla="*/ 161164 h 174376"/>
                <a:gd name="connsiteX1" fmla="*/ 238963 w 246178"/>
                <a:gd name="connsiteY1" fmla="*/ 161164 h 174376"/>
                <a:gd name="connsiteX2" fmla="*/ 184086 w 246178"/>
                <a:gd name="connsiteY2" fmla="*/ 167831 h 174376"/>
                <a:gd name="connsiteX3" fmla="*/ 26634 w 246178"/>
                <a:gd name="connsiteY3" fmla="*/ 69872 h 174376"/>
                <a:gd name="connsiteX4" fmla="*/ 8171 w 246178"/>
                <a:gd name="connsiteY4" fmla="*/ 18072 h 174376"/>
                <a:gd name="connsiteX5" fmla="*/ 8171 w 246178"/>
                <a:gd name="connsiteY5" fmla="*/ 18072 h 174376"/>
                <a:gd name="connsiteX6" fmla="*/ 62535 w 246178"/>
                <a:gd name="connsiteY6" fmla="*/ 11405 h 174376"/>
                <a:gd name="connsiteX7" fmla="*/ 220500 w 246178"/>
                <a:gd name="connsiteY7" fmla="*/ 109363 h 174376"/>
                <a:gd name="connsiteX8" fmla="*/ 238963 w 246178"/>
                <a:gd name="connsiteY8" fmla="*/ 161164 h 174376"/>
                <a:gd name="connsiteX9" fmla="*/ 238963 w 246178"/>
                <a:gd name="connsiteY9" fmla="*/ 161164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178" h="174376">
                  <a:moveTo>
                    <a:pt x="238963" y="161164"/>
                  </a:moveTo>
                  <a:lnTo>
                    <a:pt x="238963" y="161164"/>
                  </a:lnTo>
                  <a:cubicBezTo>
                    <a:pt x="228706" y="177063"/>
                    <a:pt x="204601" y="180140"/>
                    <a:pt x="184086" y="167831"/>
                  </a:cubicBezTo>
                  <a:lnTo>
                    <a:pt x="26634" y="69872"/>
                  </a:lnTo>
                  <a:cubicBezTo>
                    <a:pt x="6632" y="57563"/>
                    <a:pt x="-2087" y="33971"/>
                    <a:pt x="8171" y="18072"/>
                  </a:cubicBezTo>
                  <a:cubicBezTo>
                    <a:pt x="8171" y="18072"/>
                    <a:pt x="8171" y="18072"/>
                    <a:pt x="8171" y="18072"/>
                  </a:cubicBezTo>
                  <a:cubicBezTo>
                    <a:pt x="17915" y="2173"/>
                    <a:pt x="42533" y="-904"/>
                    <a:pt x="62535" y="11405"/>
                  </a:cubicBezTo>
                  <a:lnTo>
                    <a:pt x="220500" y="109363"/>
                  </a:lnTo>
                  <a:cubicBezTo>
                    <a:pt x="241015" y="121672"/>
                    <a:pt x="249221" y="145264"/>
                    <a:pt x="238963" y="161164"/>
                  </a:cubicBezTo>
                  <a:lnTo>
                    <a:pt x="238963" y="161164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2731"/>
            <p:cNvSpPr/>
            <p:nvPr/>
          </p:nvSpPr>
          <p:spPr>
            <a:xfrm>
              <a:off x="5568488" y="4805273"/>
              <a:ext cx="92317" cy="92317"/>
            </a:xfrm>
            <a:custGeom>
              <a:avLst/>
              <a:gdLst>
                <a:gd name="connsiteX0" fmla="*/ 82278 w 92316"/>
                <a:gd name="connsiteY0" fmla="*/ 69698 h 92316"/>
                <a:gd name="connsiteX1" fmla="*/ 82278 w 92316"/>
                <a:gd name="connsiteY1" fmla="*/ 69698 h 92316"/>
                <a:gd name="connsiteX2" fmla="*/ 53557 w 92316"/>
                <a:gd name="connsiteY2" fmla="*/ 92265 h 92316"/>
                <a:gd name="connsiteX3" fmla="*/ 6886 w 92316"/>
                <a:gd name="connsiteY3" fmla="*/ 63031 h 92316"/>
                <a:gd name="connsiteX4" fmla="*/ 14066 w 92316"/>
                <a:gd name="connsiteY4" fmla="*/ 27130 h 92316"/>
                <a:gd name="connsiteX5" fmla="*/ 14066 w 92316"/>
                <a:gd name="connsiteY5" fmla="*/ 27130 h 92316"/>
                <a:gd name="connsiteX6" fmla="*/ 42787 w 92316"/>
                <a:gd name="connsiteY6" fmla="*/ 4564 h 92316"/>
                <a:gd name="connsiteX7" fmla="*/ 89458 w 92316"/>
                <a:gd name="connsiteY7" fmla="*/ 33797 h 92316"/>
                <a:gd name="connsiteX8" fmla="*/ 82278 w 92316"/>
                <a:gd name="connsiteY8" fmla="*/ 69698 h 92316"/>
                <a:gd name="connsiteX9" fmla="*/ 82278 w 92316"/>
                <a:gd name="connsiteY9" fmla="*/ 69698 h 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316" h="92316">
                  <a:moveTo>
                    <a:pt x="82278" y="69698"/>
                  </a:moveTo>
                  <a:lnTo>
                    <a:pt x="82278" y="69698"/>
                  </a:lnTo>
                  <a:cubicBezTo>
                    <a:pt x="72534" y="85597"/>
                    <a:pt x="59199" y="95855"/>
                    <a:pt x="53557" y="92265"/>
                  </a:cubicBezTo>
                  <a:lnTo>
                    <a:pt x="6886" y="63031"/>
                  </a:lnTo>
                  <a:cubicBezTo>
                    <a:pt x="732" y="59441"/>
                    <a:pt x="4322" y="43029"/>
                    <a:pt x="14066" y="27130"/>
                  </a:cubicBezTo>
                  <a:cubicBezTo>
                    <a:pt x="14066" y="27130"/>
                    <a:pt x="14066" y="27130"/>
                    <a:pt x="14066" y="27130"/>
                  </a:cubicBezTo>
                  <a:cubicBezTo>
                    <a:pt x="23811" y="11231"/>
                    <a:pt x="36633" y="974"/>
                    <a:pt x="42787" y="4564"/>
                  </a:cubicBezTo>
                  <a:lnTo>
                    <a:pt x="89458" y="33797"/>
                  </a:lnTo>
                  <a:cubicBezTo>
                    <a:pt x="95100" y="37387"/>
                    <a:pt x="92023" y="53286"/>
                    <a:pt x="82278" y="69698"/>
                  </a:cubicBezTo>
                  <a:lnTo>
                    <a:pt x="82278" y="69698"/>
                  </a:lnTo>
                  <a:close/>
                </a:path>
              </a:pathLst>
            </a:custGeom>
            <a:solidFill>
              <a:srgbClr val="DC62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2733"/>
            <p:cNvSpPr/>
            <p:nvPr/>
          </p:nvSpPr>
          <p:spPr>
            <a:xfrm>
              <a:off x="5269283" y="4582121"/>
              <a:ext cx="292337" cy="292337"/>
            </a:xfrm>
            <a:custGeom>
              <a:avLst/>
              <a:gdLst>
                <a:gd name="connsiteX0" fmla="*/ 25551 w 292337"/>
                <a:gd name="connsiteY0" fmla="*/ 72315 h 292337"/>
                <a:gd name="connsiteX1" fmla="*/ 7600 w 292337"/>
                <a:gd name="connsiteY1" fmla="*/ 181044 h 292337"/>
                <a:gd name="connsiteX2" fmla="*/ 181464 w 292337"/>
                <a:gd name="connsiteY2" fmla="*/ 288747 h 292337"/>
                <a:gd name="connsiteX3" fmla="*/ 271216 w 292337"/>
                <a:gd name="connsiteY3" fmla="*/ 224125 h 292337"/>
                <a:gd name="connsiteX4" fmla="*/ 271216 w 292337"/>
                <a:gd name="connsiteY4" fmla="*/ 224125 h 292337"/>
                <a:gd name="connsiteX5" fmla="*/ 289167 w 292337"/>
                <a:gd name="connsiteY5" fmla="*/ 115396 h 292337"/>
                <a:gd name="connsiteX6" fmla="*/ 224545 w 292337"/>
                <a:gd name="connsiteY6" fmla="*/ 25643 h 292337"/>
                <a:gd name="connsiteX7" fmla="*/ 115303 w 292337"/>
                <a:gd name="connsiteY7" fmla="*/ 7693 h 292337"/>
                <a:gd name="connsiteX8" fmla="*/ 25551 w 292337"/>
                <a:gd name="connsiteY8" fmla="*/ 72315 h 292337"/>
                <a:gd name="connsiteX9" fmla="*/ 25551 w 292337"/>
                <a:gd name="connsiteY9" fmla="*/ 72315 h 29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337" h="292337">
                  <a:moveTo>
                    <a:pt x="25551" y="72315"/>
                  </a:moveTo>
                  <a:cubicBezTo>
                    <a:pt x="5549" y="105139"/>
                    <a:pt x="-1119" y="143604"/>
                    <a:pt x="7600" y="181044"/>
                  </a:cubicBezTo>
                  <a:cubicBezTo>
                    <a:pt x="26064" y="258487"/>
                    <a:pt x="103507" y="306697"/>
                    <a:pt x="181464" y="288747"/>
                  </a:cubicBezTo>
                  <a:cubicBezTo>
                    <a:pt x="218903" y="280028"/>
                    <a:pt x="250701" y="256949"/>
                    <a:pt x="271216" y="224125"/>
                  </a:cubicBezTo>
                  <a:lnTo>
                    <a:pt x="271216" y="224125"/>
                  </a:lnTo>
                  <a:cubicBezTo>
                    <a:pt x="291731" y="191301"/>
                    <a:pt x="297886" y="152836"/>
                    <a:pt x="289167" y="115396"/>
                  </a:cubicBezTo>
                  <a:cubicBezTo>
                    <a:pt x="280448" y="77956"/>
                    <a:pt x="257369" y="46158"/>
                    <a:pt x="224545" y="25643"/>
                  </a:cubicBezTo>
                  <a:cubicBezTo>
                    <a:pt x="191721" y="5128"/>
                    <a:pt x="152743" y="-1026"/>
                    <a:pt x="115303" y="7693"/>
                  </a:cubicBezTo>
                  <a:cubicBezTo>
                    <a:pt x="77351" y="16412"/>
                    <a:pt x="45553" y="38978"/>
                    <a:pt x="25551" y="72315"/>
                  </a:cubicBezTo>
                  <a:lnTo>
                    <a:pt x="25551" y="72315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2734"/>
            <p:cNvSpPr/>
            <p:nvPr/>
          </p:nvSpPr>
          <p:spPr>
            <a:xfrm>
              <a:off x="5282517" y="4594920"/>
              <a:ext cx="179505" cy="266694"/>
            </a:xfrm>
            <a:custGeom>
              <a:avLst/>
              <a:gdLst>
                <a:gd name="connsiteX0" fmla="*/ 99505 w 179505"/>
                <a:gd name="connsiteY0" fmla="*/ 253894 h 266693"/>
                <a:gd name="connsiteX1" fmla="*/ 40524 w 179505"/>
                <a:gd name="connsiteY1" fmla="*/ 172348 h 266693"/>
                <a:gd name="connsiteX2" fmla="*/ 56936 w 179505"/>
                <a:gd name="connsiteY2" fmla="*/ 73363 h 266693"/>
                <a:gd name="connsiteX3" fmla="*/ 138483 w 179505"/>
                <a:gd name="connsiteY3" fmla="*/ 14383 h 266693"/>
                <a:gd name="connsiteX4" fmla="*/ 138483 w 179505"/>
                <a:gd name="connsiteY4" fmla="*/ 14383 h 266693"/>
                <a:gd name="connsiteX5" fmla="*/ 178487 w 179505"/>
                <a:gd name="connsiteY5" fmla="*/ 11306 h 266693"/>
                <a:gd name="connsiteX6" fmla="*/ 105146 w 179505"/>
                <a:gd name="connsiteY6" fmla="*/ 7203 h 266693"/>
                <a:gd name="connsiteX7" fmla="*/ 105146 w 179505"/>
                <a:gd name="connsiteY7" fmla="*/ 7203 h 266693"/>
                <a:gd name="connsiteX8" fmla="*/ 23600 w 179505"/>
                <a:gd name="connsiteY8" fmla="*/ 66183 h 266693"/>
                <a:gd name="connsiteX9" fmla="*/ 7188 w 179505"/>
                <a:gd name="connsiteY9" fmla="*/ 165167 h 266693"/>
                <a:gd name="connsiteX10" fmla="*/ 66168 w 179505"/>
                <a:gd name="connsiteY10" fmla="*/ 246714 h 266693"/>
                <a:gd name="connsiteX11" fmla="*/ 125661 w 179505"/>
                <a:gd name="connsiteY11" fmla="*/ 266203 h 266693"/>
                <a:gd name="connsiteX12" fmla="*/ 99505 w 179505"/>
                <a:gd name="connsiteY12" fmla="*/ 253894 h 2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505" h="266693">
                  <a:moveTo>
                    <a:pt x="99505" y="253894"/>
                  </a:moveTo>
                  <a:cubicBezTo>
                    <a:pt x="69758" y="235431"/>
                    <a:pt x="48730" y="206197"/>
                    <a:pt x="40524" y="172348"/>
                  </a:cubicBezTo>
                  <a:cubicBezTo>
                    <a:pt x="32318" y="138498"/>
                    <a:pt x="38473" y="103110"/>
                    <a:pt x="56936" y="73363"/>
                  </a:cubicBezTo>
                  <a:cubicBezTo>
                    <a:pt x="75400" y="43617"/>
                    <a:pt x="104633" y="22589"/>
                    <a:pt x="138483" y="14383"/>
                  </a:cubicBezTo>
                  <a:lnTo>
                    <a:pt x="138483" y="14383"/>
                  </a:lnTo>
                  <a:cubicBezTo>
                    <a:pt x="151818" y="11306"/>
                    <a:pt x="165152" y="10280"/>
                    <a:pt x="178487" y="11306"/>
                  </a:cubicBezTo>
                  <a:cubicBezTo>
                    <a:pt x="154895" y="3100"/>
                    <a:pt x="129764" y="1561"/>
                    <a:pt x="105146" y="7203"/>
                  </a:cubicBezTo>
                  <a:lnTo>
                    <a:pt x="105146" y="7203"/>
                  </a:lnTo>
                  <a:cubicBezTo>
                    <a:pt x="70784" y="15409"/>
                    <a:pt x="42063" y="36437"/>
                    <a:pt x="23600" y="66183"/>
                  </a:cubicBezTo>
                  <a:cubicBezTo>
                    <a:pt x="5136" y="95930"/>
                    <a:pt x="-505" y="131318"/>
                    <a:pt x="7188" y="165167"/>
                  </a:cubicBezTo>
                  <a:cubicBezTo>
                    <a:pt x="15394" y="199530"/>
                    <a:pt x="35909" y="228251"/>
                    <a:pt x="66168" y="246714"/>
                  </a:cubicBezTo>
                  <a:cubicBezTo>
                    <a:pt x="84631" y="257997"/>
                    <a:pt x="104633" y="264665"/>
                    <a:pt x="125661" y="266203"/>
                  </a:cubicBezTo>
                  <a:cubicBezTo>
                    <a:pt x="115916" y="263126"/>
                    <a:pt x="107711" y="259023"/>
                    <a:pt x="99505" y="25389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2735"/>
            <p:cNvSpPr/>
            <p:nvPr/>
          </p:nvSpPr>
          <p:spPr>
            <a:xfrm>
              <a:off x="5254930" y="4572120"/>
              <a:ext cx="200020" cy="317981"/>
            </a:xfrm>
            <a:custGeom>
              <a:avLst/>
              <a:gdLst>
                <a:gd name="connsiteX0" fmla="*/ 195816 w 200020"/>
                <a:gd name="connsiteY0" fmla="*/ 298748 h 317980"/>
                <a:gd name="connsiteX1" fmla="*/ 21952 w 200020"/>
                <a:gd name="connsiteY1" fmla="*/ 191045 h 317980"/>
                <a:gd name="connsiteX2" fmla="*/ 39903 w 200020"/>
                <a:gd name="connsiteY2" fmla="*/ 82316 h 317980"/>
                <a:gd name="connsiteX3" fmla="*/ 129655 w 200020"/>
                <a:gd name="connsiteY3" fmla="*/ 17694 h 317980"/>
                <a:gd name="connsiteX4" fmla="*/ 129655 w 200020"/>
                <a:gd name="connsiteY4" fmla="*/ 17694 h 317980"/>
                <a:gd name="connsiteX5" fmla="*/ 126578 w 200020"/>
                <a:gd name="connsiteY5" fmla="*/ 3847 h 317980"/>
                <a:gd name="connsiteX6" fmla="*/ 126065 w 200020"/>
                <a:gd name="connsiteY6" fmla="*/ 3847 h 317980"/>
                <a:gd name="connsiteX7" fmla="*/ 27594 w 200020"/>
                <a:gd name="connsiteY7" fmla="*/ 74623 h 317980"/>
                <a:gd name="connsiteX8" fmla="*/ 8105 w 200020"/>
                <a:gd name="connsiteY8" fmla="*/ 194122 h 317980"/>
                <a:gd name="connsiteX9" fmla="*/ 198893 w 200020"/>
                <a:gd name="connsiteY9" fmla="*/ 312083 h 317980"/>
                <a:gd name="connsiteX10" fmla="*/ 195816 w 200020"/>
                <a:gd name="connsiteY10" fmla="*/ 298748 h 317980"/>
                <a:gd name="connsiteX11" fmla="*/ 195816 w 200020"/>
                <a:gd name="connsiteY11" fmla="*/ 298748 h 31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0" h="317980">
                  <a:moveTo>
                    <a:pt x="195816" y="298748"/>
                  </a:moveTo>
                  <a:cubicBezTo>
                    <a:pt x="118372" y="317211"/>
                    <a:pt x="40416" y="269002"/>
                    <a:pt x="21952" y="191045"/>
                  </a:cubicBezTo>
                  <a:cubicBezTo>
                    <a:pt x="13233" y="153605"/>
                    <a:pt x="19388" y="115140"/>
                    <a:pt x="39903" y="82316"/>
                  </a:cubicBezTo>
                  <a:cubicBezTo>
                    <a:pt x="60418" y="49492"/>
                    <a:pt x="92216" y="26413"/>
                    <a:pt x="129655" y="17694"/>
                  </a:cubicBezTo>
                  <a:lnTo>
                    <a:pt x="129655" y="17694"/>
                  </a:lnTo>
                  <a:lnTo>
                    <a:pt x="126578" y="3847"/>
                  </a:lnTo>
                  <a:cubicBezTo>
                    <a:pt x="126578" y="3847"/>
                    <a:pt x="126578" y="3847"/>
                    <a:pt x="126065" y="3847"/>
                  </a:cubicBezTo>
                  <a:cubicBezTo>
                    <a:pt x="85035" y="13591"/>
                    <a:pt x="50160" y="38722"/>
                    <a:pt x="27594" y="74623"/>
                  </a:cubicBezTo>
                  <a:cubicBezTo>
                    <a:pt x="5540" y="110524"/>
                    <a:pt x="-1640" y="153092"/>
                    <a:pt x="8105" y="194122"/>
                  </a:cubicBezTo>
                  <a:cubicBezTo>
                    <a:pt x="28107" y="279259"/>
                    <a:pt x="113756" y="332085"/>
                    <a:pt x="198893" y="312083"/>
                  </a:cubicBezTo>
                  <a:lnTo>
                    <a:pt x="195816" y="298748"/>
                  </a:lnTo>
                  <a:lnTo>
                    <a:pt x="195816" y="298748"/>
                  </a:lnTo>
                  <a:close/>
                </a:path>
              </a:pathLst>
            </a:custGeom>
            <a:solidFill>
              <a:srgbClr val="2C58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2736"/>
            <p:cNvSpPr/>
            <p:nvPr/>
          </p:nvSpPr>
          <p:spPr>
            <a:xfrm>
              <a:off x="5527933" y="4788358"/>
              <a:ext cx="76931" cy="66673"/>
            </a:xfrm>
            <a:custGeom>
              <a:avLst/>
              <a:gdLst>
                <a:gd name="connsiteX0" fmla="*/ 67956 w 76930"/>
                <a:gd name="connsiteY0" fmla="*/ 27633 h 66673"/>
                <a:gd name="connsiteX1" fmla="*/ 35645 w 76930"/>
                <a:gd name="connsiteY1" fmla="*/ 7118 h 66673"/>
                <a:gd name="connsiteX2" fmla="*/ 19746 w 76930"/>
                <a:gd name="connsiteY2" fmla="*/ 4553 h 66673"/>
                <a:gd name="connsiteX3" fmla="*/ 12565 w 76930"/>
                <a:gd name="connsiteY3" fmla="*/ 17888 h 66673"/>
                <a:gd name="connsiteX4" fmla="*/ 3847 w 76930"/>
                <a:gd name="connsiteY4" fmla="*/ 30710 h 66673"/>
                <a:gd name="connsiteX5" fmla="*/ 13078 w 76930"/>
                <a:gd name="connsiteY5" fmla="*/ 44045 h 66673"/>
                <a:gd name="connsiteX6" fmla="*/ 45389 w 76930"/>
                <a:gd name="connsiteY6" fmla="*/ 64559 h 66673"/>
                <a:gd name="connsiteX7" fmla="*/ 71546 w 76930"/>
                <a:gd name="connsiteY7" fmla="*/ 55328 h 66673"/>
                <a:gd name="connsiteX8" fmla="*/ 71546 w 76930"/>
                <a:gd name="connsiteY8" fmla="*/ 55328 h 66673"/>
                <a:gd name="connsiteX9" fmla="*/ 67956 w 76930"/>
                <a:gd name="connsiteY9" fmla="*/ 2763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930" h="66673">
                  <a:moveTo>
                    <a:pt x="67956" y="27633"/>
                  </a:moveTo>
                  <a:cubicBezTo>
                    <a:pt x="57185" y="20965"/>
                    <a:pt x="46415" y="13785"/>
                    <a:pt x="35645" y="7118"/>
                  </a:cubicBezTo>
                  <a:cubicBezTo>
                    <a:pt x="30516" y="4041"/>
                    <a:pt x="24874" y="3015"/>
                    <a:pt x="19746" y="4553"/>
                  </a:cubicBezTo>
                  <a:cubicBezTo>
                    <a:pt x="17694" y="9169"/>
                    <a:pt x="15130" y="13272"/>
                    <a:pt x="12565" y="17888"/>
                  </a:cubicBezTo>
                  <a:cubicBezTo>
                    <a:pt x="10001" y="22504"/>
                    <a:pt x="6924" y="26607"/>
                    <a:pt x="3847" y="30710"/>
                  </a:cubicBezTo>
                  <a:cubicBezTo>
                    <a:pt x="4872" y="35839"/>
                    <a:pt x="8463" y="40967"/>
                    <a:pt x="13078" y="44045"/>
                  </a:cubicBezTo>
                  <a:cubicBezTo>
                    <a:pt x="23849" y="50712"/>
                    <a:pt x="34619" y="57892"/>
                    <a:pt x="45389" y="64559"/>
                  </a:cubicBezTo>
                  <a:cubicBezTo>
                    <a:pt x="55647" y="71227"/>
                    <a:pt x="64878" y="65585"/>
                    <a:pt x="71546" y="55328"/>
                  </a:cubicBezTo>
                  <a:lnTo>
                    <a:pt x="71546" y="55328"/>
                  </a:lnTo>
                  <a:cubicBezTo>
                    <a:pt x="77700" y="44557"/>
                    <a:pt x="78213" y="33787"/>
                    <a:pt x="67956" y="27633"/>
                  </a:cubicBezTo>
                  <a:close/>
                </a:path>
              </a:pathLst>
            </a:custGeom>
            <a:solidFill>
              <a:srgbClr val="272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2737"/>
            <p:cNvSpPr/>
            <p:nvPr/>
          </p:nvSpPr>
          <p:spPr>
            <a:xfrm>
              <a:off x="5593068" y="4842917"/>
              <a:ext cx="205149" cy="138475"/>
            </a:xfrm>
            <a:custGeom>
              <a:avLst/>
              <a:gdLst>
                <a:gd name="connsiteX0" fmla="*/ 193609 w 205148"/>
                <a:gd name="connsiteY0" fmla="*/ 112575 h 138475"/>
                <a:gd name="connsiteX1" fmla="*/ 17694 w 205148"/>
                <a:gd name="connsiteY1" fmla="*/ 3847 h 138475"/>
                <a:gd name="connsiteX2" fmla="*/ 16155 w 205148"/>
                <a:gd name="connsiteY2" fmla="*/ 6411 h 138475"/>
                <a:gd name="connsiteX3" fmla="*/ 16155 w 205148"/>
                <a:gd name="connsiteY3" fmla="*/ 6411 h 138475"/>
                <a:gd name="connsiteX4" fmla="*/ 3847 w 205148"/>
                <a:gd name="connsiteY4" fmla="*/ 21797 h 138475"/>
                <a:gd name="connsiteX5" fmla="*/ 181813 w 205148"/>
                <a:gd name="connsiteY5" fmla="*/ 132065 h 138475"/>
                <a:gd name="connsiteX6" fmla="*/ 204892 w 205148"/>
                <a:gd name="connsiteY6" fmla="*/ 133090 h 138475"/>
                <a:gd name="connsiteX7" fmla="*/ 204892 w 205148"/>
                <a:gd name="connsiteY7" fmla="*/ 133090 h 138475"/>
                <a:gd name="connsiteX8" fmla="*/ 193609 w 205148"/>
                <a:gd name="connsiteY8" fmla="*/ 112575 h 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148" h="138475">
                  <a:moveTo>
                    <a:pt x="193609" y="112575"/>
                  </a:moveTo>
                  <a:lnTo>
                    <a:pt x="17694" y="3847"/>
                  </a:lnTo>
                  <a:cubicBezTo>
                    <a:pt x="17181" y="4872"/>
                    <a:pt x="16668" y="5385"/>
                    <a:pt x="16155" y="6411"/>
                  </a:cubicBezTo>
                  <a:lnTo>
                    <a:pt x="16155" y="6411"/>
                  </a:lnTo>
                  <a:cubicBezTo>
                    <a:pt x="12565" y="12565"/>
                    <a:pt x="7949" y="17694"/>
                    <a:pt x="3847" y="21797"/>
                  </a:cubicBezTo>
                  <a:lnTo>
                    <a:pt x="181813" y="132065"/>
                  </a:lnTo>
                  <a:cubicBezTo>
                    <a:pt x="191045" y="137706"/>
                    <a:pt x="201302" y="138219"/>
                    <a:pt x="204892" y="133090"/>
                  </a:cubicBezTo>
                  <a:lnTo>
                    <a:pt x="204892" y="133090"/>
                  </a:lnTo>
                  <a:cubicBezTo>
                    <a:pt x="207457" y="127449"/>
                    <a:pt x="202841" y="118217"/>
                    <a:pt x="193609" y="112575"/>
                  </a:cubicBezTo>
                  <a:close/>
                </a:path>
              </a:pathLst>
            </a:custGeom>
            <a:solidFill>
              <a:srgbClr val="F36C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2738"/>
            <p:cNvSpPr/>
            <p:nvPr/>
          </p:nvSpPr>
          <p:spPr>
            <a:xfrm>
              <a:off x="7657891" y="5134741"/>
              <a:ext cx="312852" cy="30772"/>
            </a:xfrm>
            <a:custGeom>
              <a:avLst/>
              <a:gdLst>
                <a:gd name="connsiteX0" fmla="*/ 298235 w 312851"/>
                <a:gd name="connsiteY0" fmla="*/ 3847 h 30772"/>
                <a:gd name="connsiteX1" fmla="*/ 311570 w 312851"/>
                <a:gd name="connsiteY1" fmla="*/ 17181 h 30772"/>
                <a:gd name="connsiteX2" fmla="*/ 298235 w 312851"/>
                <a:gd name="connsiteY2" fmla="*/ 30516 h 30772"/>
                <a:gd name="connsiteX3" fmla="*/ 17181 w 312851"/>
                <a:gd name="connsiteY3" fmla="*/ 30516 h 30772"/>
                <a:gd name="connsiteX4" fmla="*/ 3847 w 312851"/>
                <a:gd name="connsiteY4" fmla="*/ 17181 h 30772"/>
                <a:gd name="connsiteX5" fmla="*/ 17181 w 312851"/>
                <a:gd name="connsiteY5" fmla="*/ 3847 h 30772"/>
                <a:gd name="connsiteX6" fmla="*/ 298235 w 312851"/>
                <a:gd name="connsiteY6" fmla="*/ 3847 h 30772"/>
                <a:gd name="connsiteX7" fmla="*/ 298235 w 312851"/>
                <a:gd name="connsiteY7" fmla="*/ 3847 h 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851" h="30772">
                  <a:moveTo>
                    <a:pt x="298235" y="3847"/>
                  </a:moveTo>
                  <a:cubicBezTo>
                    <a:pt x="305928" y="3847"/>
                    <a:pt x="311570" y="10001"/>
                    <a:pt x="311570" y="17181"/>
                  </a:cubicBezTo>
                  <a:cubicBezTo>
                    <a:pt x="311570" y="24361"/>
                    <a:pt x="305416" y="30516"/>
                    <a:pt x="298235" y="30516"/>
                  </a:cubicBezTo>
                  <a:lnTo>
                    <a:pt x="17181" y="30516"/>
                  </a:lnTo>
                  <a:cubicBezTo>
                    <a:pt x="10001" y="30516"/>
                    <a:pt x="3847" y="24361"/>
                    <a:pt x="3847" y="17181"/>
                  </a:cubicBezTo>
                  <a:cubicBezTo>
                    <a:pt x="3847" y="10001"/>
                    <a:pt x="10001" y="3847"/>
                    <a:pt x="17181" y="3847"/>
                  </a:cubicBezTo>
                  <a:lnTo>
                    <a:pt x="298235" y="3847"/>
                  </a:lnTo>
                  <a:lnTo>
                    <a:pt x="298235" y="3847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2739"/>
            <p:cNvSpPr/>
            <p:nvPr/>
          </p:nvSpPr>
          <p:spPr>
            <a:xfrm>
              <a:off x="7461461" y="4097201"/>
              <a:ext cx="707763" cy="851368"/>
            </a:xfrm>
            <a:custGeom>
              <a:avLst/>
              <a:gdLst>
                <a:gd name="connsiteX0" fmla="*/ 703917 w 707763"/>
                <a:gd name="connsiteY0" fmla="*/ 354138 h 851367"/>
                <a:gd name="connsiteX1" fmla="*/ 354138 w 707763"/>
                <a:gd name="connsiteY1" fmla="*/ 3847 h 851367"/>
                <a:gd name="connsiteX2" fmla="*/ 3847 w 707763"/>
                <a:gd name="connsiteY2" fmla="*/ 354138 h 851367"/>
                <a:gd name="connsiteX3" fmla="*/ 143861 w 707763"/>
                <a:gd name="connsiteY3" fmla="*/ 697250 h 851367"/>
                <a:gd name="connsiteX4" fmla="*/ 175659 w 707763"/>
                <a:gd name="connsiteY4" fmla="*/ 851624 h 851367"/>
                <a:gd name="connsiteX5" fmla="*/ 329008 w 707763"/>
                <a:gd name="connsiteY5" fmla="*/ 851624 h 851367"/>
                <a:gd name="connsiteX6" fmla="*/ 378756 w 707763"/>
                <a:gd name="connsiteY6" fmla="*/ 851624 h 851367"/>
                <a:gd name="connsiteX7" fmla="*/ 532618 w 707763"/>
                <a:gd name="connsiteY7" fmla="*/ 851624 h 851367"/>
                <a:gd name="connsiteX8" fmla="*/ 563390 w 707763"/>
                <a:gd name="connsiteY8" fmla="*/ 697250 h 851367"/>
                <a:gd name="connsiteX9" fmla="*/ 703917 w 707763"/>
                <a:gd name="connsiteY9" fmla="*/ 354138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7763" h="851367">
                  <a:moveTo>
                    <a:pt x="703917" y="354138"/>
                  </a:moveTo>
                  <a:cubicBezTo>
                    <a:pt x="703917" y="160785"/>
                    <a:pt x="547491" y="3847"/>
                    <a:pt x="354138" y="3847"/>
                  </a:cubicBezTo>
                  <a:cubicBezTo>
                    <a:pt x="160786" y="3847"/>
                    <a:pt x="3847" y="160273"/>
                    <a:pt x="3847" y="354138"/>
                  </a:cubicBezTo>
                  <a:cubicBezTo>
                    <a:pt x="3847" y="365421"/>
                    <a:pt x="12053" y="527489"/>
                    <a:pt x="143861" y="697250"/>
                  </a:cubicBezTo>
                  <a:cubicBezTo>
                    <a:pt x="182326" y="748537"/>
                    <a:pt x="176172" y="851624"/>
                    <a:pt x="175659" y="851624"/>
                  </a:cubicBezTo>
                  <a:cubicBezTo>
                    <a:pt x="230023" y="851624"/>
                    <a:pt x="274643" y="851624"/>
                    <a:pt x="329008" y="851624"/>
                  </a:cubicBezTo>
                  <a:cubicBezTo>
                    <a:pt x="345420" y="851624"/>
                    <a:pt x="361831" y="851624"/>
                    <a:pt x="378756" y="851624"/>
                  </a:cubicBezTo>
                  <a:cubicBezTo>
                    <a:pt x="433121" y="851624"/>
                    <a:pt x="478253" y="851624"/>
                    <a:pt x="532618" y="851624"/>
                  </a:cubicBezTo>
                  <a:cubicBezTo>
                    <a:pt x="532105" y="851624"/>
                    <a:pt x="524925" y="748537"/>
                    <a:pt x="563390" y="697250"/>
                  </a:cubicBezTo>
                  <a:cubicBezTo>
                    <a:pt x="695711" y="526976"/>
                    <a:pt x="703917" y="365421"/>
                    <a:pt x="703917" y="354138"/>
                  </a:cubicBezTo>
                  <a:close/>
                </a:path>
              </a:pathLst>
            </a:custGeom>
            <a:solidFill>
              <a:srgbClr val="F0CA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2740"/>
            <p:cNvSpPr/>
            <p:nvPr/>
          </p:nvSpPr>
          <p:spPr>
            <a:xfrm>
              <a:off x="7811753" y="4096688"/>
              <a:ext cx="353882" cy="851368"/>
            </a:xfrm>
            <a:custGeom>
              <a:avLst/>
              <a:gdLst>
                <a:gd name="connsiteX0" fmla="*/ 3847 w 353881"/>
                <a:gd name="connsiteY0" fmla="*/ 851624 h 851367"/>
                <a:gd name="connsiteX1" fmla="*/ 182326 w 353881"/>
                <a:gd name="connsiteY1" fmla="*/ 851624 h 851367"/>
                <a:gd name="connsiteX2" fmla="*/ 213099 w 353881"/>
                <a:gd name="connsiteY2" fmla="*/ 697250 h 851367"/>
                <a:gd name="connsiteX3" fmla="*/ 353625 w 353881"/>
                <a:gd name="connsiteY3" fmla="*/ 354138 h 851367"/>
                <a:gd name="connsiteX4" fmla="*/ 3847 w 353881"/>
                <a:gd name="connsiteY4" fmla="*/ 3847 h 8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881" h="851367">
                  <a:moveTo>
                    <a:pt x="3847" y="851624"/>
                  </a:moveTo>
                  <a:cubicBezTo>
                    <a:pt x="58211" y="851624"/>
                    <a:pt x="128475" y="851624"/>
                    <a:pt x="182326" y="851624"/>
                  </a:cubicBezTo>
                  <a:cubicBezTo>
                    <a:pt x="181813" y="851624"/>
                    <a:pt x="174633" y="748537"/>
                    <a:pt x="213099" y="697250"/>
                  </a:cubicBezTo>
                  <a:cubicBezTo>
                    <a:pt x="345420" y="527489"/>
                    <a:pt x="353625" y="365421"/>
                    <a:pt x="353625" y="354138"/>
                  </a:cubicBezTo>
                  <a:cubicBezTo>
                    <a:pt x="353625" y="160785"/>
                    <a:pt x="197199" y="3847"/>
                    <a:pt x="3847" y="3847"/>
                  </a:cubicBezTo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2741"/>
            <p:cNvSpPr/>
            <p:nvPr/>
          </p:nvSpPr>
          <p:spPr>
            <a:xfrm>
              <a:off x="7535828" y="4172078"/>
              <a:ext cx="282080" cy="282080"/>
            </a:xfrm>
            <a:custGeom>
              <a:avLst/>
              <a:gdLst>
                <a:gd name="connsiteX0" fmla="*/ 3847 w 282079"/>
                <a:gd name="connsiteY0" fmla="*/ 279261 h 282079"/>
                <a:gd name="connsiteX1" fmla="*/ 34619 w 282079"/>
                <a:gd name="connsiteY1" fmla="*/ 279261 h 282079"/>
                <a:gd name="connsiteX2" fmla="*/ 279259 w 282079"/>
                <a:gd name="connsiteY2" fmla="*/ 34620 h 282079"/>
                <a:gd name="connsiteX3" fmla="*/ 279259 w 282079"/>
                <a:gd name="connsiteY3" fmla="*/ 3848 h 282079"/>
                <a:gd name="connsiteX4" fmla="*/ 3847 w 282079"/>
                <a:gd name="connsiteY4" fmla="*/ 279261 h 282079"/>
                <a:gd name="connsiteX5" fmla="*/ 3847 w 282079"/>
                <a:gd name="connsiteY5" fmla="*/ 279261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2079" h="282079">
                  <a:moveTo>
                    <a:pt x="3847" y="279261"/>
                  </a:moveTo>
                  <a:lnTo>
                    <a:pt x="34619" y="279261"/>
                  </a:lnTo>
                  <a:cubicBezTo>
                    <a:pt x="34619" y="144375"/>
                    <a:pt x="144374" y="34620"/>
                    <a:pt x="279259" y="34620"/>
                  </a:cubicBezTo>
                  <a:lnTo>
                    <a:pt x="279259" y="3848"/>
                  </a:lnTo>
                  <a:cubicBezTo>
                    <a:pt x="127449" y="3335"/>
                    <a:pt x="3847" y="126937"/>
                    <a:pt x="3847" y="279261"/>
                  </a:cubicBezTo>
                  <a:lnTo>
                    <a:pt x="3847" y="279261"/>
                  </a:lnTo>
                  <a:close/>
                </a:path>
              </a:pathLst>
            </a:custGeom>
            <a:solidFill>
              <a:srgbClr val="F4DA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2742"/>
            <p:cNvSpPr/>
            <p:nvPr/>
          </p:nvSpPr>
          <p:spPr>
            <a:xfrm>
              <a:off x="7675329" y="4605457"/>
              <a:ext cx="97446" cy="374397"/>
            </a:xfrm>
            <a:custGeom>
              <a:avLst/>
              <a:gdLst>
                <a:gd name="connsiteX0" fmla="*/ 63853 w 97445"/>
                <a:gd name="connsiteY0" fmla="*/ 370550 h 374396"/>
                <a:gd name="connsiteX1" fmla="*/ 94112 w 97445"/>
                <a:gd name="connsiteY1" fmla="*/ 365421 h 374396"/>
                <a:gd name="connsiteX2" fmla="*/ 34106 w 97445"/>
                <a:gd name="connsiteY2" fmla="*/ 3847 h 374396"/>
                <a:gd name="connsiteX3" fmla="*/ 3847 w 97445"/>
                <a:gd name="connsiteY3" fmla="*/ 8462 h 374396"/>
                <a:gd name="connsiteX4" fmla="*/ 63853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63853" y="370550"/>
                  </a:moveTo>
                  <a:lnTo>
                    <a:pt x="94112" y="365421"/>
                  </a:lnTo>
                  <a:lnTo>
                    <a:pt x="34106" y="3847"/>
                  </a:lnTo>
                  <a:lnTo>
                    <a:pt x="3847" y="8462"/>
                  </a:lnTo>
                  <a:lnTo>
                    <a:pt x="63853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2743"/>
            <p:cNvSpPr/>
            <p:nvPr/>
          </p:nvSpPr>
          <p:spPr>
            <a:xfrm>
              <a:off x="7857911" y="4605457"/>
              <a:ext cx="97446" cy="374397"/>
            </a:xfrm>
            <a:custGeom>
              <a:avLst/>
              <a:gdLst>
                <a:gd name="connsiteX0" fmla="*/ 34106 w 97445"/>
                <a:gd name="connsiteY0" fmla="*/ 370550 h 374396"/>
                <a:gd name="connsiteX1" fmla="*/ 94112 w 97445"/>
                <a:gd name="connsiteY1" fmla="*/ 8462 h 374396"/>
                <a:gd name="connsiteX2" fmla="*/ 63340 w 97445"/>
                <a:gd name="connsiteY2" fmla="*/ 3847 h 374396"/>
                <a:gd name="connsiteX3" fmla="*/ 3847 w 97445"/>
                <a:gd name="connsiteY3" fmla="*/ 365421 h 374396"/>
                <a:gd name="connsiteX4" fmla="*/ 34106 w 97445"/>
                <a:gd name="connsiteY4" fmla="*/ 370550 h 3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445" h="374396">
                  <a:moveTo>
                    <a:pt x="34106" y="370550"/>
                  </a:moveTo>
                  <a:lnTo>
                    <a:pt x="94112" y="8462"/>
                  </a:lnTo>
                  <a:lnTo>
                    <a:pt x="63340" y="3847"/>
                  </a:lnTo>
                  <a:lnTo>
                    <a:pt x="3847" y="365421"/>
                  </a:lnTo>
                  <a:lnTo>
                    <a:pt x="34106" y="370550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2744"/>
            <p:cNvSpPr/>
            <p:nvPr/>
          </p:nvSpPr>
          <p:spPr>
            <a:xfrm>
              <a:off x="7691741" y="4607508"/>
              <a:ext cx="235921" cy="56416"/>
            </a:xfrm>
            <a:custGeom>
              <a:avLst/>
              <a:gdLst>
                <a:gd name="connsiteX0" fmla="*/ 4872 w 235921"/>
                <a:gd name="connsiteY0" fmla="*/ 52569 h 56415"/>
                <a:gd name="connsiteX1" fmla="*/ 26926 w 235921"/>
                <a:gd name="connsiteY1" fmla="*/ 31542 h 56415"/>
                <a:gd name="connsiteX2" fmla="*/ 34106 w 235921"/>
                <a:gd name="connsiteY2" fmla="*/ 20258 h 56415"/>
                <a:gd name="connsiteX3" fmla="*/ 39235 w 235921"/>
                <a:gd name="connsiteY3" fmla="*/ 30516 h 56415"/>
                <a:gd name="connsiteX4" fmla="*/ 62827 w 235921"/>
                <a:gd name="connsiteY4" fmla="*/ 53082 h 56415"/>
                <a:gd name="connsiteX5" fmla="*/ 82829 w 235921"/>
                <a:gd name="connsiteY5" fmla="*/ 34106 h 56415"/>
                <a:gd name="connsiteX6" fmla="*/ 91548 w 235921"/>
                <a:gd name="connsiteY6" fmla="*/ 21284 h 56415"/>
                <a:gd name="connsiteX7" fmla="*/ 98728 w 235921"/>
                <a:gd name="connsiteY7" fmla="*/ 32567 h 56415"/>
                <a:gd name="connsiteX8" fmla="*/ 120781 w 235921"/>
                <a:gd name="connsiteY8" fmla="*/ 53595 h 56415"/>
                <a:gd name="connsiteX9" fmla="*/ 142322 w 235921"/>
                <a:gd name="connsiteY9" fmla="*/ 33080 h 56415"/>
                <a:gd name="connsiteX10" fmla="*/ 150015 w 235921"/>
                <a:gd name="connsiteY10" fmla="*/ 21284 h 56415"/>
                <a:gd name="connsiteX11" fmla="*/ 158221 w 235921"/>
                <a:gd name="connsiteY11" fmla="*/ 33080 h 56415"/>
                <a:gd name="connsiteX12" fmla="*/ 179249 w 235921"/>
                <a:gd name="connsiteY12" fmla="*/ 53082 h 56415"/>
                <a:gd name="connsiteX13" fmla="*/ 202328 w 235921"/>
                <a:gd name="connsiteY13" fmla="*/ 31542 h 56415"/>
                <a:gd name="connsiteX14" fmla="*/ 208995 w 235921"/>
                <a:gd name="connsiteY14" fmla="*/ 20771 h 56415"/>
                <a:gd name="connsiteX15" fmla="*/ 216175 w 235921"/>
                <a:gd name="connsiteY15" fmla="*/ 33080 h 56415"/>
                <a:gd name="connsiteX16" fmla="*/ 236690 w 235921"/>
                <a:gd name="connsiteY16" fmla="*/ 53595 h 56415"/>
                <a:gd name="connsiteX17" fmla="*/ 236690 w 235921"/>
                <a:gd name="connsiteY17" fmla="*/ 37183 h 56415"/>
                <a:gd name="connsiteX18" fmla="*/ 231049 w 235921"/>
                <a:gd name="connsiteY18" fmla="*/ 26926 h 56415"/>
                <a:gd name="connsiteX19" fmla="*/ 207457 w 235921"/>
                <a:gd name="connsiteY19" fmla="*/ 4359 h 56415"/>
                <a:gd name="connsiteX20" fmla="*/ 187455 w 235921"/>
                <a:gd name="connsiteY20" fmla="*/ 23336 h 56415"/>
                <a:gd name="connsiteX21" fmla="*/ 178736 w 235921"/>
                <a:gd name="connsiteY21" fmla="*/ 36158 h 56415"/>
                <a:gd name="connsiteX22" fmla="*/ 171556 w 235921"/>
                <a:gd name="connsiteY22" fmla="*/ 24874 h 56415"/>
                <a:gd name="connsiteX23" fmla="*/ 149502 w 235921"/>
                <a:gd name="connsiteY23" fmla="*/ 4359 h 56415"/>
                <a:gd name="connsiteX24" fmla="*/ 127962 w 235921"/>
                <a:gd name="connsiteY24" fmla="*/ 24361 h 56415"/>
                <a:gd name="connsiteX25" fmla="*/ 120269 w 235921"/>
                <a:gd name="connsiteY25" fmla="*/ 36158 h 56415"/>
                <a:gd name="connsiteX26" fmla="*/ 112062 w 235921"/>
                <a:gd name="connsiteY26" fmla="*/ 23849 h 56415"/>
                <a:gd name="connsiteX27" fmla="*/ 91035 w 235921"/>
                <a:gd name="connsiteY27" fmla="*/ 4359 h 56415"/>
                <a:gd name="connsiteX28" fmla="*/ 67956 w 235921"/>
                <a:gd name="connsiteY28" fmla="*/ 25900 h 56415"/>
                <a:gd name="connsiteX29" fmla="*/ 60775 w 235921"/>
                <a:gd name="connsiteY29" fmla="*/ 36670 h 56415"/>
                <a:gd name="connsiteX30" fmla="*/ 53595 w 235921"/>
                <a:gd name="connsiteY30" fmla="*/ 24361 h 56415"/>
                <a:gd name="connsiteX31" fmla="*/ 33080 w 235921"/>
                <a:gd name="connsiteY31" fmla="*/ 3847 h 56415"/>
                <a:gd name="connsiteX32" fmla="*/ 11027 w 235921"/>
                <a:gd name="connsiteY32" fmla="*/ 24874 h 56415"/>
                <a:gd name="connsiteX33" fmla="*/ 3847 w 235921"/>
                <a:gd name="connsiteY33" fmla="*/ 36158 h 56415"/>
                <a:gd name="connsiteX34" fmla="*/ 3847 w 235921"/>
                <a:gd name="connsiteY34" fmla="*/ 52569 h 56415"/>
                <a:gd name="connsiteX35" fmla="*/ 4872 w 235921"/>
                <a:gd name="connsiteY35" fmla="*/ 52569 h 5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35921" h="56415">
                  <a:moveTo>
                    <a:pt x="4872" y="52569"/>
                  </a:moveTo>
                  <a:cubicBezTo>
                    <a:pt x="17181" y="52569"/>
                    <a:pt x="22823" y="40260"/>
                    <a:pt x="26926" y="31542"/>
                  </a:cubicBezTo>
                  <a:cubicBezTo>
                    <a:pt x="28464" y="27952"/>
                    <a:pt x="32055" y="20258"/>
                    <a:pt x="34106" y="20258"/>
                  </a:cubicBezTo>
                  <a:cubicBezTo>
                    <a:pt x="35645" y="20771"/>
                    <a:pt x="38209" y="26926"/>
                    <a:pt x="39235" y="30516"/>
                  </a:cubicBezTo>
                  <a:cubicBezTo>
                    <a:pt x="42825" y="39235"/>
                    <a:pt x="47953" y="53082"/>
                    <a:pt x="62827" y="53082"/>
                  </a:cubicBezTo>
                  <a:cubicBezTo>
                    <a:pt x="71546" y="53082"/>
                    <a:pt x="76674" y="44363"/>
                    <a:pt x="82829" y="34106"/>
                  </a:cubicBezTo>
                  <a:cubicBezTo>
                    <a:pt x="84880" y="30516"/>
                    <a:pt x="88983" y="23849"/>
                    <a:pt x="91548" y="21284"/>
                  </a:cubicBezTo>
                  <a:cubicBezTo>
                    <a:pt x="93599" y="23849"/>
                    <a:pt x="96676" y="28977"/>
                    <a:pt x="98728" y="32567"/>
                  </a:cubicBezTo>
                  <a:cubicBezTo>
                    <a:pt x="104882" y="43338"/>
                    <a:pt x="111037" y="53595"/>
                    <a:pt x="120781" y="53595"/>
                  </a:cubicBezTo>
                  <a:cubicBezTo>
                    <a:pt x="130526" y="53595"/>
                    <a:pt x="136167" y="43851"/>
                    <a:pt x="142322" y="33080"/>
                  </a:cubicBezTo>
                  <a:cubicBezTo>
                    <a:pt x="144373" y="29490"/>
                    <a:pt x="147963" y="23849"/>
                    <a:pt x="150015" y="21284"/>
                  </a:cubicBezTo>
                  <a:cubicBezTo>
                    <a:pt x="152579" y="23849"/>
                    <a:pt x="155657" y="29490"/>
                    <a:pt x="158221" y="33080"/>
                  </a:cubicBezTo>
                  <a:cubicBezTo>
                    <a:pt x="164375" y="43338"/>
                    <a:pt x="170017" y="53082"/>
                    <a:pt x="179249" y="53082"/>
                  </a:cubicBezTo>
                  <a:cubicBezTo>
                    <a:pt x="189506" y="53082"/>
                    <a:pt x="196174" y="42312"/>
                    <a:pt x="202328" y="31542"/>
                  </a:cubicBezTo>
                  <a:cubicBezTo>
                    <a:pt x="204379" y="27952"/>
                    <a:pt x="207457" y="22823"/>
                    <a:pt x="208995" y="20771"/>
                  </a:cubicBezTo>
                  <a:cubicBezTo>
                    <a:pt x="211560" y="21797"/>
                    <a:pt x="213611" y="25387"/>
                    <a:pt x="216175" y="33080"/>
                  </a:cubicBezTo>
                  <a:cubicBezTo>
                    <a:pt x="219766" y="41799"/>
                    <a:pt x="224382" y="53595"/>
                    <a:pt x="236690" y="53595"/>
                  </a:cubicBezTo>
                  <a:lnTo>
                    <a:pt x="236690" y="37183"/>
                  </a:lnTo>
                  <a:cubicBezTo>
                    <a:pt x="235152" y="36670"/>
                    <a:pt x="232587" y="30516"/>
                    <a:pt x="231049" y="26926"/>
                  </a:cubicBezTo>
                  <a:cubicBezTo>
                    <a:pt x="227459" y="17694"/>
                    <a:pt x="222330" y="4359"/>
                    <a:pt x="207457" y="4359"/>
                  </a:cubicBezTo>
                  <a:cubicBezTo>
                    <a:pt x="198738" y="4359"/>
                    <a:pt x="193609" y="13078"/>
                    <a:pt x="187455" y="23336"/>
                  </a:cubicBezTo>
                  <a:cubicBezTo>
                    <a:pt x="185403" y="26926"/>
                    <a:pt x="181300" y="33593"/>
                    <a:pt x="178736" y="36158"/>
                  </a:cubicBezTo>
                  <a:cubicBezTo>
                    <a:pt x="176684" y="33593"/>
                    <a:pt x="173607" y="28464"/>
                    <a:pt x="171556" y="24874"/>
                  </a:cubicBezTo>
                  <a:cubicBezTo>
                    <a:pt x="165401" y="14104"/>
                    <a:pt x="159247" y="4359"/>
                    <a:pt x="149502" y="4359"/>
                  </a:cubicBezTo>
                  <a:cubicBezTo>
                    <a:pt x="140270" y="4359"/>
                    <a:pt x="134116" y="14104"/>
                    <a:pt x="127962" y="24361"/>
                  </a:cubicBezTo>
                  <a:cubicBezTo>
                    <a:pt x="125910" y="27952"/>
                    <a:pt x="122320" y="33593"/>
                    <a:pt x="120269" y="36158"/>
                  </a:cubicBezTo>
                  <a:cubicBezTo>
                    <a:pt x="117704" y="33593"/>
                    <a:pt x="114627" y="27952"/>
                    <a:pt x="112062" y="23849"/>
                  </a:cubicBezTo>
                  <a:cubicBezTo>
                    <a:pt x="105908" y="13591"/>
                    <a:pt x="100266" y="4359"/>
                    <a:pt x="91035" y="4359"/>
                  </a:cubicBezTo>
                  <a:cubicBezTo>
                    <a:pt x="80777" y="4359"/>
                    <a:pt x="74110" y="15130"/>
                    <a:pt x="67956" y="25900"/>
                  </a:cubicBezTo>
                  <a:cubicBezTo>
                    <a:pt x="65904" y="29490"/>
                    <a:pt x="62827" y="34619"/>
                    <a:pt x="60775" y="36670"/>
                  </a:cubicBezTo>
                  <a:cubicBezTo>
                    <a:pt x="58211" y="35645"/>
                    <a:pt x="56672" y="32055"/>
                    <a:pt x="53595" y="24361"/>
                  </a:cubicBezTo>
                  <a:cubicBezTo>
                    <a:pt x="50005" y="15643"/>
                    <a:pt x="45389" y="3847"/>
                    <a:pt x="33080" y="3847"/>
                  </a:cubicBezTo>
                  <a:cubicBezTo>
                    <a:pt x="20771" y="3847"/>
                    <a:pt x="15130" y="16155"/>
                    <a:pt x="11027" y="24874"/>
                  </a:cubicBezTo>
                  <a:cubicBezTo>
                    <a:pt x="9488" y="28464"/>
                    <a:pt x="5898" y="36158"/>
                    <a:pt x="3847" y="36158"/>
                  </a:cubicBezTo>
                  <a:lnTo>
                    <a:pt x="3847" y="52569"/>
                  </a:lnTo>
                  <a:lnTo>
                    <a:pt x="4872" y="52569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2745"/>
            <p:cNvSpPr/>
            <p:nvPr/>
          </p:nvSpPr>
          <p:spPr>
            <a:xfrm>
              <a:off x="7633273" y="4944978"/>
              <a:ext cx="359010" cy="210278"/>
            </a:xfrm>
            <a:custGeom>
              <a:avLst/>
              <a:gdLst>
                <a:gd name="connsiteX0" fmla="*/ 3847 w 359010"/>
                <a:gd name="connsiteY0" fmla="*/ 3847 h 210277"/>
                <a:gd name="connsiteX1" fmla="*/ 3847 w 359010"/>
                <a:gd name="connsiteY1" fmla="*/ 186942 h 210277"/>
                <a:gd name="connsiteX2" fmla="*/ 26413 w 359010"/>
                <a:gd name="connsiteY2" fmla="*/ 209508 h 210277"/>
                <a:gd name="connsiteX3" fmla="*/ 337213 w 359010"/>
                <a:gd name="connsiteY3" fmla="*/ 209508 h 210277"/>
                <a:gd name="connsiteX4" fmla="*/ 359780 w 359010"/>
                <a:gd name="connsiteY4" fmla="*/ 186942 h 210277"/>
                <a:gd name="connsiteX5" fmla="*/ 359780 w 359010"/>
                <a:gd name="connsiteY5" fmla="*/ 3847 h 210277"/>
                <a:gd name="connsiteX6" fmla="*/ 3847 w 359010"/>
                <a:gd name="connsiteY6" fmla="*/ 384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9010" h="210277">
                  <a:moveTo>
                    <a:pt x="3847" y="3847"/>
                  </a:moveTo>
                  <a:lnTo>
                    <a:pt x="3847" y="186942"/>
                  </a:lnTo>
                  <a:cubicBezTo>
                    <a:pt x="3847" y="199251"/>
                    <a:pt x="14104" y="209508"/>
                    <a:pt x="26413" y="209508"/>
                  </a:cubicBezTo>
                  <a:lnTo>
                    <a:pt x="337213" y="209508"/>
                  </a:lnTo>
                  <a:cubicBezTo>
                    <a:pt x="349522" y="209508"/>
                    <a:pt x="359780" y="199251"/>
                    <a:pt x="359780" y="186942"/>
                  </a:cubicBezTo>
                  <a:lnTo>
                    <a:pt x="359780" y="3847"/>
                  </a:lnTo>
                  <a:lnTo>
                    <a:pt x="3847" y="3847"/>
                  </a:lnTo>
                  <a:close/>
                </a:path>
              </a:pathLst>
            </a:custGeom>
            <a:solidFill>
              <a:srgbClr val="3036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2746"/>
            <p:cNvSpPr/>
            <p:nvPr/>
          </p:nvSpPr>
          <p:spPr>
            <a:xfrm>
              <a:off x="7626606" y="4962416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2747"/>
            <p:cNvSpPr/>
            <p:nvPr/>
          </p:nvSpPr>
          <p:spPr>
            <a:xfrm>
              <a:off x="7608633" y="49444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2055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2748"/>
            <p:cNvSpPr/>
            <p:nvPr/>
          </p:nvSpPr>
          <p:spPr>
            <a:xfrm>
              <a:off x="7626606" y="5022422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2749"/>
            <p:cNvSpPr/>
            <p:nvPr/>
          </p:nvSpPr>
          <p:spPr>
            <a:xfrm>
              <a:off x="7608633" y="5004471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3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3"/>
                    <a:pt x="3869" y="21797"/>
                  </a:cubicBezTo>
                  <a:cubicBezTo>
                    <a:pt x="3357" y="31542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2750"/>
            <p:cNvSpPr/>
            <p:nvPr/>
          </p:nvSpPr>
          <p:spPr>
            <a:xfrm>
              <a:off x="7626606" y="5081915"/>
              <a:ext cx="374397" cy="5129"/>
            </a:xfrm>
            <a:custGeom>
              <a:avLst/>
              <a:gdLst>
                <a:gd name="connsiteX0" fmla="*/ 3847 w 374396"/>
                <a:gd name="connsiteY0" fmla="*/ 3847 h 5128"/>
                <a:gd name="connsiteX1" fmla="*/ 374140 w 374396"/>
                <a:gd name="connsiteY1" fmla="*/ 3847 h 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396" h="5128">
                  <a:moveTo>
                    <a:pt x="3847" y="3847"/>
                  </a:moveTo>
                  <a:lnTo>
                    <a:pt x="374140" y="3847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2751"/>
            <p:cNvSpPr/>
            <p:nvPr/>
          </p:nvSpPr>
          <p:spPr>
            <a:xfrm>
              <a:off x="7608633" y="5063965"/>
              <a:ext cx="410298" cy="41030"/>
            </a:xfrm>
            <a:custGeom>
              <a:avLst/>
              <a:gdLst>
                <a:gd name="connsiteX0" fmla="*/ 21820 w 410297"/>
                <a:gd name="connsiteY0" fmla="*/ 39748 h 41029"/>
                <a:gd name="connsiteX1" fmla="*/ 392626 w 410297"/>
                <a:gd name="connsiteY1" fmla="*/ 39748 h 41029"/>
                <a:gd name="connsiteX2" fmla="*/ 410577 w 410297"/>
                <a:gd name="connsiteY2" fmla="*/ 21797 h 41029"/>
                <a:gd name="connsiteX3" fmla="*/ 392626 w 410297"/>
                <a:gd name="connsiteY3" fmla="*/ 3847 h 41029"/>
                <a:gd name="connsiteX4" fmla="*/ 21820 w 410297"/>
                <a:gd name="connsiteY4" fmla="*/ 3847 h 41029"/>
                <a:gd name="connsiteX5" fmla="*/ 3869 w 410297"/>
                <a:gd name="connsiteY5" fmla="*/ 21797 h 41029"/>
                <a:gd name="connsiteX6" fmla="*/ 21820 w 410297"/>
                <a:gd name="connsiteY6" fmla="*/ 39748 h 41029"/>
                <a:gd name="connsiteX7" fmla="*/ 21820 w 410297"/>
                <a:gd name="connsiteY7" fmla="*/ 39748 h 4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297" h="41029">
                  <a:moveTo>
                    <a:pt x="21820" y="39748"/>
                  </a:moveTo>
                  <a:lnTo>
                    <a:pt x="392626" y="39748"/>
                  </a:lnTo>
                  <a:cubicBezTo>
                    <a:pt x="402371" y="39748"/>
                    <a:pt x="410577" y="31542"/>
                    <a:pt x="410577" y="21797"/>
                  </a:cubicBezTo>
                  <a:cubicBezTo>
                    <a:pt x="410577" y="12052"/>
                    <a:pt x="402371" y="3847"/>
                    <a:pt x="392626" y="3847"/>
                  </a:cubicBezTo>
                  <a:lnTo>
                    <a:pt x="21820" y="3847"/>
                  </a:lnTo>
                  <a:cubicBezTo>
                    <a:pt x="11562" y="3847"/>
                    <a:pt x="3869" y="12052"/>
                    <a:pt x="3869" y="21797"/>
                  </a:cubicBezTo>
                  <a:cubicBezTo>
                    <a:pt x="3357" y="32054"/>
                    <a:pt x="11562" y="39748"/>
                    <a:pt x="21820" y="39748"/>
                  </a:cubicBezTo>
                  <a:lnTo>
                    <a:pt x="21820" y="39748"/>
                  </a:lnTo>
                  <a:close/>
                </a:path>
              </a:pathLst>
            </a:custGeom>
            <a:solidFill>
              <a:srgbClr val="5962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2753"/>
            <p:cNvSpPr/>
            <p:nvPr/>
          </p:nvSpPr>
          <p:spPr>
            <a:xfrm>
              <a:off x="8047692" y="3864375"/>
              <a:ext cx="117961" cy="189763"/>
            </a:xfrm>
            <a:custGeom>
              <a:avLst/>
              <a:gdLst>
                <a:gd name="connsiteX0" fmla="*/ 13060 w 117960"/>
                <a:gd name="connsiteY0" fmla="*/ 188462 h 189762"/>
                <a:gd name="connsiteX1" fmla="*/ 8444 w 117960"/>
                <a:gd name="connsiteY1" fmla="*/ 187437 h 189762"/>
                <a:gd name="connsiteX2" fmla="*/ 4854 w 117960"/>
                <a:gd name="connsiteY2" fmla="*/ 175128 h 189762"/>
                <a:gd name="connsiteX3" fmla="*/ 101274 w 117960"/>
                <a:gd name="connsiteY3" fmla="*/ 8444 h 189762"/>
                <a:gd name="connsiteX4" fmla="*/ 113583 w 117960"/>
                <a:gd name="connsiteY4" fmla="*/ 4854 h 189762"/>
                <a:gd name="connsiteX5" fmla="*/ 116660 w 117960"/>
                <a:gd name="connsiteY5" fmla="*/ 17163 h 189762"/>
                <a:gd name="connsiteX6" fmla="*/ 20753 w 117960"/>
                <a:gd name="connsiteY6" fmla="*/ 183846 h 189762"/>
                <a:gd name="connsiteX7" fmla="*/ 13060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3060" y="188462"/>
                  </a:moveTo>
                  <a:cubicBezTo>
                    <a:pt x="11521" y="188462"/>
                    <a:pt x="9983" y="187949"/>
                    <a:pt x="8444" y="187437"/>
                  </a:cubicBezTo>
                  <a:cubicBezTo>
                    <a:pt x="3828" y="184872"/>
                    <a:pt x="2803" y="179231"/>
                    <a:pt x="4854" y="175128"/>
                  </a:cubicBezTo>
                  <a:lnTo>
                    <a:pt x="101274" y="8444"/>
                  </a:lnTo>
                  <a:cubicBezTo>
                    <a:pt x="103838" y="3828"/>
                    <a:pt x="109480" y="2803"/>
                    <a:pt x="113583" y="4854"/>
                  </a:cubicBezTo>
                  <a:cubicBezTo>
                    <a:pt x="117686" y="7418"/>
                    <a:pt x="119224" y="13060"/>
                    <a:pt x="116660" y="17163"/>
                  </a:cubicBezTo>
                  <a:lnTo>
                    <a:pt x="20753" y="183846"/>
                  </a:lnTo>
                  <a:cubicBezTo>
                    <a:pt x="19214" y="186924"/>
                    <a:pt x="16137" y="188462"/>
                    <a:pt x="13060" y="18846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2754"/>
            <p:cNvSpPr/>
            <p:nvPr/>
          </p:nvSpPr>
          <p:spPr>
            <a:xfrm>
              <a:off x="8227482" y="4114410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100" y="4074"/>
                    <a:pt x="187664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2755"/>
            <p:cNvSpPr/>
            <p:nvPr/>
          </p:nvSpPr>
          <p:spPr>
            <a:xfrm>
              <a:off x="8292827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2756"/>
            <p:cNvSpPr/>
            <p:nvPr/>
          </p:nvSpPr>
          <p:spPr>
            <a:xfrm>
              <a:off x="7211483" y="4700623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5 w 189762"/>
                <a:gd name="connsiteY4" fmla="*/ 8177 h 117960"/>
                <a:gd name="connsiteX5" fmla="*/ 184587 w 189762"/>
                <a:gd name="connsiteY5" fmla="*/ 20486 h 117960"/>
                <a:gd name="connsiteX6" fmla="*/ 17904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971" y="2536"/>
                    <a:pt x="185613" y="4074"/>
                    <a:pt x="187665" y="8177"/>
                  </a:cubicBezTo>
                  <a:cubicBezTo>
                    <a:pt x="190229" y="12280"/>
                    <a:pt x="188690" y="17922"/>
                    <a:pt x="184587" y="20486"/>
                  </a:cubicBezTo>
                  <a:lnTo>
                    <a:pt x="17904" y="116906"/>
                  </a:lnTo>
                  <a:cubicBezTo>
                    <a:pt x="15852" y="117419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2757"/>
            <p:cNvSpPr/>
            <p:nvPr/>
          </p:nvSpPr>
          <p:spPr>
            <a:xfrm>
              <a:off x="7119888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2758"/>
            <p:cNvSpPr/>
            <p:nvPr/>
          </p:nvSpPr>
          <p:spPr>
            <a:xfrm>
              <a:off x="7210970" y="4113897"/>
              <a:ext cx="189763" cy="117961"/>
            </a:xfrm>
            <a:custGeom>
              <a:avLst/>
              <a:gdLst>
                <a:gd name="connsiteX0" fmla="*/ 179971 w 189762"/>
                <a:gd name="connsiteY0" fmla="*/ 117932 h 117960"/>
                <a:gd name="connsiteX1" fmla="*/ 175355 w 189762"/>
                <a:gd name="connsiteY1" fmla="*/ 116906 h 117960"/>
                <a:gd name="connsiteX2" fmla="*/ 8672 w 189762"/>
                <a:gd name="connsiteY2" fmla="*/ 20486 h 117960"/>
                <a:gd name="connsiteX3" fmla="*/ 5082 w 189762"/>
                <a:gd name="connsiteY3" fmla="*/ 8177 h 117960"/>
                <a:gd name="connsiteX4" fmla="*/ 17391 w 189762"/>
                <a:gd name="connsiteY4" fmla="*/ 5100 h 117960"/>
                <a:gd name="connsiteX5" fmla="*/ 184074 w 189762"/>
                <a:gd name="connsiteY5" fmla="*/ 101007 h 117960"/>
                <a:gd name="connsiteX6" fmla="*/ 187151 w 189762"/>
                <a:gd name="connsiteY6" fmla="*/ 113316 h 117960"/>
                <a:gd name="connsiteX7" fmla="*/ 179971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7932"/>
                  </a:moveTo>
                  <a:cubicBezTo>
                    <a:pt x="178433" y="117932"/>
                    <a:pt x="176894" y="117419"/>
                    <a:pt x="175355" y="116906"/>
                  </a:cubicBezTo>
                  <a:lnTo>
                    <a:pt x="8672" y="20486"/>
                  </a:lnTo>
                  <a:cubicBezTo>
                    <a:pt x="4056" y="17922"/>
                    <a:pt x="2518" y="12280"/>
                    <a:pt x="5082" y="8177"/>
                  </a:cubicBezTo>
                  <a:cubicBezTo>
                    <a:pt x="7646" y="4074"/>
                    <a:pt x="13288" y="2536"/>
                    <a:pt x="17391" y="5100"/>
                  </a:cubicBezTo>
                  <a:lnTo>
                    <a:pt x="184074" y="101007"/>
                  </a:lnTo>
                  <a:cubicBezTo>
                    <a:pt x="188690" y="103572"/>
                    <a:pt x="189716" y="109213"/>
                    <a:pt x="187151" y="113316"/>
                  </a:cubicBezTo>
                  <a:cubicBezTo>
                    <a:pt x="186126" y="116393"/>
                    <a:pt x="183049" y="117932"/>
                    <a:pt x="179971" y="117932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2759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2775"/>
                    <a:pt x="4056" y="7646"/>
                    <a:pt x="8672" y="5082"/>
                  </a:cubicBezTo>
                  <a:cubicBezTo>
                    <a:pt x="13288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971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rgbClr val="F1FAF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2762"/>
            <p:cNvSpPr/>
            <p:nvPr/>
          </p:nvSpPr>
          <p:spPr>
            <a:xfrm>
              <a:off x="7461252" y="3864147"/>
              <a:ext cx="117961" cy="189763"/>
            </a:xfrm>
            <a:custGeom>
              <a:avLst/>
              <a:gdLst>
                <a:gd name="connsiteX0" fmla="*/ 109195 w 117960"/>
                <a:gd name="connsiteY0" fmla="*/ 188690 h 189762"/>
                <a:gd name="connsiteX1" fmla="*/ 101502 w 117960"/>
                <a:gd name="connsiteY1" fmla="*/ 184074 h 189762"/>
                <a:gd name="connsiteX2" fmla="*/ 5082 w 117960"/>
                <a:gd name="connsiteY2" fmla="*/ 17391 h 189762"/>
                <a:gd name="connsiteX3" fmla="*/ 8672 w 117960"/>
                <a:gd name="connsiteY3" fmla="*/ 5082 h 189762"/>
                <a:gd name="connsiteX4" fmla="*/ 20981 w 117960"/>
                <a:gd name="connsiteY4" fmla="*/ 8672 h 189762"/>
                <a:gd name="connsiteX5" fmla="*/ 117401 w 117960"/>
                <a:gd name="connsiteY5" fmla="*/ 175355 h 189762"/>
                <a:gd name="connsiteX6" fmla="*/ 113811 w 117960"/>
                <a:gd name="connsiteY6" fmla="*/ 187664 h 189762"/>
                <a:gd name="connsiteX7" fmla="*/ 109195 w 117960"/>
                <a:gd name="connsiteY7" fmla="*/ 188690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09195" y="188690"/>
                  </a:moveTo>
                  <a:cubicBezTo>
                    <a:pt x="106118" y="188690"/>
                    <a:pt x="103040" y="187151"/>
                    <a:pt x="101502" y="184074"/>
                  </a:cubicBezTo>
                  <a:lnTo>
                    <a:pt x="5082" y="17391"/>
                  </a:lnTo>
                  <a:cubicBezTo>
                    <a:pt x="2518" y="13288"/>
                    <a:pt x="4056" y="7646"/>
                    <a:pt x="8672" y="5082"/>
                  </a:cubicBezTo>
                  <a:cubicBezTo>
                    <a:pt x="12775" y="2518"/>
                    <a:pt x="18416" y="4056"/>
                    <a:pt x="20981" y="8672"/>
                  </a:cubicBezTo>
                  <a:lnTo>
                    <a:pt x="117401" y="175355"/>
                  </a:lnTo>
                  <a:cubicBezTo>
                    <a:pt x="119965" y="179458"/>
                    <a:pt x="118426" y="185100"/>
                    <a:pt x="113811" y="187664"/>
                  </a:cubicBezTo>
                  <a:cubicBezTo>
                    <a:pt x="112272" y="188177"/>
                    <a:pt x="110733" y="188690"/>
                    <a:pt x="109195" y="1886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2763"/>
            <p:cNvSpPr/>
            <p:nvPr/>
          </p:nvSpPr>
          <p:spPr>
            <a:xfrm>
              <a:off x="7210970" y="4114290"/>
              <a:ext cx="189763" cy="117961"/>
            </a:xfrm>
            <a:custGeom>
              <a:avLst/>
              <a:gdLst>
                <a:gd name="connsiteX0" fmla="*/ 179971 w 189762"/>
                <a:gd name="connsiteY0" fmla="*/ 118052 h 117960"/>
                <a:gd name="connsiteX1" fmla="*/ 175355 w 189762"/>
                <a:gd name="connsiteY1" fmla="*/ 117026 h 117960"/>
                <a:gd name="connsiteX2" fmla="*/ 8672 w 189762"/>
                <a:gd name="connsiteY2" fmla="*/ 20606 h 117960"/>
                <a:gd name="connsiteX3" fmla="*/ 5082 w 189762"/>
                <a:gd name="connsiteY3" fmla="*/ 8298 h 117960"/>
                <a:gd name="connsiteX4" fmla="*/ 17391 w 189762"/>
                <a:gd name="connsiteY4" fmla="*/ 5220 h 117960"/>
                <a:gd name="connsiteX5" fmla="*/ 184074 w 189762"/>
                <a:gd name="connsiteY5" fmla="*/ 101127 h 117960"/>
                <a:gd name="connsiteX6" fmla="*/ 187151 w 189762"/>
                <a:gd name="connsiteY6" fmla="*/ 113436 h 117960"/>
                <a:gd name="connsiteX7" fmla="*/ 179971 w 189762"/>
                <a:gd name="connsiteY7" fmla="*/ 11805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971" y="118052"/>
                  </a:moveTo>
                  <a:cubicBezTo>
                    <a:pt x="178433" y="118052"/>
                    <a:pt x="176894" y="117539"/>
                    <a:pt x="175355" y="117026"/>
                  </a:cubicBezTo>
                  <a:lnTo>
                    <a:pt x="8672" y="20606"/>
                  </a:lnTo>
                  <a:cubicBezTo>
                    <a:pt x="4056" y="18042"/>
                    <a:pt x="2518" y="12401"/>
                    <a:pt x="5082" y="8298"/>
                  </a:cubicBezTo>
                  <a:cubicBezTo>
                    <a:pt x="7646" y="3682"/>
                    <a:pt x="13288" y="2656"/>
                    <a:pt x="17391" y="5220"/>
                  </a:cubicBezTo>
                  <a:lnTo>
                    <a:pt x="184074" y="101127"/>
                  </a:lnTo>
                  <a:cubicBezTo>
                    <a:pt x="188690" y="103692"/>
                    <a:pt x="189716" y="109333"/>
                    <a:pt x="187151" y="113436"/>
                  </a:cubicBezTo>
                  <a:cubicBezTo>
                    <a:pt x="186126" y="116514"/>
                    <a:pt x="183049" y="118052"/>
                    <a:pt x="179971" y="11805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2764"/>
            <p:cNvSpPr/>
            <p:nvPr/>
          </p:nvSpPr>
          <p:spPr>
            <a:xfrm>
              <a:off x="7119888" y="4455185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49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49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2765"/>
            <p:cNvSpPr/>
            <p:nvPr/>
          </p:nvSpPr>
          <p:spPr>
            <a:xfrm>
              <a:off x="8227197" y="4700110"/>
              <a:ext cx="189763" cy="117961"/>
            </a:xfrm>
            <a:custGeom>
              <a:avLst/>
              <a:gdLst>
                <a:gd name="connsiteX0" fmla="*/ 179744 w 189762"/>
                <a:gd name="connsiteY0" fmla="*/ 118445 h 117960"/>
                <a:gd name="connsiteX1" fmla="*/ 175128 w 189762"/>
                <a:gd name="connsiteY1" fmla="*/ 116906 h 117960"/>
                <a:gd name="connsiteX2" fmla="*/ 8444 w 189762"/>
                <a:gd name="connsiteY2" fmla="*/ 20486 h 117960"/>
                <a:gd name="connsiteX3" fmla="*/ 4854 w 189762"/>
                <a:gd name="connsiteY3" fmla="*/ 8177 h 117960"/>
                <a:gd name="connsiteX4" fmla="*/ 17163 w 189762"/>
                <a:gd name="connsiteY4" fmla="*/ 5100 h 117960"/>
                <a:gd name="connsiteX5" fmla="*/ 183846 w 189762"/>
                <a:gd name="connsiteY5" fmla="*/ 101007 h 117960"/>
                <a:gd name="connsiteX6" fmla="*/ 186924 w 189762"/>
                <a:gd name="connsiteY6" fmla="*/ 113316 h 117960"/>
                <a:gd name="connsiteX7" fmla="*/ 179744 w 189762"/>
                <a:gd name="connsiteY7" fmla="*/ 118445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79744" y="118445"/>
                  </a:moveTo>
                  <a:cubicBezTo>
                    <a:pt x="178205" y="118445"/>
                    <a:pt x="176666" y="117932"/>
                    <a:pt x="175128" y="116906"/>
                  </a:cubicBezTo>
                  <a:lnTo>
                    <a:pt x="8444" y="20486"/>
                  </a:lnTo>
                  <a:cubicBezTo>
                    <a:pt x="3828" y="17922"/>
                    <a:pt x="2803" y="12280"/>
                    <a:pt x="4854" y="8177"/>
                  </a:cubicBezTo>
                  <a:cubicBezTo>
                    <a:pt x="7418" y="4074"/>
                    <a:pt x="13060" y="2536"/>
                    <a:pt x="17163" y="5100"/>
                  </a:cubicBezTo>
                  <a:lnTo>
                    <a:pt x="183846" y="101007"/>
                  </a:lnTo>
                  <a:cubicBezTo>
                    <a:pt x="188462" y="103572"/>
                    <a:pt x="189488" y="109213"/>
                    <a:pt x="186924" y="113316"/>
                  </a:cubicBezTo>
                  <a:cubicBezTo>
                    <a:pt x="185898" y="116906"/>
                    <a:pt x="182821" y="118445"/>
                    <a:pt x="179744" y="1184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2766"/>
            <p:cNvSpPr/>
            <p:nvPr/>
          </p:nvSpPr>
          <p:spPr>
            <a:xfrm>
              <a:off x="8292827" y="4454672"/>
              <a:ext cx="215406" cy="25644"/>
            </a:xfrm>
            <a:custGeom>
              <a:avLst/>
              <a:gdLst>
                <a:gd name="connsiteX0" fmla="*/ 205405 w 215406"/>
                <a:gd name="connsiteY0" fmla="*/ 22310 h 25643"/>
                <a:gd name="connsiteX1" fmla="*/ 13078 w 215406"/>
                <a:gd name="connsiteY1" fmla="*/ 22310 h 25643"/>
                <a:gd name="connsiteX2" fmla="*/ 3847 w 215406"/>
                <a:gd name="connsiteY2" fmla="*/ 13078 h 25643"/>
                <a:gd name="connsiteX3" fmla="*/ 13078 w 215406"/>
                <a:gd name="connsiteY3" fmla="*/ 3847 h 25643"/>
                <a:gd name="connsiteX4" fmla="*/ 205405 w 215406"/>
                <a:gd name="connsiteY4" fmla="*/ 3847 h 25643"/>
                <a:gd name="connsiteX5" fmla="*/ 214637 w 215406"/>
                <a:gd name="connsiteY5" fmla="*/ 13078 h 25643"/>
                <a:gd name="connsiteX6" fmla="*/ 205405 w 215406"/>
                <a:gd name="connsiteY6" fmla="*/ 22310 h 2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06" h="25643">
                  <a:moveTo>
                    <a:pt x="205405" y="22310"/>
                  </a:moveTo>
                  <a:lnTo>
                    <a:pt x="13078" y="22310"/>
                  </a:lnTo>
                  <a:cubicBezTo>
                    <a:pt x="7949" y="22310"/>
                    <a:pt x="3847" y="18207"/>
                    <a:pt x="3847" y="13078"/>
                  </a:cubicBezTo>
                  <a:cubicBezTo>
                    <a:pt x="3847" y="7950"/>
                    <a:pt x="7949" y="3847"/>
                    <a:pt x="13078" y="3847"/>
                  </a:cubicBezTo>
                  <a:lnTo>
                    <a:pt x="205405" y="3847"/>
                  </a:lnTo>
                  <a:cubicBezTo>
                    <a:pt x="210534" y="3847"/>
                    <a:pt x="214637" y="7950"/>
                    <a:pt x="214637" y="13078"/>
                  </a:cubicBezTo>
                  <a:cubicBezTo>
                    <a:pt x="214637" y="18207"/>
                    <a:pt x="210534" y="22310"/>
                    <a:pt x="205405" y="223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2767"/>
            <p:cNvSpPr/>
            <p:nvPr/>
          </p:nvSpPr>
          <p:spPr>
            <a:xfrm>
              <a:off x="8227482" y="4113897"/>
              <a:ext cx="189763" cy="117961"/>
            </a:xfrm>
            <a:custGeom>
              <a:avLst/>
              <a:gdLst>
                <a:gd name="connsiteX0" fmla="*/ 12775 w 189762"/>
                <a:gd name="connsiteY0" fmla="*/ 117932 h 117960"/>
                <a:gd name="connsiteX1" fmla="*/ 5082 w 189762"/>
                <a:gd name="connsiteY1" fmla="*/ 113316 h 117960"/>
                <a:gd name="connsiteX2" fmla="*/ 8672 w 189762"/>
                <a:gd name="connsiteY2" fmla="*/ 101007 h 117960"/>
                <a:gd name="connsiteX3" fmla="*/ 175355 w 189762"/>
                <a:gd name="connsiteY3" fmla="*/ 5100 h 117960"/>
                <a:gd name="connsiteX4" fmla="*/ 187664 w 189762"/>
                <a:gd name="connsiteY4" fmla="*/ 8177 h 117960"/>
                <a:gd name="connsiteX5" fmla="*/ 184074 w 189762"/>
                <a:gd name="connsiteY5" fmla="*/ 20486 h 117960"/>
                <a:gd name="connsiteX6" fmla="*/ 17391 w 189762"/>
                <a:gd name="connsiteY6" fmla="*/ 116906 h 117960"/>
                <a:gd name="connsiteX7" fmla="*/ 12775 w 189762"/>
                <a:gd name="connsiteY7" fmla="*/ 117932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762" h="117960">
                  <a:moveTo>
                    <a:pt x="12775" y="117932"/>
                  </a:moveTo>
                  <a:cubicBezTo>
                    <a:pt x="9698" y="117932"/>
                    <a:pt x="6620" y="116393"/>
                    <a:pt x="5082" y="113316"/>
                  </a:cubicBezTo>
                  <a:cubicBezTo>
                    <a:pt x="2518" y="108700"/>
                    <a:pt x="4056" y="103572"/>
                    <a:pt x="8672" y="101007"/>
                  </a:cubicBezTo>
                  <a:lnTo>
                    <a:pt x="175355" y="5100"/>
                  </a:lnTo>
                  <a:cubicBezTo>
                    <a:pt x="179458" y="2536"/>
                    <a:pt x="185100" y="4074"/>
                    <a:pt x="187664" y="8177"/>
                  </a:cubicBezTo>
                  <a:cubicBezTo>
                    <a:pt x="190229" y="12793"/>
                    <a:pt x="188690" y="17922"/>
                    <a:pt x="184074" y="20486"/>
                  </a:cubicBezTo>
                  <a:lnTo>
                    <a:pt x="17391" y="116906"/>
                  </a:lnTo>
                  <a:cubicBezTo>
                    <a:pt x="15852" y="117932"/>
                    <a:pt x="14314" y="117932"/>
                    <a:pt x="12775" y="1179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2768"/>
            <p:cNvSpPr/>
            <p:nvPr/>
          </p:nvSpPr>
          <p:spPr>
            <a:xfrm>
              <a:off x="8047446" y="3864375"/>
              <a:ext cx="117961" cy="189763"/>
            </a:xfrm>
            <a:custGeom>
              <a:avLst/>
              <a:gdLst>
                <a:gd name="connsiteX0" fmla="*/ 12793 w 117960"/>
                <a:gd name="connsiteY0" fmla="*/ 188462 h 189762"/>
                <a:gd name="connsiteX1" fmla="*/ 8178 w 117960"/>
                <a:gd name="connsiteY1" fmla="*/ 187437 h 189762"/>
                <a:gd name="connsiteX2" fmla="*/ 5100 w 117960"/>
                <a:gd name="connsiteY2" fmla="*/ 175128 h 189762"/>
                <a:gd name="connsiteX3" fmla="*/ 101520 w 117960"/>
                <a:gd name="connsiteY3" fmla="*/ 8444 h 189762"/>
                <a:gd name="connsiteX4" fmla="*/ 113829 w 117960"/>
                <a:gd name="connsiteY4" fmla="*/ 4854 h 189762"/>
                <a:gd name="connsiteX5" fmla="*/ 116906 w 117960"/>
                <a:gd name="connsiteY5" fmla="*/ 17163 h 189762"/>
                <a:gd name="connsiteX6" fmla="*/ 20999 w 117960"/>
                <a:gd name="connsiteY6" fmla="*/ 183846 h 189762"/>
                <a:gd name="connsiteX7" fmla="*/ 12793 w 117960"/>
                <a:gd name="connsiteY7" fmla="*/ 188462 h 1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60" h="189762">
                  <a:moveTo>
                    <a:pt x="12793" y="188462"/>
                  </a:moveTo>
                  <a:cubicBezTo>
                    <a:pt x="11255" y="188462"/>
                    <a:pt x="9716" y="187949"/>
                    <a:pt x="8178" y="187437"/>
                  </a:cubicBezTo>
                  <a:cubicBezTo>
                    <a:pt x="4074" y="184872"/>
                    <a:pt x="2536" y="179231"/>
                    <a:pt x="5100" y="175128"/>
                  </a:cubicBezTo>
                  <a:lnTo>
                    <a:pt x="101520" y="8444"/>
                  </a:lnTo>
                  <a:cubicBezTo>
                    <a:pt x="104084" y="3828"/>
                    <a:pt x="109726" y="2803"/>
                    <a:pt x="113829" y="4854"/>
                  </a:cubicBezTo>
                  <a:cubicBezTo>
                    <a:pt x="118445" y="7418"/>
                    <a:pt x="119471" y="13060"/>
                    <a:pt x="116906" y="17163"/>
                  </a:cubicBezTo>
                  <a:lnTo>
                    <a:pt x="20999" y="183846"/>
                  </a:lnTo>
                  <a:cubicBezTo>
                    <a:pt x="19461" y="186411"/>
                    <a:pt x="16383" y="188462"/>
                    <a:pt x="12793" y="1884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2770"/>
            <p:cNvSpPr/>
            <p:nvPr/>
          </p:nvSpPr>
          <p:spPr>
            <a:xfrm>
              <a:off x="8373440" y="4804031"/>
              <a:ext cx="1179606" cy="943685"/>
            </a:xfrm>
            <a:custGeom>
              <a:avLst/>
              <a:gdLst>
                <a:gd name="connsiteX0" fmla="*/ 1014112 w 1179605"/>
                <a:gd name="connsiteY0" fmla="*/ 927950 h 943684"/>
                <a:gd name="connsiteX1" fmla="*/ 993084 w 1179605"/>
                <a:gd name="connsiteY1" fmla="*/ 940772 h 943684"/>
                <a:gd name="connsiteX2" fmla="*/ 17089 w 1179605"/>
                <a:gd name="connsiteY2" fmla="*/ 693567 h 943684"/>
                <a:gd name="connsiteX3" fmla="*/ 4267 w 1179605"/>
                <a:gd name="connsiteY3" fmla="*/ 672540 h 943684"/>
                <a:gd name="connsiteX4" fmla="*/ 170438 w 1179605"/>
                <a:gd name="connsiteY4" fmla="*/ 17089 h 943684"/>
                <a:gd name="connsiteX5" fmla="*/ 191465 w 1179605"/>
                <a:gd name="connsiteY5" fmla="*/ 4267 h 943684"/>
                <a:gd name="connsiteX6" fmla="*/ 1167461 w 1179605"/>
                <a:gd name="connsiteY6" fmla="*/ 251471 h 943684"/>
                <a:gd name="connsiteX7" fmla="*/ 1180283 w 1179605"/>
                <a:gd name="connsiteY7" fmla="*/ 272499 h 943684"/>
                <a:gd name="connsiteX8" fmla="*/ 1014112 w 1179605"/>
                <a:gd name="connsiteY8" fmla="*/ 927950 h 943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605" h="943684">
                  <a:moveTo>
                    <a:pt x="1014112" y="927950"/>
                  </a:moveTo>
                  <a:cubicBezTo>
                    <a:pt x="1011548" y="937182"/>
                    <a:pt x="1002316" y="942823"/>
                    <a:pt x="993084" y="940772"/>
                  </a:cubicBezTo>
                  <a:lnTo>
                    <a:pt x="17089" y="693567"/>
                  </a:lnTo>
                  <a:cubicBezTo>
                    <a:pt x="7857" y="691003"/>
                    <a:pt x="2216" y="681771"/>
                    <a:pt x="4267" y="672540"/>
                  </a:cubicBezTo>
                  <a:lnTo>
                    <a:pt x="170438" y="17089"/>
                  </a:lnTo>
                  <a:cubicBezTo>
                    <a:pt x="173002" y="7857"/>
                    <a:pt x="182234" y="2216"/>
                    <a:pt x="191465" y="4267"/>
                  </a:cubicBezTo>
                  <a:lnTo>
                    <a:pt x="1167461" y="251471"/>
                  </a:lnTo>
                  <a:cubicBezTo>
                    <a:pt x="1176693" y="254036"/>
                    <a:pt x="1182334" y="263268"/>
                    <a:pt x="1180283" y="272499"/>
                  </a:cubicBezTo>
                  <a:lnTo>
                    <a:pt x="1014112" y="927950"/>
                  </a:lnTo>
                  <a:close/>
                </a:path>
              </a:pathLst>
            </a:custGeom>
            <a:solidFill>
              <a:srgbClr val="C628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2771"/>
            <p:cNvSpPr/>
            <p:nvPr/>
          </p:nvSpPr>
          <p:spPr>
            <a:xfrm>
              <a:off x="8417827" y="5422813"/>
              <a:ext cx="948813" cy="282080"/>
            </a:xfrm>
            <a:custGeom>
              <a:avLst/>
              <a:gdLst>
                <a:gd name="connsiteX0" fmla="*/ 4673 w 948813"/>
                <a:gd name="connsiteY0" fmla="*/ 46436 h 282079"/>
                <a:gd name="connsiteX1" fmla="*/ 15250 w 948813"/>
                <a:gd name="connsiteY1" fmla="*/ 4673 h 282079"/>
                <a:gd name="connsiteX2" fmla="*/ 945470 w 948813"/>
                <a:gd name="connsiteY2" fmla="*/ 240251 h 282079"/>
                <a:gd name="connsiteX3" fmla="*/ 934894 w 948813"/>
                <a:gd name="connsiteY3" fmla="*/ 282014 h 28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813" h="282079">
                  <a:moveTo>
                    <a:pt x="4673" y="46436"/>
                  </a:moveTo>
                  <a:lnTo>
                    <a:pt x="15250" y="4673"/>
                  </a:lnTo>
                  <a:lnTo>
                    <a:pt x="945470" y="240251"/>
                  </a:lnTo>
                  <a:lnTo>
                    <a:pt x="934894" y="282014"/>
                  </a:lnTo>
                  <a:close/>
                </a:path>
              </a:pathLst>
            </a:custGeom>
            <a:solidFill>
              <a:srgbClr val="D1ECF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2772"/>
            <p:cNvSpPr/>
            <p:nvPr/>
          </p:nvSpPr>
          <p:spPr>
            <a:xfrm>
              <a:off x="8883142" y="4924151"/>
              <a:ext cx="641090" cy="743665"/>
            </a:xfrm>
            <a:custGeom>
              <a:avLst/>
              <a:gdLst>
                <a:gd name="connsiteX0" fmla="*/ 3847 w 641090"/>
                <a:gd name="connsiteY0" fmla="*/ 662687 h 743664"/>
                <a:gd name="connsiteX1" fmla="*/ 158734 w 641090"/>
                <a:gd name="connsiteY1" fmla="*/ 51343 h 743664"/>
                <a:gd name="connsiteX2" fmla="*/ 159760 w 641090"/>
                <a:gd name="connsiteY2" fmla="*/ 49804 h 743664"/>
                <a:gd name="connsiteX3" fmla="*/ 160785 w 641090"/>
                <a:gd name="connsiteY3" fmla="*/ 44676 h 743664"/>
                <a:gd name="connsiteX4" fmla="*/ 233100 w 641090"/>
                <a:gd name="connsiteY4" fmla="*/ 5697 h 743664"/>
                <a:gd name="connsiteX5" fmla="*/ 639295 w 641090"/>
                <a:gd name="connsiteY5" fmla="*/ 108785 h 743664"/>
                <a:gd name="connsiteX6" fmla="*/ 478253 w 641090"/>
                <a:gd name="connsiteY6" fmla="*/ 744746 h 743664"/>
                <a:gd name="connsiteX7" fmla="*/ 72059 w 641090"/>
                <a:gd name="connsiteY7" fmla="*/ 641659 h 743664"/>
                <a:gd name="connsiteX8" fmla="*/ 3847 w 641090"/>
                <a:gd name="connsiteY8" fmla="*/ 662687 h 74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1090" h="743664">
                  <a:moveTo>
                    <a:pt x="3847" y="662687"/>
                  </a:moveTo>
                  <a:lnTo>
                    <a:pt x="158734" y="51343"/>
                  </a:lnTo>
                  <a:cubicBezTo>
                    <a:pt x="159247" y="50830"/>
                    <a:pt x="159760" y="50317"/>
                    <a:pt x="159760" y="49804"/>
                  </a:cubicBezTo>
                  <a:cubicBezTo>
                    <a:pt x="160273" y="48266"/>
                    <a:pt x="160273" y="46214"/>
                    <a:pt x="160785" y="44676"/>
                  </a:cubicBezTo>
                  <a:cubicBezTo>
                    <a:pt x="171043" y="14929"/>
                    <a:pt x="202328" y="-1996"/>
                    <a:pt x="233100" y="5697"/>
                  </a:cubicBezTo>
                  <a:lnTo>
                    <a:pt x="639295" y="108785"/>
                  </a:lnTo>
                  <a:lnTo>
                    <a:pt x="478253" y="744746"/>
                  </a:lnTo>
                  <a:lnTo>
                    <a:pt x="72059" y="641659"/>
                  </a:lnTo>
                  <a:cubicBezTo>
                    <a:pt x="46415" y="635504"/>
                    <a:pt x="20258" y="644223"/>
                    <a:pt x="3847" y="6626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2773"/>
            <p:cNvSpPr/>
            <p:nvPr/>
          </p:nvSpPr>
          <p:spPr>
            <a:xfrm>
              <a:off x="8427712" y="4792655"/>
              <a:ext cx="620575" cy="794952"/>
            </a:xfrm>
            <a:custGeom>
              <a:avLst/>
              <a:gdLst>
                <a:gd name="connsiteX0" fmla="*/ 459790 w 620575"/>
                <a:gd name="connsiteY0" fmla="*/ 794183 h 794951"/>
                <a:gd name="connsiteX1" fmla="*/ 614677 w 620575"/>
                <a:gd name="connsiteY1" fmla="*/ 182839 h 794951"/>
                <a:gd name="connsiteX2" fmla="*/ 614677 w 620575"/>
                <a:gd name="connsiteY2" fmla="*/ 180787 h 794951"/>
                <a:gd name="connsiteX3" fmla="*/ 616216 w 620575"/>
                <a:gd name="connsiteY3" fmla="*/ 175659 h 794951"/>
                <a:gd name="connsiteX4" fmla="*/ 571083 w 620575"/>
                <a:gd name="connsiteY4" fmla="*/ 106934 h 794951"/>
                <a:gd name="connsiteX5" fmla="*/ 164888 w 620575"/>
                <a:gd name="connsiteY5" fmla="*/ 3847 h 794951"/>
                <a:gd name="connsiteX6" fmla="*/ 3847 w 620575"/>
                <a:gd name="connsiteY6" fmla="*/ 640321 h 794951"/>
                <a:gd name="connsiteX7" fmla="*/ 410041 w 620575"/>
                <a:gd name="connsiteY7" fmla="*/ 743408 h 794951"/>
                <a:gd name="connsiteX8" fmla="*/ 459790 w 620575"/>
                <a:gd name="connsiteY8" fmla="*/ 794183 h 79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0575" h="794951">
                  <a:moveTo>
                    <a:pt x="459790" y="794183"/>
                  </a:moveTo>
                  <a:lnTo>
                    <a:pt x="614677" y="182839"/>
                  </a:lnTo>
                  <a:cubicBezTo>
                    <a:pt x="614677" y="182326"/>
                    <a:pt x="614677" y="181813"/>
                    <a:pt x="614677" y="180787"/>
                  </a:cubicBezTo>
                  <a:cubicBezTo>
                    <a:pt x="615190" y="179249"/>
                    <a:pt x="615703" y="177710"/>
                    <a:pt x="616216" y="175659"/>
                  </a:cubicBezTo>
                  <a:cubicBezTo>
                    <a:pt x="621344" y="144886"/>
                    <a:pt x="601856" y="114627"/>
                    <a:pt x="571083" y="106934"/>
                  </a:cubicBezTo>
                  <a:lnTo>
                    <a:pt x="164888" y="3847"/>
                  </a:lnTo>
                  <a:lnTo>
                    <a:pt x="3847" y="640321"/>
                  </a:lnTo>
                  <a:lnTo>
                    <a:pt x="410041" y="743408"/>
                  </a:lnTo>
                  <a:cubicBezTo>
                    <a:pt x="435172" y="750076"/>
                    <a:pt x="453635" y="770590"/>
                    <a:pt x="459790" y="79418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2774"/>
            <p:cNvSpPr/>
            <p:nvPr/>
          </p:nvSpPr>
          <p:spPr>
            <a:xfrm>
              <a:off x="8858524" y="4908564"/>
              <a:ext cx="189763" cy="682120"/>
            </a:xfrm>
            <a:custGeom>
              <a:avLst/>
              <a:gdLst>
                <a:gd name="connsiteX0" fmla="*/ 185403 w 189762"/>
                <a:gd name="connsiteY0" fmla="*/ 60262 h 682119"/>
                <a:gd name="connsiteX1" fmla="*/ 164888 w 189762"/>
                <a:gd name="connsiteY1" fmla="*/ 3847 h 682119"/>
                <a:gd name="connsiteX2" fmla="*/ 3847 w 189762"/>
                <a:gd name="connsiteY2" fmla="*/ 639808 h 682119"/>
                <a:gd name="connsiteX3" fmla="*/ 29490 w 189762"/>
                <a:gd name="connsiteY3" fmla="*/ 678786 h 682119"/>
                <a:gd name="connsiteX4" fmla="*/ 184378 w 189762"/>
                <a:gd name="connsiteY4" fmla="*/ 67443 h 682119"/>
                <a:gd name="connsiteX5" fmla="*/ 184378 w 189762"/>
                <a:gd name="connsiteY5" fmla="*/ 65391 h 682119"/>
                <a:gd name="connsiteX6" fmla="*/ 185403 w 189762"/>
                <a:gd name="connsiteY6" fmla="*/ 60262 h 68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762" h="682119">
                  <a:moveTo>
                    <a:pt x="185403" y="60262"/>
                  </a:moveTo>
                  <a:cubicBezTo>
                    <a:pt x="188994" y="38722"/>
                    <a:pt x="180787" y="17694"/>
                    <a:pt x="164888" y="3847"/>
                  </a:cubicBezTo>
                  <a:lnTo>
                    <a:pt x="3847" y="639808"/>
                  </a:lnTo>
                  <a:cubicBezTo>
                    <a:pt x="16668" y="649553"/>
                    <a:pt x="25388" y="663400"/>
                    <a:pt x="29490" y="678786"/>
                  </a:cubicBezTo>
                  <a:lnTo>
                    <a:pt x="184378" y="67443"/>
                  </a:lnTo>
                  <a:cubicBezTo>
                    <a:pt x="184378" y="66930"/>
                    <a:pt x="184378" y="66417"/>
                    <a:pt x="184378" y="65391"/>
                  </a:cubicBezTo>
                  <a:cubicBezTo>
                    <a:pt x="183865" y="63340"/>
                    <a:pt x="184378" y="61801"/>
                    <a:pt x="185403" y="60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2775"/>
            <p:cNvSpPr/>
            <p:nvPr/>
          </p:nvSpPr>
          <p:spPr>
            <a:xfrm>
              <a:off x="9078034" y="503729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2776"/>
            <p:cNvSpPr/>
            <p:nvPr/>
          </p:nvSpPr>
          <p:spPr>
            <a:xfrm>
              <a:off x="9058032" y="5116790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2777"/>
            <p:cNvSpPr/>
            <p:nvPr/>
          </p:nvSpPr>
          <p:spPr>
            <a:xfrm>
              <a:off x="9037217" y="5196403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2778"/>
            <p:cNvSpPr/>
            <p:nvPr/>
          </p:nvSpPr>
          <p:spPr>
            <a:xfrm>
              <a:off x="9017515" y="5276806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2779"/>
            <p:cNvSpPr/>
            <p:nvPr/>
          </p:nvSpPr>
          <p:spPr>
            <a:xfrm>
              <a:off x="8996309" y="5356077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2780"/>
            <p:cNvSpPr/>
            <p:nvPr/>
          </p:nvSpPr>
          <p:spPr>
            <a:xfrm>
              <a:off x="8976192" y="5435780"/>
              <a:ext cx="353882" cy="117961"/>
            </a:xfrm>
            <a:custGeom>
              <a:avLst/>
              <a:gdLst>
                <a:gd name="connsiteX0" fmla="*/ 4673 w 353881"/>
                <a:gd name="connsiteY0" fmla="*/ 26549 h 117960"/>
                <a:gd name="connsiteX1" fmla="*/ 10213 w 353881"/>
                <a:gd name="connsiteY1" fmla="*/ 4673 h 117960"/>
                <a:gd name="connsiteX2" fmla="*/ 354261 w 353881"/>
                <a:gd name="connsiteY2" fmla="*/ 91803 h 117960"/>
                <a:gd name="connsiteX3" fmla="*/ 348720 w 353881"/>
                <a:gd name="connsiteY3" fmla="*/ 113679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7960">
                  <a:moveTo>
                    <a:pt x="4673" y="26549"/>
                  </a:moveTo>
                  <a:lnTo>
                    <a:pt x="10213" y="4673"/>
                  </a:lnTo>
                  <a:lnTo>
                    <a:pt x="354261" y="91803"/>
                  </a:lnTo>
                  <a:lnTo>
                    <a:pt x="348720" y="113679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2781"/>
            <p:cNvSpPr/>
            <p:nvPr/>
          </p:nvSpPr>
          <p:spPr>
            <a:xfrm>
              <a:off x="8613372" y="4919335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2782"/>
            <p:cNvSpPr/>
            <p:nvPr/>
          </p:nvSpPr>
          <p:spPr>
            <a:xfrm>
              <a:off x="8593370" y="4999343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5900 h 112831"/>
                <a:gd name="connsiteX2" fmla="*/ 8975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5900"/>
                  </a:lnTo>
                  <a:lnTo>
                    <a:pt x="8975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2783"/>
            <p:cNvSpPr/>
            <p:nvPr/>
          </p:nvSpPr>
          <p:spPr>
            <a:xfrm>
              <a:off x="8572855" y="5079351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5 w 353881"/>
                <a:gd name="connsiteY3" fmla="*/ 90522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5" y="90522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2784"/>
            <p:cNvSpPr/>
            <p:nvPr/>
          </p:nvSpPr>
          <p:spPr>
            <a:xfrm>
              <a:off x="8552853" y="5158846"/>
              <a:ext cx="353882" cy="112832"/>
            </a:xfrm>
            <a:custGeom>
              <a:avLst/>
              <a:gdLst>
                <a:gd name="connsiteX0" fmla="*/ 347471 w 353881"/>
                <a:gd name="connsiteY0" fmla="*/ 113088 h 112831"/>
                <a:gd name="connsiteX1" fmla="*/ 3847 w 353881"/>
                <a:gd name="connsiteY1" fmla="*/ 26413 h 112831"/>
                <a:gd name="connsiteX2" fmla="*/ 9488 w 353881"/>
                <a:gd name="connsiteY2" fmla="*/ 3847 h 112831"/>
                <a:gd name="connsiteX3" fmla="*/ 353112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471" y="113088"/>
                  </a:moveTo>
                  <a:lnTo>
                    <a:pt x="3847" y="26413"/>
                  </a:lnTo>
                  <a:lnTo>
                    <a:pt x="9488" y="3847"/>
                  </a:lnTo>
                  <a:lnTo>
                    <a:pt x="353112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2785"/>
            <p:cNvSpPr/>
            <p:nvPr/>
          </p:nvSpPr>
          <p:spPr>
            <a:xfrm>
              <a:off x="8532338" y="5238854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8 w 353881"/>
                <a:gd name="connsiteY2" fmla="*/ 3847 h 112831"/>
                <a:gd name="connsiteX3" fmla="*/ 353626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8" y="3847"/>
                  </a:lnTo>
                  <a:lnTo>
                    <a:pt x="353626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2786"/>
            <p:cNvSpPr/>
            <p:nvPr/>
          </p:nvSpPr>
          <p:spPr>
            <a:xfrm>
              <a:off x="8512336" y="5318862"/>
              <a:ext cx="353882" cy="112832"/>
            </a:xfrm>
            <a:custGeom>
              <a:avLst/>
              <a:gdLst>
                <a:gd name="connsiteX0" fmla="*/ 347984 w 353881"/>
                <a:gd name="connsiteY0" fmla="*/ 113088 h 112831"/>
                <a:gd name="connsiteX1" fmla="*/ 3847 w 353881"/>
                <a:gd name="connsiteY1" fmla="*/ 25900 h 112831"/>
                <a:gd name="connsiteX2" fmla="*/ 9489 w 353881"/>
                <a:gd name="connsiteY2" fmla="*/ 3847 h 112831"/>
                <a:gd name="connsiteX3" fmla="*/ 353113 w 353881"/>
                <a:gd name="connsiteY3" fmla="*/ 91035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881" h="112831">
                  <a:moveTo>
                    <a:pt x="347984" y="113088"/>
                  </a:moveTo>
                  <a:lnTo>
                    <a:pt x="3847" y="25900"/>
                  </a:lnTo>
                  <a:lnTo>
                    <a:pt x="9489" y="3847"/>
                  </a:lnTo>
                  <a:lnTo>
                    <a:pt x="353113" y="91035"/>
                  </a:lnTo>
                  <a:close/>
                </a:path>
              </a:pathLst>
            </a:custGeom>
            <a:solidFill>
              <a:srgbClr val="A7A9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2787"/>
            <p:cNvSpPr/>
            <p:nvPr/>
          </p:nvSpPr>
          <p:spPr>
            <a:xfrm>
              <a:off x="9677581" y="5199876"/>
              <a:ext cx="230792" cy="302595"/>
            </a:xfrm>
            <a:custGeom>
              <a:avLst/>
              <a:gdLst>
                <a:gd name="connsiteX0" fmla="*/ 222843 w 230792"/>
                <a:gd name="connsiteY0" fmla="*/ 298748 h 302594"/>
                <a:gd name="connsiteX1" fmla="*/ 215662 w 230792"/>
                <a:gd name="connsiteY1" fmla="*/ 291568 h 302594"/>
                <a:gd name="connsiteX2" fmla="*/ 215662 w 230792"/>
                <a:gd name="connsiteY2" fmla="*/ 63853 h 302594"/>
                <a:gd name="connsiteX3" fmla="*/ 214637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843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843" y="298748"/>
                  </a:moveTo>
                  <a:cubicBezTo>
                    <a:pt x="218740" y="298748"/>
                    <a:pt x="215662" y="295671"/>
                    <a:pt x="215662" y="291568"/>
                  </a:cubicBezTo>
                  <a:lnTo>
                    <a:pt x="215662" y="63853"/>
                  </a:lnTo>
                  <a:cubicBezTo>
                    <a:pt x="215662" y="62827"/>
                    <a:pt x="215150" y="62314"/>
                    <a:pt x="214637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30023" y="295158"/>
                    <a:pt x="226946" y="298748"/>
                    <a:pt x="222843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2788"/>
            <p:cNvSpPr/>
            <p:nvPr/>
          </p:nvSpPr>
          <p:spPr>
            <a:xfrm>
              <a:off x="9702712" y="5175258"/>
              <a:ext cx="230792" cy="302595"/>
            </a:xfrm>
            <a:custGeom>
              <a:avLst/>
              <a:gdLst>
                <a:gd name="connsiteX0" fmla="*/ 222330 w 230792"/>
                <a:gd name="connsiteY0" fmla="*/ 298748 h 302594"/>
                <a:gd name="connsiteX1" fmla="*/ 215150 w 230792"/>
                <a:gd name="connsiteY1" fmla="*/ 291568 h 302594"/>
                <a:gd name="connsiteX2" fmla="*/ 215150 w 230792"/>
                <a:gd name="connsiteY2" fmla="*/ 63853 h 302594"/>
                <a:gd name="connsiteX3" fmla="*/ 214124 w 230792"/>
                <a:gd name="connsiteY3" fmla="*/ 61801 h 302594"/>
                <a:gd name="connsiteX4" fmla="*/ 171555 w 230792"/>
                <a:gd name="connsiteY4" fmla="*/ 19233 h 302594"/>
                <a:gd name="connsiteX5" fmla="*/ 169504 w 230792"/>
                <a:gd name="connsiteY5" fmla="*/ 18207 h 302594"/>
                <a:gd name="connsiteX6" fmla="*/ 11026 w 230792"/>
                <a:gd name="connsiteY6" fmla="*/ 18207 h 302594"/>
                <a:gd name="connsiteX7" fmla="*/ 3847 w 230792"/>
                <a:gd name="connsiteY7" fmla="*/ 11027 h 302594"/>
                <a:gd name="connsiteX8" fmla="*/ 11026 w 230792"/>
                <a:gd name="connsiteY8" fmla="*/ 3847 h 302594"/>
                <a:gd name="connsiteX9" fmla="*/ 169504 w 230792"/>
                <a:gd name="connsiteY9" fmla="*/ 3847 h 302594"/>
                <a:gd name="connsiteX10" fmla="*/ 181813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3 h 302594"/>
                <a:gd name="connsiteX13" fmla="*/ 229510 w 230792"/>
                <a:gd name="connsiteY13" fmla="*/ 291568 h 302594"/>
                <a:gd name="connsiteX14" fmla="*/ 222330 w 230792"/>
                <a:gd name="connsiteY14" fmla="*/ 298748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8748"/>
                  </a:moveTo>
                  <a:cubicBezTo>
                    <a:pt x="218227" y="298748"/>
                    <a:pt x="215150" y="295671"/>
                    <a:pt x="215150" y="291568"/>
                  </a:cubicBezTo>
                  <a:lnTo>
                    <a:pt x="215150" y="63853"/>
                  </a:lnTo>
                  <a:cubicBezTo>
                    <a:pt x="215150" y="62827"/>
                    <a:pt x="214637" y="62314"/>
                    <a:pt x="214124" y="61801"/>
                  </a:cubicBezTo>
                  <a:lnTo>
                    <a:pt x="171555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6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6" y="3847"/>
                  </a:cubicBezTo>
                  <a:lnTo>
                    <a:pt x="169504" y="3847"/>
                  </a:lnTo>
                  <a:cubicBezTo>
                    <a:pt x="174120" y="3847"/>
                    <a:pt x="178223" y="5898"/>
                    <a:pt x="181813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3"/>
                  </a:cubicBezTo>
                  <a:lnTo>
                    <a:pt x="229510" y="291568"/>
                  </a:lnTo>
                  <a:cubicBezTo>
                    <a:pt x="229510" y="295671"/>
                    <a:pt x="226433" y="298748"/>
                    <a:pt x="222330" y="29874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2789"/>
            <p:cNvSpPr/>
            <p:nvPr/>
          </p:nvSpPr>
          <p:spPr>
            <a:xfrm>
              <a:off x="9727330" y="5150127"/>
              <a:ext cx="230792" cy="302595"/>
            </a:xfrm>
            <a:custGeom>
              <a:avLst/>
              <a:gdLst>
                <a:gd name="connsiteX0" fmla="*/ 222330 w 230792"/>
                <a:gd name="connsiteY0" fmla="*/ 299261 h 302594"/>
                <a:gd name="connsiteX1" fmla="*/ 215150 w 230792"/>
                <a:gd name="connsiteY1" fmla="*/ 292081 h 302594"/>
                <a:gd name="connsiteX2" fmla="*/ 215150 w 230792"/>
                <a:gd name="connsiteY2" fmla="*/ 64365 h 302594"/>
                <a:gd name="connsiteX3" fmla="*/ 214124 w 230792"/>
                <a:gd name="connsiteY3" fmla="*/ 62314 h 302594"/>
                <a:gd name="connsiteX4" fmla="*/ 171556 w 230792"/>
                <a:gd name="connsiteY4" fmla="*/ 19233 h 302594"/>
                <a:gd name="connsiteX5" fmla="*/ 169504 w 230792"/>
                <a:gd name="connsiteY5" fmla="*/ 18207 h 302594"/>
                <a:gd name="connsiteX6" fmla="*/ 11027 w 230792"/>
                <a:gd name="connsiteY6" fmla="*/ 18207 h 302594"/>
                <a:gd name="connsiteX7" fmla="*/ 3847 w 230792"/>
                <a:gd name="connsiteY7" fmla="*/ 11027 h 302594"/>
                <a:gd name="connsiteX8" fmla="*/ 11027 w 230792"/>
                <a:gd name="connsiteY8" fmla="*/ 3847 h 302594"/>
                <a:gd name="connsiteX9" fmla="*/ 169504 w 230792"/>
                <a:gd name="connsiteY9" fmla="*/ 3847 h 302594"/>
                <a:gd name="connsiteX10" fmla="*/ 181814 w 230792"/>
                <a:gd name="connsiteY10" fmla="*/ 8975 h 302594"/>
                <a:gd name="connsiteX11" fmla="*/ 224382 w 230792"/>
                <a:gd name="connsiteY11" fmla="*/ 51544 h 302594"/>
                <a:gd name="connsiteX12" fmla="*/ 229510 w 230792"/>
                <a:gd name="connsiteY12" fmla="*/ 63852 h 302594"/>
                <a:gd name="connsiteX13" fmla="*/ 229510 w 230792"/>
                <a:gd name="connsiteY13" fmla="*/ 291568 h 302594"/>
                <a:gd name="connsiteX14" fmla="*/ 222330 w 230792"/>
                <a:gd name="connsiteY14" fmla="*/ 299261 h 30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0792" h="302594">
                  <a:moveTo>
                    <a:pt x="222330" y="299261"/>
                  </a:moveTo>
                  <a:cubicBezTo>
                    <a:pt x="218227" y="299261"/>
                    <a:pt x="215150" y="296184"/>
                    <a:pt x="215150" y="292081"/>
                  </a:cubicBezTo>
                  <a:lnTo>
                    <a:pt x="215150" y="64365"/>
                  </a:lnTo>
                  <a:cubicBezTo>
                    <a:pt x="215150" y="63340"/>
                    <a:pt x="214637" y="62827"/>
                    <a:pt x="214124" y="62314"/>
                  </a:cubicBezTo>
                  <a:lnTo>
                    <a:pt x="171556" y="19233"/>
                  </a:lnTo>
                  <a:cubicBezTo>
                    <a:pt x="171043" y="18720"/>
                    <a:pt x="170017" y="18207"/>
                    <a:pt x="169504" y="18207"/>
                  </a:cubicBezTo>
                  <a:lnTo>
                    <a:pt x="11027" y="18207"/>
                  </a:lnTo>
                  <a:cubicBezTo>
                    <a:pt x="6924" y="18207"/>
                    <a:pt x="3847" y="15130"/>
                    <a:pt x="3847" y="11027"/>
                  </a:cubicBezTo>
                  <a:cubicBezTo>
                    <a:pt x="3847" y="6924"/>
                    <a:pt x="6924" y="3847"/>
                    <a:pt x="11027" y="3847"/>
                  </a:cubicBezTo>
                  <a:lnTo>
                    <a:pt x="169504" y="3847"/>
                  </a:lnTo>
                  <a:cubicBezTo>
                    <a:pt x="174120" y="3847"/>
                    <a:pt x="178736" y="5898"/>
                    <a:pt x="181814" y="8975"/>
                  </a:cubicBezTo>
                  <a:lnTo>
                    <a:pt x="224382" y="51544"/>
                  </a:lnTo>
                  <a:cubicBezTo>
                    <a:pt x="227459" y="54621"/>
                    <a:pt x="229510" y="59237"/>
                    <a:pt x="229510" y="63852"/>
                  </a:cubicBezTo>
                  <a:lnTo>
                    <a:pt x="229510" y="291568"/>
                  </a:lnTo>
                  <a:cubicBezTo>
                    <a:pt x="229510" y="296184"/>
                    <a:pt x="226433" y="299261"/>
                    <a:pt x="222330" y="299261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2794"/>
            <p:cNvSpPr/>
            <p:nvPr/>
          </p:nvSpPr>
          <p:spPr>
            <a:xfrm>
              <a:off x="9819134" y="5223981"/>
              <a:ext cx="66673" cy="66673"/>
            </a:xfrm>
            <a:custGeom>
              <a:avLst/>
              <a:gdLst>
                <a:gd name="connsiteX0" fmla="*/ 59750 w 66673"/>
                <a:gd name="connsiteY0" fmla="*/ 63853 h 66673"/>
                <a:gd name="connsiteX1" fmla="*/ 18207 w 66673"/>
                <a:gd name="connsiteY1" fmla="*/ 63853 h 66673"/>
                <a:gd name="connsiteX2" fmla="*/ 3847 w 66673"/>
                <a:gd name="connsiteY2" fmla="*/ 49492 h 66673"/>
                <a:gd name="connsiteX3" fmla="*/ 3847 w 66673"/>
                <a:gd name="connsiteY3" fmla="*/ 7949 h 66673"/>
                <a:gd name="connsiteX4" fmla="*/ 7950 w 66673"/>
                <a:gd name="connsiteY4" fmla="*/ 3847 h 66673"/>
                <a:gd name="connsiteX5" fmla="*/ 12052 w 66673"/>
                <a:gd name="connsiteY5" fmla="*/ 7949 h 66673"/>
                <a:gd name="connsiteX6" fmla="*/ 12052 w 66673"/>
                <a:gd name="connsiteY6" fmla="*/ 49492 h 66673"/>
                <a:gd name="connsiteX7" fmla="*/ 18207 w 66673"/>
                <a:gd name="connsiteY7" fmla="*/ 55647 h 66673"/>
                <a:gd name="connsiteX8" fmla="*/ 59750 w 66673"/>
                <a:gd name="connsiteY8" fmla="*/ 55647 h 66673"/>
                <a:gd name="connsiteX9" fmla="*/ 63852 w 66673"/>
                <a:gd name="connsiteY9" fmla="*/ 59750 h 66673"/>
                <a:gd name="connsiteX10" fmla="*/ 59750 w 66673"/>
                <a:gd name="connsiteY10" fmla="*/ 63853 h 6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73" h="66673">
                  <a:moveTo>
                    <a:pt x="59750" y="63853"/>
                  </a:moveTo>
                  <a:lnTo>
                    <a:pt x="18207" y="63853"/>
                  </a:lnTo>
                  <a:cubicBezTo>
                    <a:pt x="10514" y="63853"/>
                    <a:pt x="3847" y="57698"/>
                    <a:pt x="3847" y="49492"/>
                  </a:cubicBezTo>
                  <a:lnTo>
                    <a:pt x="3847" y="7949"/>
                  </a:lnTo>
                  <a:cubicBezTo>
                    <a:pt x="3847" y="5898"/>
                    <a:pt x="5898" y="3847"/>
                    <a:pt x="7950" y="3847"/>
                  </a:cubicBezTo>
                  <a:cubicBezTo>
                    <a:pt x="10001" y="3847"/>
                    <a:pt x="12052" y="5898"/>
                    <a:pt x="12052" y="7949"/>
                  </a:cubicBezTo>
                  <a:lnTo>
                    <a:pt x="12052" y="49492"/>
                  </a:lnTo>
                  <a:cubicBezTo>
                    <a:pt x="12052" y="53082"/>
                    <a:pt x="14617" y="55647"/>
                    <a:pt x="18207" y="55647"/>
                  </a:cubicBezTo>
                  <a:lnTo>
                    <a:pt x="59750" y="55647"/>
                  </a:lnTo>
                  <a:cubicBezTo>
                    <a:pt x="61801" y="55647"/>
                    <a:pt x="63852" y="57698"/>
                    <a:pt x="63852" y="59750"/>
                  </a:cubicBezTo>
                  <a:cubicBezTo>
                    <a:pt x="63852" y="61801"/>
                    <a:pt x="62314" y="63853"/>
                    <a:pt x="59750" y="6385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2795"/>
            <p:cNvSpPr/>
            <p:nvPr/>
          </p:nvSpPr>
          <p:spPr>
            <a:xfrm>
              <a:off x="9833416" y="5229622"/>
              <a:ext cx="46158" cy="46158"/>
            </a:xfrm>
            <a:custGeom>
              <a:avLst/>
              <a:gdLst>
                <a:gd name="connsiteX0" fmla="*/ 8541 w 46158"/>
                <a:gd name="connsiteY0" fmla="*/ 44363 h 46158"/>
                <a:gd name="connsiteX1" fmla="*/ 44442 w 46158"/>
                <a:gd name="connsiteY1" fmla="*/ 44363 h 46158"/>
                <a:gd name="connsiteX2" fmla="*/ 3925 w 46158"/>
                <a:gd name="connsiteY2" fmla="*/ 3847 h 46158"/>
                <a:gd name="connsiteX3" fmla="*/ 3925 w 46158"/>
                <a:gd name="connsiteY3" fmla="*/ 39748 h 46158"/>
                <a:gd name="connsiteX4" fmla="*/ 8541 w 46158"/>
                <a:gd name="connsiteY4" fmla="*/ 44363 h 46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58" h="46158">
                  <a:moveTo>
                    <a:pt x="8541" y="44363"/>
                  </a:moveTo>
                  <a:lnTo>
                    <a:pt x="44442" y="44363"/>
                  </a:lnTo>
                  <a:lnTo>
                    <a:pt x="3925" y="3847"/>
                  </a:lnTo>
                  <a:lnTo>
                    <a:pt x="3925" y="39748"/>
                  </a:lnTo>
                  <a:cubicBezTo>
                    <a:pt x="3412" y="42312"/>
                    <a:pt x="5463" y="44363"/>
                    <a:pt x="8541" y="44363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2796"/>
            <p:cNvSpPr/>
            <p:nvPr/>
          </p:nvSpPr>
          <p:spPr>
            <a:xfrm>
              <a:off x="9656554" y="5225519"/>
              <a:ext cx="225664" cy="297466"/>
            </a:xfrm>
            <a:custGeom>
              <a:avLst/>
              <a:gdLst>
                <a:gd name="connsiteX0" fmla="*/ 185403 w 225663"/>
                <a:gd name="connsiteY0" fmla="*/ 59750 h 297465"/>
                <a:gd name="connsiteX1" fmla="*/ 168991 w 225663"/>
                <a:gd name="connsiteY1" fmla="*/ 43338 h 297465"/>
                <a:gd name="connsiteX2" fmla="*/ 168991 w 225663"/>
                <a:gd name="connsiteY2" fmla="*/ 3847 h 297465"/>
                <a:gd name="connsiteX3" fmla="*/ 14104 w 225663"/>
                <a:gd name="connsiteY3" fmla="*/ 3847 h 297465"/>
                <a:gd name="connsiteX4" fmla="*/ 3847 w 225663"/>
                <a:gd name="connsiteY4" fmla="*/ 14104 h 297465"/>
                <a:gd name="connsiteX5" fmla="*/ 3847 w 225663"/>
                <a:gd name="connsiteY5" fmla="*/ 284388 h 297465"/>
                <a:gd name="connsiteX6" fmla="*/ 14104 w 225663"/>
                <a:gd name="connsiteY6" fmla="*/ 294645 h 297465"/>
                <a:gd name="connsiteX7" fmla="*/ 215150 w 225663"/>
                <a:gd name="connsiteY7" fmla="*/ 294645 h 297465"/>
                <a:gd name="connsiteX8" fmla="*/ 225407 w 225663"/>
                <a:gd name="connsiteY8" fmla="*/ 284388 h 297465"/>
                <a:gd name="connsiteX9" fmla="*/ 225407 w 225663"/>
                <a:gd name="connsiteY9" fmla="*/ 59750 h 297465"/>
                <a:gd name="connsiteX10" fmla="*/ 185403 w 225663"/>
                <a:gd name="connsiteY10" fmla="*/ 59750 h 297465"/>
                <a:gd name="connsiteX11" fmla="*/ 30003 w 225663"/>
                <a:gd name="connsiteY11" fmla="*/ 41286 h 297465"/>
                <a:gd name="connsiteX12" fmla="*/ 150015 w 225663"/>
                <a:gd name="connsiteY12" fmla="*/ 41286 h 297465"/>
                <a:gd name="connsiteX13" fmla="*/ 154118 w 225663"/>
                <a:gd name="connsiteY13" fmla="*/ 45389 h 297465"/>
                <a:gd name="connsiteX14" fmla="*/ 150015 w 225663"/>
                <a:gd name="connsiteY14" fmla="*/ 49492 h 297465"/>
                <a:gd name="connsiteX15" fmla="*/ 30003 w 225663"/>
                <a:gd name="connsiteY15" fmla="*/ 49492 h 297465"/>
                <a:gd name="connsiteX16" fmla="*/ 25900 w 225663"/>
                <a:gd name="connsiteY16" fmla="*/ 45389 h 297465"/>
                <a:gd name="connsiteX17" fmla="*/ 30003 w 225663"/>
                <a:gd name="connsiteY17" fmla="*/ 41286 h 297465"/>
                <a:gd name="connsiteX18" fmla="*/ 198738 w 225663"/>
                <a:gd name="connsiteY18" fmla="*/ 243871 h 297465"/>
                <a:gd name="connsiteX19" fmla="*/ 30003 w 225663"/>
                <a:gd name="connsiteY19" fmla="*/ 243871 h 297465"/>
                <a:gd name="connsiteX20" fmla="*/ 25900 w 225663"/>
                <a:gd name="connsiteY20" fmla="*/ 239768 h 297465"/>
                <a:gd name="connsiteX21" fmla="*/ 30003 w 225663"/>
                <a:gd name="connsiteY21" fmla="*/ 235665 h 297465"/>
                <a:gd name="connsiteX22" fmla="*/ 198738 w 225663"/>
                <a:gd name="connsiteY22" fmla="*/ 235665 h 297465"/>
                <a:gd name="connsiteX23" fmla="*/ 202841 w 225663"/>
                <a:gd name="connsiteY23" fmla="*/ 239768 h 297465"/>
                <a:gd name="connsiteX24" fmla="*/ 198738 w 225663"/>
                <a:gd name="connsiteY24" fmla="*/ 243871 h 297465"/>
                <a:gd name="connsiteX25" fmla="*/ 198738 w 225663"/>
                <a:gd name="connsiteY25" fmla="*/ 211560 h 297465"/>
                <a:gd name="connsiteX26" fmla="*/ 30003 w 225663"/>
                <a:gd name="connsiteY26" fmla="*/ 211560 h 297465"/>
                <a:gd name="connsiteX27" fmla="*/ 25900 w 225663"/>
                <a:gd name="connsiteY27" fmla="*/ 207457 h 297465"/>
                <a:gd name="connsiteX28" fmla="*/ 30003 w 225663"/>
                <a:gd name="connsiteY28" fmla="*/ 203354 h 297465"/>
                <a:gd name="connsiteX29" fmla="*/ 198738 w 225663"/>
                <a:gd name="connsiteY29" fmla="*/ 203354 h 297465"/>
                <a:gd name="connsiteX30" fmla="*/ 202841 w 225663"/>
                <a:gd name="connsiteY30" fmla="*/ 207457 h 297465"/>
                <a:gd name="connsiteX31" fmla="*/ 198738 w 225663"/>
                <a:gd name="connsiteY31" fmla="*/ 211560 h 297465"/>
                <a:gd name="connsiteX32" fmla="*/ 198738 w 225663"/>
                <a:gd name="connsiteY32" fmla="*/ 179249 h 297465"/>
                <a:gd name="connsiteX33" fmla="*/ 30003 w 225663"/>
                <a:gd name="connsiteY33" fmla="*/ 179249 h 297465"/>
                <a:gd name="connsiteX34" fmla="*/ 25900 w 225663"/>
                <a:gd name="connsiteY34" fmla="*/ 175146 h 297465"/>
                <a:gd name="connsiteX35" fmla="*/ 30003 w 225663"/>
                <a:gd name="connsiteY35" fmla="*/ 171043 h 297465"/>
                <a:gd name="connsiteX36" fmla="*/ 198738 w 225663"/>
                <a:gd name="connsiteY36" fmla="*/ 171043 h 297465"/>
                <a:gd name="connsiteX37" fmla="*/ 202841 w 225663"/>
                <a:gd name="connsiteY37" fmla="*/ 175146 h 297465"/>
                <a:gd name="connsiteX38" fmla="*/ 198738 w 225663"/>
                <a:gd name="connsiteY38" fmla="*/ 179249 h 297465"/>
                <a:gd name="connsiteX39" fmla="*/ 198738 w 225663"/>
                <a:gd name="connsiteY39" fmla="*/ 146938 h 297465"/>
                <a:gd name="connsiteX40" fmla="*/ 30003 w 225663"/>
                <a:gd name="connsiteY40" fmla="*/ 146938 h 297465"/>
                <a:gd name="connsiteX41" fmla="*/ 25900 w 225663"/>
                <a:gd name="connsiteY41" fmla="*/ 142835 h 297465"/>
                <a:gd name="connsiteX42" fmla="*/ 30003 w 225663"/>
                <a:gd name="connsiteY42" fmla="*/ 138732 h 297465"/>
                <a:gd name="connsiteX43" fmla="*/ 198738 w 225663"/>
                <a:gd name="connsiteY43" fmla="*/ 138732 h 297465"/>
                <a:gd name="connsiteX44" fmla="*/ 202841 w 225663"/>
                <a:gd name="connsiteY44" fmla="*/ 142835 h 297465"/>
                <a:gd name="connsiteX45" fmla="*/ 198738 w 225663"/>
                <a:gd name="connsiteY45" fmla="*/ 146938 h 297465"/>
                <a:gd name="connsiteX46" fmla="*/ 198738 w 225663"/>
                <a:gd name="connsiteY46" fmla="*/ 114627 h 297465"/>
                <a:gd name="connsiteX47" fmla="*/ 30003 w 225663"/>
                <a:gd name="connsiteY47" fmla="*/ 114627 h 297465"/>
                <a:gd name="connsiteX48" fmla="*/ 25900 w 225663"/>
                <a:gd name="connsiteY48" fmla="*/ 110524 h 297465"/>
                <a:gd name="connsiteX49" fmla="*/ 30003 w 225663"/>
                <a:gd name="connsiteY49" fmla="*/ 106421 h 297465"/>
                <a:gd name="connsiteX50" fmla="*/ 198738 w 225663"/>
                <a:gd name="connsiteY50" fmla="*/ 106421 h 297465"/>
                <a:gd name="connsiteX51" fmla="*/ 202841 w 225663"/>
                <a:gd name="connsiteY51" fmla="*/ 110524 h 297465"/>
                <a:gd name="connsiteX52" fmla="*/ 198738 w 225663"/>
                <a:gd name="connsiteY52" fmla="*/ 114627 h 297465"/>
                <a:gd name="connsiteX53" fmla="*/ 198738 w 225663"/>
                <a:gd name="connsiteY53" fmla="*/ 82316 h 297465"/>
                <a:gd name="connsiteX54" fmla="*/ 30003 w 225663"/>
                <a:gd name="connsiteY54" fmla="*/ 82316 h 297465"/>
                <a:gd name="connsiteX55" fmla="*/ 25900 w 225663"/>
                <a:gd name="connsiteY55" fmla="*/ 78213 h 297465"/>
                <a:gd name="connsiteX56" fmla="*/ 30003 w 225663"/>
                <a:gd name="connsiteY56" fmla="*/ 74110 h 297465"/>
                <a:gd name="connsiteX57" fmla="*/ 198738 w 225663"/>
                <a:gd name="connsiteY57" fmla="*/ 74110 h 297465"/>
                <a:gd name="connsiteX58" fmla="*/ 202841 w 225663"/>
                <a:gd name="connsiteY58" fmla="*/ 78213 h 297465"/>
                <a:gd name="connsiteX59" fmla="*/ 198738 w 225663"/>
                <a:gd name="connsiteY59" fmla="*/ 82316 h 29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25663" h="297465">
                  <a:moveTo>
                    <a:pt x="185403" y="59750"/>
                  </a:moveTo>
                  <a:cubicBezTo>
                    <a:pt x="176171" y="59750"/>
                    <a:pt x="168991" y="52569"/>
                    <a:pt x="168991" y="43338"/>
                  </a:cubicBezTo>
                  <a:lnTo>
                    <a:pt x="168991" y="3847"/>
                  </a:lnTo>
                  <a:lnTo>
                    <a:pt x="14104" y="3847"/>
                  </a:lnTo>
                  <a:cubicBezTo>
                    <a:pt x="8462" y="3847"/>
                    <a:pt x="3847" y="8463"/>
                    <a:pt x="3847" y="14104"/>
                  </a:cubicBezTo>
                  <a:lnTo>
                    <a:pt x="3847" y="284388"/>
                  </a:lnTo>
                  <a:cubicBezTo>
                    <a:pt x="3847" y="290029"/>
                    <a:pt x="8462" y="294645"/>
                    <a:pt x="14104" y="294645"/>
                  </a:cubicBezTo>
                  <a:lnTo>
                    <a:pt x="215150" y="294645"/>
                  </a:lnTo>
                  <a:cubicBezTo>
                    <a:pt x="220791" y="294645"/>
                    <a:pt x="225407" y="290029"/>
                    <a:pt x="225407" y="284388"/>
                  </a:cubicBezTo>
                  <a:lnTo>
                    <a:pt x="225407" y="59750"/>
                  </a:lnTo>
                  <a:lnTo>
                    <a:pt x="185403" y="59750"/>
                  </a:lnTo>
                  <a:close/>
                  <a:moveTo>
                    <a:pt x="30003" y="41286"/>
                  </a:moveTo>
                  <a:lnTo>
                    <a:pt x="150015" y="41286"/>
                  </a:lnTo>
                  <a:cubicBezTo>
                    <a:pt x="152579" y="41286"/>
                    <a:pt x="154118" y="43338"/>
                    <a:pt x="154118" y="45389"/>
                  </a:cubicBezTo>
                  <a:cubicBezTo>
                    <a:pt x="154118" y="47954"/>
                    <a:pt x="152066" y="49492"/>
                    <a:pt x="150015" y="49492"/>
                  </a:cubicBezTo>
                  <a:lnTo>
                    <a:pt x="30003" y="49492"/>
                  </a:lnTo>
                  <a:cubicBezTo>
                    <a:pt x="27439" y="49492"/>
                    <a:pt x="25900" y="47441"/>
                    <a:pt x="25900" y="45389"/>
                  </a:cubicBezTo>
                  <a:cubicBezTo>
                    <a:pt x="25900" y="43338"/>
                    <a:pt x="27951" y="41286"/>
                    <a:pt x="30003" y="41286"/>
                  </a:cubicBezTo>
                  <a:close/>
                  <a:moveTo>
                    <a:pt x="198738" y="243871"/>
                  </a:moveTo>
                  <a:lnTo>
                    <a:pt x="30003" y="243871"/>
                  </a:lnTo>
                  <a:cubicBezTo>
                    <a:pt x="27439" y="243871"/>
                    <a:pt x="25900" y="241819"/>
                    <a:pt x="25900" y="239768"/>
                  </a:cubicBezTo>
                  <a:cubicBezTo>
                    <a:pt x="25900" y="237716"/>
                    <a:pt x="27951" y="235665"/>
                    <a:pt x="30003" y="235665"/>
                  </a:cubicBezTo>
                  <a:lnTo>
                    <a:pt x="198738" y="235665"/>
                  </a:lnTo>
                  <a:cubicBezTo>
                    <a:pt x="201302" y="235665"/>
                    <a:pt x="202841" y="237716"/>
                    <a:pt x="202841" y="239768"/>
                  </a:cubicBezTo>
                  <a:cubicBezTo>
                    <a:pt x="202841" y="241819"/>
                    <a:pt x="201302" y="243871"/>
                    <a:pt x="198738" y="243871"/>
                  </a:cubicBezTo>
                  <a:close/>
                  <a:moveTo>
                    <a:pt x="198738" y="211560"/>
                  </a:moveTo>
                  <a:lnTo>
                    <a:pt x="30003" y="211560"/>
                  </a:lnTo>
                  <a:cubicBezTo>
                    <a:pt x="27439" y="211560"/>
                    <a:pt x="25900" y="209508"/>
                    <a:pt x="25900" y="207457"/>
                  </a:cubicBezTo>
                  <a:cubicBezTo>
                    <a:pt x="25900" y="204892"/>
                    <a:pt x="27951" y="203354"/>
                    <a:pt x="30003" y="203354"/>
                  </a:cubicBezTo>
                  <a:lnTo>
                    <a:pt x="198738" y="203354"/>
                  </a:lnTo>
                  <a:cubicBezTo>
                    <a:pt x="201302" y="203354"/>
                    <a:pt x="202841" y="205405"/>
                    <a:pt x="202841" y="207457"/>
                  </a:cubicBezTo>
                  <a:cubicBezTo>
                    <a:pt x="203353" y="209508"/>
                    <a:pt x="201302" y="211560"/>
                    <a:pt x="198738" y="211560"/>
                  </a:cubicBezTo>
                  <a:close/>
                  <a:moveTo>
                    <a:pt x="198738" y="179249"/>
                  </a:moveTo>
                  <a:lnTo>
                    <a:pt x="30003" y="179249"/>
                  </a:lnTo>
                  <a:cubicBezTo>
                    <a:pt x="27439" y="179249"/>
                    <a:pt x="25900" y="177197"/>
                    <a:pt x="25900" y="175146"/>
                  </a:cubicBezTo>
                  <a:cubicBezTo>
                    <a:pt x="25900" y="172582"/>
                    <a:pt x="27951" y="171043"/>
                    <a:pt x="30003" y="171043"/>
                  </a:cubicBezTo>
                  <a:lnTo>
                    <a:pt x="198738" y="171043"/>
                  </a:lnTo>
                  <a:cubicBezTo>
                    <a:pt x="201302" y="171043"/>
                    <a:pt x="202841" y="173094"/>
                    <a:pt x="202841" y="175146"/>
                  </a:cubicBezTo>
                  <a:cubicBezTo>
                    <a:pt x="203353" y="177197"/>
                    <a:pt x="201302" y="179249"/>
                    <a:pt x="198738" y="179249"/>
                  </a:cubicBezTo>
                  <a:close/>
                  <a:moveTo>
                    <a:pt x="198738" y="146938"/>
                  </a:moveTo>
                  <a:lnTo>
                    <a:pt x="30003" y="146938"/>
                  </a:lnTo>
                  <a:cubicBezTo>
                    <a:pt x="27439" y="146938"/>
                    <a:pt x="25900" y="144886"/>
                    <a:pt x="25900" y="142835"/>
                  </a:cubicBezTo>
                  <a:cubicBezTo>
                    <a:pt x="25900" y="140271"/>
                    <a:pt x="27951" y="138732"/>
                    <a:pt x="30003" y="138732"/>
                  </a:cubicBezTo>
                  <a:lnTo>
                    <a:pt x="198738" y="138732"/>
                  </a:lnTo>
                  <a:cubicBezTo>
                    <a:pt x="201302" y="138732"/>
                    <a:pt x="202841" y="140783"/>
                    <a:pt x="202841" y="142835"/>
                  </a:cubicBezTo>
                  <a:cubicBezTo>
                    <a:pt x="203353" y="144886"/>
                    <a:pt x="201302" y="146938"/>
                    <a:pt x="198738" y="146938"/>
                  </a:cubicBezTo>
                  <a:close/>
                  <a:moveTo>
                    <a:pt x="198738" y="114627"/>
                  </a:moveTo>
                  <a:lnTo>
                    <a:pt x="30003" y="114627"/>
                  </a:lnTo>
                  <a:cubicBezTo>
                    <a:pt x="27439" y="114627"/>
                    <a:pt x="25900" y="112576"/>
                    <a:pt x="25900" y="110524"/>
                  </a:cubicBezTo>
                  <a:cubicBezTo>
                    <a:pt x="25900" y="107960"/>
                    <a:pt x="27951" y="106421"/>
                    <a:pt x="30003" y="106421"/>
                  </a:cubicBezTo>
                  <a:lnTo>
                    <a:pt x="198738" y="106421"/>
                  </a:lnTo>
                  <a:cubicBezTo>
                    <a:pt x="201302" y="106421"/>
                    <a:pt x="202841" y="108473"/>
                    <a:pt x="202841" y="110524"/>
                  </a:cubicBezTo>
                  <a:cubicBezTo>
                    <a:pt x="203353" y="112576"/>
                    <a:pt x="201302" y="114627"/>
                    <a:pt x="198738" y="114627"/>
                  </a:cubicBezTo>
                  <a:close/>
                  <a:moveTo>
                    <a:pt x="198738" y="82316"/>
                  </a:moveTo>
                  <a:lnTo>
                    <a:pt x="30003" y="82316"/>
                  </a:lnTo>
                  <a:cubicBezTo>
                    <a:pt x="27439" y="82316"/>
                    <a:pt x="25900" y="80265"/>
                    <a:pt x="25900" y="78213"/>
                  </a:cubicBezTo>
                  <a:cubicBezTo>
                    <a:pt x="25900" y="75649"/>
                    <a:pt x="27951" y="74110"/>
                    <a:pt x="30003" y="74110"/>
                  </a:cubicBezTo>
                  <a:lnTo>
                    <a:pt x="198738" y="74110"/>
                  </a:lnTo>
                  <a:cubicBezTo>
                    <a:pt x="201302" y="74110"/>
                    <a:pt x="202841" y="76162"/>
                    <a:pt x="202841" y="78213"/>
                  </a:cubicBezTo>
                  <a:cubicBezTo>
                    <a:pt x="203353" y="80265"/>
                    <a:pt x="201302" y="82316"/>
                    <a:pt x="198738" y="82316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2797"/>
            <p:cNvSpPr/>
            <p:nvPr/>
          </p:nvSpPr>
          <p:spPr>
            <a:xfrm>
              <a:off x="10233021" y="4964980"/>
              <a:ext cx="143604" cy="241050"/>
            </a:xfrm>
            <a:custGeom>
              <a:avLst/>
              <a:gdLst>
                <a:gd name="connsiteX0" fmla="*/ 142835 w 143604"/>
                <a:gd name="connsiteY0" fmla="*/ 142835 h 241049"/>
                <a:gd name="connsiteX1" fmla="*/ 142835 w 143604"/>
                <a:gd name="connsiteY1" fmla="*/ 3847 h 241049"/>
                <a:gd name="connsiteX2" fmla="*/ 142835 w 143604"/>
                <a:gd name="connsiteY2" fmla="*/ 3847 h 241049"/>
                <a:gd name="connsiteX3" fmla="*/ 3847 w 143604"/>
                <a:gd name="connsiteY3" fmla="*/ 142835 h 241049"/>
                <a:gd name="connsiteX4" fmla="*/ 44876 w 143604"/>
                <a:gd name="connsiteY4" fmla="*/ 241306 h 241049"/>
                <a:gd name="connsiteX5" fmla="*/ 142835 w 143604"/>
                <a:gd name="connsiteY5" fmla="*/ 142835 h 241049"/>
                <a:gd name="connsiteX6" fmla="*/ 142835 w 143604"/>
                <a:gd name="connsiteY6" fmla="*/ 142835 h 24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604" h="241049">
                  <a:moveTo>
                    <a:pt x="142835" y="142835"/>
                  </a:moveTo>
                  <a:lnTo>
                    <a:pt x="142835" y="3847"/>
                  </a:lnTo>
                  <a:lnTo>
                    <a:pt x="142835" y="3847"/>
                  </a:lnTo>
                  <a:cubicBezTo>
                    <a:pt x="65905" y="3847"/>
                    <a:pt x="3847" y="65904"/>
                    <a:pt x="3847" y="142835"/>
                  </a:cubicBezTo>
                  <a:cubicBezTo>
                    <a:pt x="3847" y="181300"/>
                    <a:pt x="19233" y="216176"/>
                    <a:pt x="44876" y="241306"/>
                  </a:cubicBezTo>
                  <a:lnTo>
                    <a:pt x="142835" y="142835"/>
                  </a:lnTo>
                  <a:lnTo>
                    <a:pt x="142835" y="142835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2798"/>
            <p:cNvSpPr/>
            <p:nvPr/>
          </p:nvSpPr>
          <p:spPr>
            <a:xfrm>
              <a:off x="10285335" y="5120893"/>
              <a:ext cx="241050" cy="143604"/>
            </a:xfrm>
            <a:custGeom>
              <a:avLst/>
              <a:gdLst>
                <a:gd name="connsiteX0" fmla="*/ 3847 w 241049"/>
                <a:gd name="connsiteY0" fmla="*/ 102318 h 143604"/>
                <a:gd name="connsiteX1" fmla="*/ 101805 w 241049"/>
                <a:gd name="connsiteY1" fmla="*/ 142835 h 143604"/>
                <a:gd name="connsiteX2" fmla="*/ 240793 w 241049"/>
                <a:gd name="connsiteY2" fmla="*/ 3847 h 143604"/>
                <a:gd name="connsiteX3" fmla="*/ 101805 w 241049"/>
                <a:gd name="connsiteY3" fmla="*/ 3847 h 143604"/>
                <a:gd name="connsiteX4" fmla="*/ 3847 w 241049"/>
                <a:gd name="connsiteY4" fmla="*/ 102318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49" h="143604">
                  <a:moveTo>
                    <a:pt x="3847" y="102318"/>
                  </a:moveTo>
                  <a:cubicBezTo>
                    <a:pt x="28977" y="127449"/>
                    <a:pt x="63852" y="142835"/>
                    <a:pt x="101805" y="142835"/>
                  </a:cubicBezTo>
                  <a:cubicBezTo>
                    <a:pt x="178736" y="142835"/>
                    <a:pt x="240793" y="80777"/>
                    <a:pt x="240793" y="3847"/>
                  </a:cubicBezTo>
                  <a:lnTo>
                    <a:pt x="101805" y="3847"/>
                  </a:lnTo>
                  <a:lnTo>
                    <a:pt x="3847" y="102318"/>
                  </a:lnTo>
                  <a:close/>
                </a:path>
              </a:pathLst>
            </a:custGeom>
            <a:solidFill>
              <a:srgbClr val="0036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2799"/>
            <p:cNvSpPr/>
            <p:nvPr/>
          </p:nvSpPr>
          <p:spPr>
            <a:xfrm>
              <a:off x="10390474" y="4964980"/>
              <a:ext cx="143604" cy="143604"/>
            </a:xfrm>
            <a:custGeom>
              <a:avLst/>
              <a:gdLst>
                <a:gd name="connsiteX0" fmla="*/ 3847 w 143604"/>
                <a:gd name="connsiteY0" fmla="*/ 3847 h 143604"/>
                <a:gd name="connsiteX1" fmla="*/ 3847 w 143604"/>
                <a:gd name="connsiteY1" fmla="*/ 142835 h 143604"/>
                <a:gd name="connsiteX2" fmla="*/ 142835 w 143604"/>
                <a:gd name="connsiteY2" fmla="*/ 142835 h 143604"/>
                <a:gd name="connsiteX3" fmla="*/ 142835 w 143604"/>
                <a:gd name="connsiteY3" fmla="*/ 142835 h 143604"/>
                <a:gd name="connsiteX4" fmla="*/ 3847 w 143604"/>
                <a:gd name="connsiteY4" fmla="*/ 3847 h 14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604" h="143604">
                  <a:moveTo>
                    <a:pt x="3847" y="3847"/>
                  </a:moveTo>
                  <a:lnTo>
                    <a:pt x="3847" y="142835"/>
                  </a:lnTo>
                  <a:lnTo>
                    <a:pt x="142835" y="142835"/>
                  </a:lnTo>
                  <a:lnTo>
                    <a:pt x="142835" y="142835"/>
                  </a:lnTo>
                  <a:cubicBezTo>
                    <a:pt x="143347" y="66417"/>
                    <a:pt x="80777" y="3847"/>
                    <a:pt x="3847" y="3847"/>
                  </a:cubicBezTo>
                  <a:close/>
                </a:path>
              </a:pathLst>
            </a:custGeom>
            <a:solidFill>
              <a:srgbClr val="00C0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2800"/>
            <p:cNvSpPr/>
            <p:nvPr/>
          </p:nvSpPr>
          <p:spPr>
            <a:xfrm>
              <a:off x="9886320" y="4643922"/>
              <a:ext cx="194891" cy="179505"/>
            </a:xfrm>
            <a:custGeom>
              <a:avLst/>
              <a:gdLst>
                <a:gd name="connsiteX0" fmla="*/ 165914 w 194891"/>
                <a:gd name="connsiteY0" fmla="*/ 124884 h 179505"/>
                <a:gd name="connsiteX1" fmla="*/ 193096 w 194891"/>
                <a:gd name="connsiteY1" fmla="*/ 74623 h 179505"/>
                <a:gd name="connsiteX2" fmla="*/ 165914 w 194891"/>
                <a:gd name="connsiteY2" fmla="*/ 24874 h 179505"/>
                <a:gd name="connsiteX3" fmla="*/ 100267 w 194891"/>
                <a:gd name="connsiteY3" fmla="*/ 3847 h 179505"/>
                <a:gd name="connsiteX4" fmla="*/ 34619 w 194891"/>
                <a:gd name="connsiteY4" fmla="*/ 24874 h 179505"/>
                <a:gd name="connsiteX5" fmla="*/ 7437 w 194891"/>
                <a:gd name="connsiteY5" fmla="*/ 74623 h 179505"/>
                <a:gd name="connsiteX6" fmla="*/ 32567 w 194891"/>
                <a:gd name="connsiteY6" fmla="*/ 122833 h 179505"/>
                <a:gd name="connsiteX7" fmla="*/ 33081 w 194891"/>
                <a:gd name="connsiteY7" fmla="*/ 127449 h 179505"/>
                <a:gd name="connsiteX8" fmla="*/ 24874 w 194891"/>
                <a:gd name="connsiteY8" fmla="*/ 152067 h 179505"/>
                <a:gd name="connsiteX9" fmla="*/ 3847 w 194891"/>
                <a:gd name="connsiteY9" fmla="*/ 163350 h 179505"/>
                <a:gd name="connsiteX10" fmla="*/ 22310 w 194891"/>
                <a:gd name="connsiteY10" fmla="*/ 176172 h 179505"/>
                <a:gd name="connsiteX11" fmla="*/ 51544 w 194891"/>
                <a:gd name="connsiteY11" fmla="*/ 165914 h 179505"/>
                <a:gd name="connsiteX12" fmla="*/ 65391 w 194891"/>
                <a:gd name="connsiteY12" fmla="*/ 139758 h 179505"/>
                <a:gd name="connsiteX13" fmla="*/ 100779 w 194891"/>
                <a:gd name="connsiteY13" fmla="*/ 145399 h 179505"/>
                <a:gd name="connsiteX14" fmla="*/ 165914 w 194891"/>
                <a:gd name="connsiteY14" fmla="*/ 12488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4891" h="179505">
                  <a:moveTo>
                    <a:pt x="165914" y="124884"/>
                  </a:moveTo>
                  <a:cubicBezTo>
                    <a:pt x="183865" y="111037"/>
                    <a:pt x="193096" y="94112"/>
                    <a:pt x="193096" y="74623"/>
                  </a:cubicBezTo>
                  <a:cubicBezTo>
                    <a:pt x="193096" y="55134"/>
                    <a:pt x="183865" y="38209"/>
                    <a:pt x="165914" y="24874"/>
                  </a:cubicBezTo>
                  <a:cubicBezTo>
                    <a:pt x="147963" y="11027"/>
                    <a:pt x="125910" y="3847"/>
                    <a:pt x="100267" y="3847"/>
                  </a:cubicBezTo>
                  <a:cubicBezTo>
                    <a:pt x="74623" y="3847"/>
                    <a:pt x="52569" y="11027"/>
                    <a:pt x="34619" y="24874"/>
                  </a:cubicBezTo>
                  <a:cubicBezTo>
                    <a:pt x="16668" y="38722"/>
                    <a:pt x="7437" y="55134"/>
                    <a:pt x="7437" y="74623"/>
                  </a:cubicBezTo>
                  <a:cubicBezTo>
                    <a:pt x="7437" y="93599"/>
                    <a:pt x="16156" y="109498"/>
                    <a:pt x="32567" y="122833"/>
                  </a:cubicBezTo>
                  <a:cubicBezTo>
                    <a:pt x="32567" y="124372"/>
                    <a:pt x="33081" y="125910"/>
                    <a:pt x="33081" y="127449"/>
                  </a:cubicBezTo>
                  <a:cubicBezTo>
                    <a:pt x="33081" y="137706"/>
                    <a:pt x="30516" y="145912"/>
                    <a:pt x="24874" y="152067"/>
                  </a:cubicBezTo>
                  <a:cubicBezTo>
                    <a:pt x="19233" y="158734"/>
                    <a:pt x="12566" y="162324"/>
                    <a:pt x="3847" y="163350"/>
                  </a:cubicBezTo>
                  <a:cubicBezTo>
                    <a:pt x="8975" y="171556"/>
                    <a:pt x="15130" y="176172"/>
                    <a:pt x="22310" y="176172"/>
                  </a:cubicBezTo>
                  <a:cubicBezTo>
                    <a:pt x="33593" y="176172"/>
                    <a:pt x="43338" y="173094"/>
                    <a:pt x="51544" y="165914"/>
                  </a:cubicBezTo>
                  <a:cubicBezTo>
                    <a:pt x="59750" y="159247"/>
                    <a:pt x="64366" y="150528"/>
                    <a:pt x="65391" y="139758"/>
                  </a:cubicBezTo>
                  <a:cubicBezTo>
                    <a:pt x="76675" y="143348"/>
                    <a:pt x="88470" y="145399"/>
                    <a:pt x="100779" y="145399"/>
                  </a:cubicBezTo>
                  <a:cubicBezTo>
                    <a:pt x="125910" y="145399"/>
                    <a:pt x="147451" y="138219"/>
                    <a:pt x="165914" y="12488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2801"/>
            <p:cNvSpPr/>
            <p:nvPr/>
          </p:nvSpPr>
          <p:spPr>
            <a:xfrm>
              <a:off x="9976585" y="4741368"/>
              <a:ext cx="138475" cy="117961"/>
            </a:xfrm>
            <a:custGeom>
              <a:avLst/>
              <a:gdLst>
                <a:gd name="connsiteX0" fmla="*/ 120269 w 138475"/>
                <a:gd name="connsiteY0" fmla="*/ 99754 h 117960"/>
                <a:gd name="connsiteX1" fmla="*/ 114627 w 138475"/>
                <a:gd name="connsiteY1" fmla="*/ 82829 h 117960"/>
                <a:gd name="connsiteX2" fmla="*/ 114627 w 138475"/>
                <a:gd name="connsiteY2" fmla="*/ 79752 h 117960"/>
                <a:gd name="connsiteX3" fmla="*/ 132065 w 138475"/>
                <a:gd name="connsiteY3" fmla="*/ 46415 h 117960"/>
                <a:gd name="connsiteX4" fmla="*/ 113089 w 138475"/>
                <a:gd name="connsiteY4" fmla="*/ 12053 h 117960"/>
                <a:gd name="connsiteX5" fmla="*/ 98728 w 138475"/>
                <a:gd name="connsiteY5" fmla="*/ 3847 h 117960"/>
                <a:gd name="connsiteX6" fmla="*/ 97702 w 138475"/>
                <a:gd name="connsiteY6" fmla="*/ 5385 h 117960"/>
                <a:gd name="connsiteX7" fmla="*/ 76675 w 138475"/>
                <a:gd name="connsiteY7" fmla="*/ 28977 h 117960"/>
                <a:gd name="connsiteX8" fmla="*/ 45902 w 138475"/>
                <a:gd name="connsiteY8" fmla="*/ 44876 h 117960"/>
                <a:gd name="connsiteX9" fmla="*/ 9489 w 138475"/>
                <a:gd name="connsiteY9" fmla="*/ 50005 h 117960"/>
                <a:gd name="connsiteX10" fmla="*/ 3847 w 138475"/>
                <a:gd name="connsiteY10" fmla="*/ 50005 h 117960"/>
                <a:gd name="connsiteX11" fmla="*/ 22310 w 138475"/>
                <a:gd name="connsiteY11" fmla="*/ 81290 h 117960"/>
                <a:gd name="connsiteX12" fmla="*/ 67443 w 138475"/>
                <a:gd name="connsiteY12" fmla="*/ 95651 h 117960"/>
                <a:gd name="connsiteX13" fmla="*/ 92061 w 138475"/>
                <a:gd name="connsiteY13" fmla="*/ 92061 h 117960"/>
                <a:gd name="connsiteX14" fmla="*/ 101292 w 138475"/>
                <a:gd name="connsiteY14" fmla="*/ 110011 h 117960"/>
                <a:gd name="connsiteX15" fmla="*/ 121807 w 138475"/>
                <a:gd name="connsiteY15" fmla="*/ 117191 h 117960"/>
                <a:gd name="connsiteX16" fmla="*/ 134629 w 138475"/>
                <a:gd name="connsiteY16" fmla="*/ 108473 h 117960"/>
                <a:gd name="connsiteX17" fmla="*/ 120269 w 138475"/>
                <a:gd name="connsiteY17" fmla="*/ 99754 h 117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475" h="117960">
                  <a:moveTo>
                    <a:pt x="120269" y="99754"/>
                  </a:moveTo>
                  <a:cubicBezTo>
                    <a:pt x="116678" y="95138"/>
                    <a:pt x="114627" y="89496"/>
                    <a:pt x="114627" y="82829"/>
                  </a:cubicBezTo>
                  <a:cubicBezTo>
                    <a:pt x="114627" y="81803"/>
                    <a:pt x="114627" y="80777"/>
                    <a:pt x="114627" y="79752"/>
                  </a:cubicBezTo>
                  <a:cubicBezTo>
                    <a:pt x="126423" y="70520"/>
                    <a:pt x="132065" y="59237"/>
                    <a:pt x="132065" y="46415"/>
                  </a:cubicBezTo>
                  <a:cubicBezTo>
                    <a:pt x="132065" y="33080"/>
                    <a:pt x="125910" y="21284"/>
                    <a:pt x="113089" y="12053"/>
                  </a:cubicBezTo>
                  <a:cubicBezTo>
                    <a:pt x="108473" y="8462"/>
                    <a:pt x="103857" y="5898"/>
                    <a:pt x="98728" y="3847"/>
                  </a:cubicBezTo>
                  <a:cubicBezTo>
                    <a:pt x="98728" y="4359"/>
                    <a:pt x="98215" y="4872"/>
                    <a:pt x="97702" y="5385"/>
                  </a:cubicBezTo>
                  <a:cubicBezTo>
                    <a:pt x="93086" y="14104"/>
                    <a:pt x="85906" y="21797"/>
                    <a:pt x="76675" y="28977"/>
                  </a:cubicBezTo>
                  <a:cubicBezTo>
                    <a:pt x="67443" y="36158"/>
                    <a:pt x="57185" y="41286"/>
                    <a:pt x="45902" y="44876"/>
                  </a:cubicBezTo>
                  <a:cubicBezTo>
                    <a:pt x="34619" y="48466"/>
                    <a:pt x="22310" y="50005"/>
                    <a:pt x="9489" y="50005"/>
                  </a:cubicBezTo>
                  <a:cubicBezTo>
                    <a:pt x="7437" y="50005"/>
                    <a:pt x="5898" y="50005"/>
                    <a:pt x="3847" y="50005"/>
                  </a:cubicBezTo>
                  <a:cubicBezTo>
                    <a:pt x="4873" y="61801"/>
                    <a:pt x="11027" y="72571"/>
                    <a:pt x="22310" y="81290"/>
                  </a:cubicBezTo>
                  <a:cubicBezTo>
                    <a:pt x="34619" y="91035"/>
                    <a:pt x="50005" y="95651"/>
                    <a:pt x="67443" y="95651"/>
                  </a:cubicBezTo>
                  <a:cubicBezTo>
                    <a:pt x="76162" y="95651"/>
                    <a:pt x="84368" y="94625"/>
                    <a:pt x="92061" y="92061"/>
                  </a:cubicBezTo>
                  <a:cubicBezTo>
                    <a:pt x="92574" y="99241"/>
                    <a:pt x="95651" y="105395"/>
                    <a:pt x="101292" y="110011"/>
                  </a:cubicBezTo>
                  <a:cubicBezTo>
                    <a:pt x="106934" y="114627"/>
                    <a:pt x="114114" y="117191"/>
                    <a:pt x="121807" y="117191"/>
                  </a:cubicBezTo>
                  <a:cubicBezTo>
                    <a:pt x="126936" y="117191"/>
                    <a:pt x="131039" y="114114"/>
                    <a:pt x="134629" y="108473"/>
                  </a:cubicBezTo>
                  <a:cubicBezTo>
                    <a:pt x="128987" y="106934"/>
                    <a:pt x="123859" y="104370"/>
                    <a:pt x="120269" y="997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2802"/>
            <p:cNvSpPr/>
            <p:nvPr/>
          </p:nvSpPr>
          <p:spPr>
            <a:xfrm>
              <a:off x="9978124" y="4597764"/>
              <a:ext cx="189763" cy="179505"/>
            </a:xfrm>
            <a:custGeom>
              <a:avLst/>
              <a:gdLst>
                <a:gd name="connsiteX0" fmla="*/ 166427 w 189762"/>
                <a:gd name="connsiteY0" fmla="*/ 151554 h 179505"/>
                <a:gd name="connsiteX1" fmla="*/ 158221 w 189762"/>
                <a:gd name="connsiteY1" fmla="*/ 126936 h 179505"/>
                <a:gd name="connsiteX2" fmla="*/ 158221 w 189762"/>
                <a:gd name="connsiteY2" fmla="*/ 122320 h 179505"/>
                <a:gd name="connsiteX3" fmla="*/ 183352 w 189762"/>
                <a:gd name="connsiteY3" fmla="*/ 74110 h 179505"/>
                <a:gd name="connsiteX4" fmla="*/ 156169 w 189762"/>
                <a:gd name="connsiteY4" fmla="*/ 24361 h 179505"/>
                <a:gd name="connsiteX5" fmla="*/ 90522 w 189762"/>
                <a:gd name="connsiteY5" fmla="*/ 3847 h 179505"/>
                <a:gd name="connsiteX6" fmla="*/ 24874 w 189762"/>
                <a:gd name="connsiteY6" fmla="*/ 24361 h 179505"/>
                <a:gd name="connsiteX7" fmla="*/ 3847 w 189762"/>
                <a:gd name="connsiteY7" fmla="*/ 48466 h 179505"/>
                <a:gd name="connsiteX8" fmla="*/ 7950 w 189762"/>
                <a:gd name="connsiteY8" fmla="*/ 48466 h 179505"/>
                <a:gd name="connsiteX9" fmla="*/ 44364 w 189762"/>
                <a:gd name="connsiteY9" fmla="*/ 53595 h 179505"/>
                <a:gd name="connsiteX10" fmla="*/ 75136 w 189762"/>
                <a:gd name="connsiteY10" fmla="*/ 69494 h 179505"/>
                <a:gd name="connsiteX11" fmla="*/ 96164 w 189762"/>
                <a:gd name="connsiteY11" fmla="*/ 92573 h 179505"/>
                <a:gd name="connsiteX12" fmla="*/ 103344 w 189762"/>
                <a:gd name="connsiteY12" fmla="*/ 120781 h 179505"/>
                <a:gd name="connsiteX13" fmla="*/ 98728 w 189762"/>
                <a:gd name="connsiteY13" fmla="*/ 144374 h 179505"/>
                <a:gd name="connsiteX14" fmla="*/ 126936 w 189762"/>
                <a:gd name="connsiteY14" fmla="*/ 139245 h 179505"/>
                <a:gd name="connsiteX15" fmla="*/ 140270 w 189762"/>
                <a:gd name="connsiteY15" fmla="*/ 165401 h 179505"/>
                <a:gd name="connsiteX16" fmla="*/ 169504 w 189762"/>
                <a:gd name="connsiteY16" fmla="*/ 175659 h 179505"/>
                <a:gd name="connsiteX17" fmla="*/ 187968 w 189762"/>
                <a:gd name="connsiteY17" fmla="*/ 162837 h 179505"/>
                <a:gd name="connsiteX18" fmla="*/ 166427 w 189762"/>
                <a:gd name="connsiteY18" fmla="*/ 151554 h 1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762" h="179505">
                  <a:moveTo>
                    <a:pt x="166427" y="151554"/>
                  </a:moveTo>
                  <a:cubicBezTo>
                    <a:pt x="161298" y="144886"/>
                    <a:pt x="158221" y="136680"/>
                    <a:pt x="158221" y="126936"/>
                  </a:cubicBezTo>
                  <a:cubicBezTo>
                    <a:pt x="158221" y="125397"/>
                    <a:pt x="158221" y="123859"/>
                    <a:pt x="158221" y="122320"/>
                  </a:cubicBezTo>
                  <a:cubicBezTo>
                    <a:pt x="175146" y="108985"/>
                    <a:pt x="183352" y="92573"/>
                    <a:pt x="183352" y="74110"/>
                  </a:cubicBezTo>
                  <a:cubicBezTo>
                    <a:pt x="183352" y="54621"/>
                    <a:pt x="174120" y="38209"/>
                    <a:pt x="156169" y="24361"/>
                  </a:cubicBezTo>
                  <a:cubicBezTo>
                    <a:pt x="138219" y="10514"/>
                    <a:pt x="116166" y="3847"/>
                    <a:pt x="90522" y="3847"/>
                  </a:cubicBezTo>
                  <a:cubicBezTo>
                    <a:pt x="64878" y="3847"/>
                    <a:pt x="42825" y="10514"/>
                    <a:pt x="24874" y="24361"/>
                  </a:cubicBezTo>
                  <a:cubicBezTo>
                    <a:pt x="15129" y="31542"/>
                    <a:pt x="8463" y="39748"/>
                    <a:pt x="3847" y="48466"/>
                  </a:cubicBezTo>
                  <a:cubicBezTo>
                    <a:pt x="5385" y="48466"/>
                    <a:pt x="6411" y="48466"/>
                    <a:pt x="7950" y="48466"/>
                  </a:cubicBezTo>
                  <a:cubicBezTo>
                    <a:pt x="20772" y="48466"/>
                    <a:pt x="33080" y="50005"/>
                    <a:pt x="44364" y="53595"/>
                  </a:cubicBezTo>
                  <a:cubicBezTo>
                    <a:pt x="55646" y="57185"/>
                    <a:pt x="65904" y="62314"/>
                    <a:pt x="75136" y="69494"/>
                  </a:cubicBezTo>
                  <a:cubicBezTo>
                    <a:pt x="84367" y="76674"/>
                    <a:pt x="91548" y="84368"/>
                    <a:pt x="96164" y="92573"/>
                  </a:cubicBezTo>
                  <a:cubicBezTo>
                    <a:pt x="100779" y="101292"/>
                    <a:pt x="103344" y="111037"/>
                    <a:pt x="103344" y="120781"/>
                  </a:cubicBezTo>
                  <a:cubicBezTo>
                    <a:pt x="103344" y="128987"/>
                    <a:pt x="101805" y="137193"/>
                    <a:pt x="98728" y="144374"/>
                  </a:cubicBezTo>
                  <a:cubicBezTo>
                    <a:pt x="108473" y="143861"/>
                    <a:pt x="117704" y="141809"/>
                    <a:pt x="126936" y="139245"/>
                  </a:cubicBezTo>
                  <a:cubicBezTo>
                    <a:pt x="127449" y="150015"/>
                    <a:pt x="132065" y="158221"/>
                    <a:pt x="140270" y="165401"/>
                  </a:cubicBezTo>
                  <a:cubicBezTo>
                    <a:pt x="148476" y="172069"/>
                    <a:pt x="158734" y="175659"/>
                    <a:pt x="169504" y="175659"/>
                  </a:cubicBezTo>
                  <a:cubicBezTo>
                    <a:pt x="176684" y="175659"/>
                    <a:pt x="182839" y="171556"/>
                    <a:pt x="187968" y="162837"/>
                  </a:cubicBezTo>
                  <a:cubicBezTo>
                    <a:pt x="179249" y="161811"/>
                    <a:pt x="172069" y="158221"/>
                    <a:pt x="166427" y="151554"/>
                  </a:cubicBez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2803"/>
            <p:cNvSpPr/>
            <p:nvPr/>
          </p:nvSpPr>
          <p:spPr>
            <a:xfrm>
              <a:off x="9026234" y="4639819"/>
              <a:ext cx="66673" cy="102574"/>
            </a:xfrm>
            <a:custGeom>
              <a:avLst/>
              <a:gdLst>
                <a:gd name="connsiteX0" fmla="*/ 64365 w 66673"/>
                <a:gd name="connsiteY0" fmla="*/ 102831 h 102574"/>
                <a:gd name="connsiteX1" fmla="*/ 64365 w 66673"/>
                <a:gd name="connsiteY1" fmla="*/ 3847 h 102574"/>
                <a:gd name="connsiteX2" fmla="*/ 8975 w 66673"/>
                <a:gd name="connsiteY2" fmla="*/ 55647 h 102574"/>
                <a:gd name="connsiteX3" fmla="*/ 3847 w 66673"/>
                <a:gd name="connsiteY3" fmla="*/ 51031 h 102574"/>
                <a:gd name="connsiteX4" fmla="*/ 3847 w 66673"/>
                <a:gd name="connsiteY4" fmla="*/ 102831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02574">
                  <a:moveTo>
                    <a:pt x="64365" y="102831"/>
                  </a:moveTo>
                  <a:lnTo>
                    <a:pt x="64365" y="3847"/>
                  </a:lnTo>
                  <a:lnTo>
                    <a:pt x="8975" y="55647"/>
                  </a:lnTo>
                  <a:lnTo>
                    <a:pt x="3847" y="51031"/>
                  </a:lnTo>
                  <a:lnTo>
                    <a:pt x="3847" y="102831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2804"/>
            <p:cNvSpPr/>
            <p:nvPr/>
          </p:nvSpPr>
          <p:spPr>
            <a:xfrm>
              <a:off x="9097010" y="4610586"/>
              <a:ext cx="66673" cy="133347"/>
            </a:xfrm>
            <a:custGeom>
              <a:avLst/>
              <a:gdLst>
                <a:gd name="connsiteX0" fmla="*/ 64366 w 66673"/>
                <a:gd name="connsiteY0" fmla="*/ 132065 h 133346"/>
                <a:gd name="connsiteX1" fmla="*/ 64366 w 66673"/>
                <a:gd name="connsiteY1" fmla="*/ 49492 h 133346"/>
                <a:gd name="connsiteX2" fmla="*/ 20772 w 66673"/>
                <a:gd name="connsiteY2" fmla="*/ 3847 h 133346"/>
                <a:gd name="connsiteX3" fmla="*/ 3847 w 66673"/>
                <a:gd name="connsiteY3" fmla="*/ 19233 h 133346"/>
                <a:gd name="connsiteX4" fmla="*/ 3847 w 66673"/>
                <a:gd name="connsiteY4" fmla="*/ 132065 h 13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33346">
                  <a:moveTo>
                    <a:pt x="64366" y="132065"/>
                  </a:moveTo>
                  <a:lnTo>
                    <a:pt x="64366" y="49492"/>
                  </a:lnTo>
                  <a:lnTo>
                    <a:pt x="20772" y="3847"/>
                  </a:lnTo>
                  <a:lnTo>
                    <a:pt x="3847" y="19233"/>
                  </a:lnTo>
                  <a:lnTo>
                    <a:pt x="3847" y="132065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2805"/>
            <p:cNvSpPr/>
            <p:nvPr/>
          </p:nvSpPr>
          <p:spPr>
            <a:xfrm>
              <a:off x="9168299" y="4631100"/>
              <a:ext cx="66673" cy="112832"/>
            </a:xfrm>
            <a:custGeom>
              <a:avLst/>
              <a:gdLst>
                <a:gd name="connsiteX0" fmla="*/ 64366 w 66673"/>
                <a:gd name="connsiteY0" fmla="*/ 111550 h 112831"/>
                <a:gd name="connsiteX1" fmla="*/ 64366 w 66673"/>
                <a:gd name="connsiteY1" fmla="*/ 3847 h 112831"/>
                <a:gd name="connsiteX2" fmla="*/ 12566 w 66673"/>
                <a:gd name="connsiteY2" fmla="*/ 48466 h 112831"/>
                <a:gd name="connsiteX3" fmla="*/ 3847 w 66673"/>
                <a:gd name="connsiteY3" fmla="*/ 39235 h 112831"/>
                <a:gd name="connsiteX4" fmla="*/ 3847 w 66673"/>
                <a:gd name="connsiteY4" fmla="*/ 111550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3" h="112831">
                  <a:moveTo>
                    <a:pt x="64366" y="111550"/>
                  </a:moveTo>
                  <a:lnTo>
                    <a:pt x="64366" y="3847"/>
                  </a:lnTo>
                  <a:lnTo>
                    <a:pt x="12566" y="48466"/>
                  </a:lnTo>
                  <a:lnTo>
                    <a:pt x="3847" y="39235"/>
                  </a:lnTo>
                  <a:lnTo>
                    <a:pt x="3847" y="111550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2806"/>
            <p:cNvSpPr/>
            <p:nvPr/>
          </p:nvSpPr>
          <p:spPr>
            <a:xfrm>
              <a:off x="9239076" y="4569043"/>
              <a:ext cx="66673" cy="174377"/>
            </a:xfrm>
            <a:custGeom>
              <a:avLst/>
              <a:gdLst>
                <a:gd name="connsiteX0" fmla="*/ 64365 w 66673"/>
                <a:gd name="connsiteY0" fmla="*/ 173607 h 174376"/>
                <a:gd name="connsiteX1" fmla="*/ 64365 w 66673"/>
                <a:gd name="connsiteY1" fmla="*/ 3847 h 174376"/>
                <a:gd name="connsiteX2" fmla="*/ 3847 w 66673"/>
                <a:gd name="connsiteY2" fmla="*/ 56672 h 174376"/>
                <a:gd name="connsiteX3" fmla="*/ 3847 w 66673"/>
                <a:gd name="connsiteY3" fmla="*/ 173607 h 17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3" h="174376">
                  <a:moveTo>
                    <a:pt x="64365" y="173607"/>
                  </a:moveTo>
                  <a:lnTo>
                    <a:pt x="64365" y="3847"/>
                  </a:lnTo>
                  <a:lnTo>
                    <a:pt x="3847" y="56672"/>
                  </a:lnTo>
                  <a:lnTo>
                    <a:pt x="3847" y="17360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2807"/>
            <p:cNvSpPr/>
            <p:nvPr/>
          </p:nvSpPr>
          <p:spPr>
            <a:xfrm>
              <a:off x="9026234" y="4512114"/>
              <a:ext cx="276951" cy="158990"/>
            </a:xfrm>
            <a:custGeom>
              <a:avLst/>
              <a:gdLst>
                <a:gd name="connsiteX0" fmla="*/ 276181 w 276950"/>
                <a:gd name="connsiteY0" fmla="*/ 3847 h 158990"/>
                <a:gd name="connsiteX1" fmla="*/ 157708 w 276950"/>
                <a:gd name="connsiteY1" fmla="*/ 105908 h 158990"/>
                <a:gd name="connsiteX2" fmla="*/ 102318 w 276950"/>
                <a:gd name="connsiteY2" fmla="*/ 52057 h 158990"/>
                <a:gd name="connsiteX3" fmla="*/ 92573 w 276950"/>
                <a:gd name="connsiteY3" fmla="*/ 48466 h 158990"/>
                <a:gd name="connsiteX4" fmla="*/ 82829 w 276950"/>
                <a:gd name="connsiteY4" fmla="*/ 52057 h 158990"/>
                <a:gd name="connsiteX5" fmla="*/ 3847 w 276950"/>
                <a:gd name="connsiteY5" fmla="*/ 128474 h 158990"/>
                <a:gd name="connsiteX6" fmla="*/ 3847 w 276950"/>
                <a:gd name="connsiteY6" fmla="*/ 155144 h 158990"/>
                <a:gd name="connsiteX7" fmla="*/ 8975 w 276950"/>
                <a:gd name="connsiteY7" fmla="*/ 159760 h 158990"/>
                <a:gd name="connsiteX8" fmla="*/ 92060 w 276950"/>
                <a:gd name="connsiteY8" fmla="*/ 79239 h 158990"/>
                <a:gd name="connsiteX9" fmla="*/ 146938 w 276950"/>
                <a:gd name="connsiteY9" fmla="*/ 132577 h 158990"/>
                <a:gd name="connsiteX10" fmla="*/ 165401 w 276950"/>
                <a:gd name="connsiteY10" fmla="*/ 133090 h 158990"/>
                <a:gd name="connsiteX11" fmla="*/ 277207 w 276950"/>
                <a:gd name="connsiteY11" fmla="*/ 36670 h 158990"/>
                <a:gd name="connsiteX12" fmla="*/ 277207 w 276950"/>
                <a:gd name="connsiteY12" fmla="*/ 4872 h 158990"/>
                <a:gd name="connsiteX13" fmla="*/ 276181 w 276950"/>
                <a:gd name="connsiteY13" fmla="*/ 3847 h 15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6950" h="158990">
                  <a:moveTo>
                    <a:pt x="276181" y="3847"/>
                  </a:moveTo>
                  <a:lnTo>
                    <a:pt x="157708" y="105908"/>
                  </a:lnTo>
                  <a:lnTo>
                    <a:pt x="102318" y="52057"/>
                  </a:lnTo>
                  <a:cubicBezTo>
                    <a:pt x="99753" y="49492"/>
                    <a:pt x="96164" y="48466"/>
                    <a:pt x="92573" y="48466"/>
                  </a:cubicBezTo>
                  <a:cubicBezTo>
                    <a:pt x="88983" y="48466"/>
                    <a:pt x="85393" y="50005"/>
                    <a:pt x="82829" y="52057"/>
                  </a:cubicBezTo>
                  <a:lnTo>
                    <a:pt x="3847" y="128474"/>
                  </a:lnTo>
                  <a:lnTo>
                    <a:pt x="3847" y="155144"/>
                  </a:lnTo>
                  <a:lnTo>
                    <a:pt x="8975" y="159760"/>
                  </a:lnTo>
                  <a:lnTo>
                    <a:pt x="92060" y="79239"/>
                  </a:lnTo>
                  <a:lnTo>
                    <a:pt x="146938" y="132577"/>
                  </a:lnTo>
                  <a:cubicBezTo>
                    <a:pt x="152067" y="137706"/>
                    <a:pt x="160273" y="137706"/>
                    <a:pt x="165401" y="133090"/>
                  </a:cubicBezTo>
                  <a:lnTo>
                    <a:pt x="277207" y="36670"/>
                  </a:lnTo>
                  <a:lnTo>
                    <a:pt x="277207" y="4872"/>
                  </a:lnTo>
                  <a:lnTo>
                    <a:pt x="276181" y="3847"/>
                  </a:lnTo>
                  <a:close/>
                </a:path>
              </a:pathLst>
            </a:custGeom>
            <a:solidFill>
              <a:srgbClr val="C7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2808"/>
            <p:cNvSpPr/>
            <p:nvPr/>
          </p:nvSpPr>
          <p:spPr>
            <a:xfrm>
              <a:off x="9502932" y="4730837"/>
              <a:ext cx="323109" cy="323109"/>
            </a:xfrm>
            <a:custGeom>
              <a:avLst/>
              <a:gdLst>
                <a:gd name="connsiteX0" fmla="*/ 172855 w 323109"/>
                <a:gd name="connsiteY0" fmla="*/ 4120 h 323109"/>
                <a:gd name="connsiteX1" fmla="*/ 323639 w 323109"/>
                <a:gd name="connsiteY1" fmla="*/ 172855 h 323109"/>
                <a:gd name="connsiteX2" fmla="*/ 154904 w 323109"/>
                <a:gd name="connsiteY2" fmla="*/ 323639 h 323109"/>
                <a:gd name="connsiteX3" fmla="*/ 4120 w 323109"/>
                <a:gd name="connsiteY3" fmla="*/ 154904 h 323109"/>
                <a:gd name="connsiteX4" fmla="*/ 172855 w 323109"/>
                <a:gd name="connsiteY4" fmla="*/ 4120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109" h="323109">
                  <a:moveTo>
                    <a:pt x="172855" y="4120"/>
                  </a:moveTo>
                  <a:cubicBezTo>
                    <a:pt x="261069" y="9248"/>
                    <a:pt x="328255" y="84641"/>
                    <a:pt x="323639" y="172855"/>
                  </a:cubicBezTo>
                  <a:cubicBezTo>
                    <a:pt x="319023" y="261069"/>
                    <a:pt x="243118" y="328768"/>
                    <a:pt x="154904" y="323639"/>
                  </a:cubicBezTo>
                  <a:cubicBezTo>
                    <a:pt x="66690" y="318510"/>
                    <a:pt x="-1009" y="243118"/>
                    <a:pt x="4120" y="154904"/>
                  </a:cubicBezTo>
                  <a:cubicBezTo>
                    <a:pt x="9248" y="66690"/>
                    <a:pt x="84640" y="-1009"/>
                    <a:pt x="172855" y="4120"/>
                  </a:cubicBezTo>
                  <a:close/>
                </a:path>
              </a:pathLst>
            </a:custGeom>
            <a:solidFill>
              <a:srgbClr val="FFCD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2809"/>
            <p:cNvSpPr/>
            <p:nvPr/>
          </p:nvSpPr>
          <p:spPr>
            <a:xfrm>
              <a:off x="9653989" y="4731110"/>
              <a:ext cx="174376" cy="323109"/>
            </a:xfrm>
            <a:custGeom>
              <a:avLst/>
              <a:gdLst>
                <a:gd name="connsiteX0" fmla="*/ 21797 w 174376"/>
                <a:gd name="connsiteY0" fmla="*/ 3847 h 323109"/>
                <a:gd name="connsiteX1" fmla="*/ 172581 w 174376"/>
                <a:gd name="connsiteY1" fmla="*/ 172582 h 323109"/>
                <a:gd name="connsiteX2" fmla="*/ 3847 w 174376"/>
                <a:gd name="connsiteY2" fmla="*/ 323366 h 323109"/>
                <a:gd name="connsiteX3" fmla="*/ 21797 w 174376"/>
                <a:gd name="connsiteY3" fmla="*/ 3847 h 3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76" h="323109">
                  <a:moveTo>
                    <a:pt x="21797" y="3847"/>
                  </a:moveTo>
                  <a:cubicBezTo>
                    <a:pt x="110011" y="8975"/>
                    <a:pt x="177197" y="84368"/>
                    <a:pt x="172581" y="172582"/>
                  </a:cubicBezTo>
                  <a:cubicBezTo>
                    <a:pt x="167966" y="260796"/>
                    <a:pt x="92060" y="328495"/>
                    <a:pt x="3847" y="323366"/>
                  </a:cubicBezTo>
                  <a:lnTo>
                    <a:pt x="21797" y="3847"/>
                  </a:lnTo>
                  <a:close/>
                </a:path>
              </a:pathLst>
            </a:custGeom>
            <a:solidFill>
              <a:srgbClr val="FFA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2810"/>
            <p:cNvSpPr/>
            <p:nvPr/>
          </p:nvSpPr>
          <p:spPr>
            <a:xfrm>
              <a:off x="9601676" y="4789065"/>
              <a:ext cx="123089" cy="210278"/>
            </a:xfrm>
            <a:custGeom>
              <a:avLst/>
              <a:gdLst>
                <a:gd name="connsiteX0" fmla="*/ 25900 w 123089"/>
                <a:gd name="connsiteY0" fmla="*/ 125397 h 210277"/>
                <a:gd name="connsiteX1" fmla="*/ 43338 w 123089"/>
                <a:gd name="connsiteY1" fmla="*/ 142322 h 210277"/>
                <a:gd name="connsiteX2" fmla="*/ 62314 w 123089"/>
                <a:gd name="connsiteY2" fmla="*/ 148476 h 210277"/>
                <a:gd name="connsiteX3" fmla="*/ 75649 w 123089"/>
                <a:gd name="connsiteY3" fmla="*/ 144374 h 210277"/>
                <a:gd name="connsiteX4" fmla="*/ 81290 w 123089"/>
                <a:gd name="connsiteY4" fmla="*/ 133090 h 210277"/>
                <a:gd name="connsiteX5" fmla="*/ 77700 w 123089"/>
                <a:gd name="connsiteY5" fmla="*/ 121294 h 210277"/>
                <a:gd name="connsiteX6" fmla="*/ 58211 w 123089"/>
                <a:gd name="connsiteY6" fmla="*/ 111550 h 210277"/>
                <a:gd name="connsiteX7" fmla="*/ 25388 w 123089"/>
                <a:gd name="connsiteY7" fmla="*/ 93086 h 210277"/>
                <a:gd name="connsiteX8" fmla="*/ 17181 w 123089"/>
                <a:gd name="connsiteY8" fmla="*/ 65391 h 210277"/>
                <a:gd name="connsiteX9" fmla="*/ 32567 w 123089"/>
                <a:gd name="connsiteY9" fmla="*/ 32055 h 210277"/>
                <a:gd name="connsiteX10" fmla="*/ 70520 w 123089"/>
                <a:gd name="connsiteY10" fmla="*/ 18720 h 210277"/>
                <a:gd name="connsiteX11" fmla="*/ 71546 w 123089"/>
                <a:gd name="connsiteY11" fmla="*/ 3847 h 210277"/>
                <a:gd name="connsiteX12" fmla="*/ 85393 w 123089"/>
                <a:gd name="connsiteY12" fmla="*/ 4872 h 210277"/>
                <a:gd name="connsiteX13" fmla="*/ 84881 w 123089"/>
                <a:gd name="connsiteY13" fmla="*/ 19233 h 210277"/>
                <a:gd name="connsiteX14" fmla="*/ 102831 w 123089"/>
                <a:gd name="connsiteY14" fmla="*/ 24874 h 210277"/>
                <a:gd name="connsiteX15" fmla="*/ 119756 w 123089"/>
                <a:gd name="connsiteY15" fmla="*/ 35132 h 210277"/>
                <a:gd name="connsiteX16" fmla="*/ 104369 w 123089"/>
                <a:gd name="connsiteY16" fmla="*/ 64878 h 210277"/>
                <a:gd name="connsiteX17" fmla="*/ 90009 w 123089"/>
                <a:gd name="connsiteY17" fmla="*/ 55134 h 210277"/>
                <a:gd name="connsiteX18" fmla="*/ 75136 w 123089"/>
                <a:gd name="connsiteY18" fmla="*/ 51031 h 210277"/>
                <a:gd name="connsiteX19" fmla="*/ 62314 w 123089"/>
                <a:gd name="connsiteY19" fmla="*/ 54108 h 210277"/>
                <a:gd name="connsiteX20" fmla="*/ 57185 w 123089"/>
                <a:gd name="connsiteY20" fmla="*/ 63340 h 210277"/>
                <a:gd name="connsiteX21" fmla="*/ 60775 w 123089"/>
                <a:gd name="connsiteY21" fmla="*/ 73084 h 210277"/>
                <a:gd name="connsiteX22" fmla="*/ 76675 w 123089"/>
                <a:gd name="connsiteY22" fmla="*/ 80777 h 210277"/>
                <a:gd name="connsiteX23" fmla="*/ 78213 w 123089"/>
                <a:gd name="connsiteY23" fmla="*/ 81290 h 210277"/>
                <a:gd name="connsiteX24" fmla="*/ 111550 w 123089"/>
                <a:gd name="connsiteY24" fmla="*/ 98728 h 210277"/>
                <a:gd name="connsiteX25" fmla="*/ 119243 w 123089"/>
                <a:gd name="connsiteY25" fmla="*/ 113088 h 210277"/>
                <a:gd name="connsiteX26" fmla="*/ 121294 w 123089"/>
                <a:gd name="connsiteY26" fmla="*/ 131039 h 210277"/>
                <a:gd name="connsiteX27" fmla="*/ 105908 w 123089"/>
                <a:gd name="connsiteY27" fmla="*/ 166940 h 210277"/>
                <a:gd name="connsiteX28" fmla="*/ 68982 w 123089"/>
                <a:gd name="connsiteY28" fmla="*/ 181813 h 210277"/>
                <a:gd name="connsiteX29" fmla="*/ 67443 w 123089"/>
                <a:gd name="connsiteY29" fmla="*/ 207457 h 210277"/>
                <a:gd name="connsiteX30" fmla="*/ 53596 w 123089"/>
                <a:gd name="connsiteY30" fmla="*/ 206431 h 210277"/>
                <a:gd name="connsiteX31" fmla="*/ 55134 w 123089"/>
                <a:gd name="connsiteY31" fmla="*/ 180787 h 210277"/>
                <a:gd name="connsiteX32" fmla="*/ 27439 w 123089"/>
                <a:gd name="connsiteY32" fmla="*/ 173607 h 210277"/>
                <a:gd name="connsiteX33" fmla="*/ 3847 w 123089"/>
                <a:gd name="connsiteY33" fmla="*/ 155657 h 210277"/>
                <a:gd name="connsiteX34" fmla="*/ 25900 w 123089"/>
                <a:gd name="connsiteY34" fmla="*/ 125397 h 21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3089" h="210277">
                  <a:moveTo>
                    <a:pt x="25900" y="125397"/>
                  </a:moveTo>
                  <a:cubicBezTo>
                    <a:pt x="31542" y="132577"/>
                    <a:pt x="37696" y="138732"/>
                    <a:pt x="43338" y="142322"/>
                  </a:cubicBezTo>
                  <a:cubicBezTo>
                    <a:pt x="49492" y="146425"/>
                    <a:pt x="55646" y="148476"/>
                    <a:pt x="62314" y="148476"/>
                  </a:cubicBezTo>
                  <a:cubicBezTo>
                    <a:pt x="67443" y="148989"/>
                    <a:pt x="72059" y="147451"/>
                    <a:pt x="75649" y="144374"/>
                  </a:cubicBezTo>
                  <a:cubicBezTo>
                    <a:pt x="79239" y="141296"/>
                    <a:pt x="81290" y="137706"/>
                    <a:pt x="81290" y="133090"/>
                  </a:cubicBezTo>
                  <a:cubicBezTo>
                    <a:pt x="81803" y="127962"/>
                    <a:pt x="80265" y="123859"/>
                    <a:pt x="77700" y="121294"/>
                  </a:cubicBezTo>
                  <a:cubicBezTo>
                    <a:pt x="75136" y="118217"/>
                    <a:pt x="68468" y="115140"/>
                    <a:pt x="58211" y="111550"/>
                  </a:cubicBezTo>
                  <a:cubicBezTo>
                    <a:pt x="42312" y="106421"/>
                    <a:pt x="31542" y="100267"/>
                    <a:pt x="25388" y="93086"/>
                  </a:cubicBezTo>
                  <a:cubicBezTo>
                    <a:pt x="19233" y="86419"/>
                    <a:pt x="16668" y="77187"/>
                    <a:pt x="17181" y="65391"/>
                  </a:cubicBezTo>
                  <a:cubicBezTo>
                    <a:pt x="18207" y="51544"/>
                    <a:pt x="23336" y="40260"/>
                    <a:pt x="32567" y="32055"/>
                  </a:cubicBezTo>
                  <a:cubicBezTo>
                    <a:pt x="41799" y="23849"/>
                    <a:pt x="54621" y="19233"/>
                    <a:pt x="70520" y="18720"/>
                  </a:cubicBezTo>
                  <a:lnTo>
                    <a:pt x="71546" y="3847"/>
                  </a:lnTo>
                  <a:lnTo>
                    <a:pt x="85393" y="4872"/>
                  </a:lnTo>
                  <a:lnTo>
                    <a:pt x="84881" y="19233"/>
                  </a:lnTo>
                  <a:cubicBezTo>
                    <a:pt x="91035" y="20258"/>
                    <a:pt x="97190" y="21797"/>
                    <a:pt x="102831" y="24874"/>
                  </a:cubicBezTo>
                  <a:cubicBezTo>
                    <a:pt x="108473" y="27439"/>
                    <a:pt x="114114" y="31029"/>
                    <a:pt x="119756" y="35132"/>
                  </a:cubicBezTo>
                  <a:lnTo>
                    <a:pt x="104369" y="64878"/>
                  </a:lnTo>
                  <a:cubicBezTo>
                    <a:pt x="99754" y="60775"/>
                    <a:pt x="95138" y="57185"/>
                    <a:pt x="90009" y="55134"/>
                  </a:cubicBezTo>
                  <a:cubicBezTo>
                    <a:pt x="84881" y="52569"/>
                    <a:pt x="80265" y="51544"/>
                    <a:pt x="75136" y="51031"/>
                  </a:cubicBezTo>
                  <a:cubicBezTo>
                    <a:pt x="70007" y="50518"/>
                    <a:pt x="65904" y="51544"/>
                    <a:pt x="62314" y="54108"/>
                  </a:cubicBezTo>
                  <a:cubicBezTo>
                    <a:pt x="59237" y="56159"/>
                    <a:pt x="57185" y="59237"/>
                    <a:pt x="57185" y="63340"/>
                  </a:cubicBezTo>
                  <a:cubicBezTo>
                    <a:pt x="57185" y="67443"/>
                    <a:pt x="58211" y="70520"/>
                    <a:pt x="60775" y="73084"/>
                  </a:cubicBezTo>
                  <a:cubicBezTo>
                    <a:pt x="63340" y="75649"/>
                    <a:pt x="68468" y="78213"/>
                    <a:pt x="76675" y="80777"/>
                  </a:cubicBezTo>
                  <a:lnTo>
                    <a:pt x="78213" y="81290"/>
                  </a:lnTo>
                  <a:cubicBezTo>
                    <a:pt x="95138" y="86932"/>
                    <a:pt x="106421" y="92573"/>
                    <a:pt x="111550" y="98728"/>
                  </a:cubicBezTo>
                  <a:cubicBezTo>
                    <a:pt x="115140" y="102831"/>
                    <a:pt x="117705" y="107447"/>
                    <a:pt x="119243" y="113088"/>
                  </a:cubicBezTo>
                  <a:cubicBezTo>
                    <a:pt x="120782" y="118730"/>
                    <a:pt x="121294" y="124372"/>
                    <a:pt x="121294" y="131039"/>
                  </a:cubicBezTo>
                  <a:cubicBezTo>
                    <a:pt x="120269" y="145912"/>
                    <a:pt x="115140" y="157708"/>
                    <a:pt x="105908" y="166940"/>
                  </a:cubicBezTo>
                  <a:cubicBezTo>
                    <a:pt x="96164" y="176172"/>
                    <a:pt x="84368" y="181300"/>
                    <a:pt x="68982" y="181813"/>
                  </a:cubicBezTo>
                  <a:lnTo>
                    <a:pt x="67443" y="207457"/>
                  </a:lnTo>
                  <a:lnTo>
                    <a:pt x="53596" y="206431"/>
                  </a:lnTo>
                  <a:lnTo>
                    <a:pt x="55134" y="180787"/>
                  </a:lnTo>
                  <a:cubicBezTo>
                    <a:pt x="44876" y="180275"/>
                    <a:pt x="36158" y="177710"/>
                    <a:pt x="27439" y="173607"/>
                  </a:cubicBezTo>
                  <a:cubicBezTo>
                    <a:pt x="19233" y="169504"/>
                    <a:pt x="11540" y="163350"/>
                    <a:pt x="3847" y="155657"/>
                  </a:cubicBezTo>
                  <a:lnTo>
                    <a:pt x="25900" y="12539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83" name="文本框 482"/>
          <p:cNvSpPr txBox="1"/>
          <p:nvPr/>
        </p:nvSpPr>
        <p:spPr>
          <a:xfrm>
            <a:off x="673445" y="4900635"/>
            <a:ext cx="10534071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Q8</a:t>
            </a:r>
            <a:r>
              <a:rPr kumimoji="1" lang="zh-CN" altLang="en-US" sz="1600" b="1" dirty="0" smtClean="0">
                <a:solidFill>
                  <a:srgbClr val="5AC91D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en-US" altLang="zh-CN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Nobid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期间积累的数据样本，待回切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常规</a:t>
            </a:r>
            <a:r>
              <a:rPr kumimoji="1" lang="en-US" altLang="zh-CN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oCPC</a:t>
            </a:r>
            <a:r>
              <a:rPr kumimoji="1" lang="zh-CN" altLang="en-US" sz="1600" b="1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模式</a:t>
            </a:r>
            <a:r>
              <a:rPr kumimoji="1" lang="zh-CN" alt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后，是否能用于模型学习？</a:t>
            </a:r>
            <a:endParaRPr kumimoji="1" lang="en-US" altLang="zh-CN" sz="1600" b="1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A8</a:t>
            </a:r>
            <a:r>
              <a:rPr kumimoji="1" lang="zh-CN" altLang="en-US" sz="1600" b="1" dirty="0" smtClean="0">
                <a:solidFill>
                  <a:srgbClr val="FFC000"/>
                </a:solidFill>
                <a:latin typeface="Bahnschrift Light Condensed" panose="020B0502040204020203" charset="0"/>
                <a:ea typeface="Noto Serif SC Light" panose="02020200000000000000" charset="-122"/>
                <a:cs typeface="Bahnschrift Light Condensed" panose="020B0502040204020203" charset="0"/>
                <a:sym typeface="+mn-ea"/>
              </a:rPr>
              <a:t>：</a:t>
            </a:r>
            <a:r>
              <a:rPr kumimoji="1" lang="zh-CN" altLang="en-US" sz="160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ahnschrift Light Condensed" panose="020B0502040204020203" charset="0"/>
              </a:rPr>
              <a:t>可以。</a:t>
            </a:r>
            <a:endParaRPr kumimoji="1" lang="zh-CN" altLang="en-US" sz="1600" dirty="0">
              <a:solidFill>
                <a:schemeClr val="bg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ahnschrift Light Condensed" panose="020B0502040204020203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760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/>
          <p:nvPr/>
        </p:nvGrpSpPr>
        <p:grpSpPr>
          <a:xfrm>
            <a:off x="-1" y="4220737"/>
            <a:ext cx="12260767" cy="2638850"/>
            <a:chOff x="-1" y="3334018"/>
            <a:chExt cx="12192001" cy="3525569"/>
          </a:xfrm>
        </p:grpSpPr>
        <p:sp>
          <p:nvSpPr>
            <p:cNvPr id="6" name="Freeform: Shape 11"/>
            <p:cNvSpPr/>
            <p:nvPr/>
          </p:nvSpPr>
          <p:spPr bwMode="auto">
            <a:xfrm>
              <a:off x="6237180" y="4513940"/>
              <a:ext cx="5954820" cy="2345647"/>
            </a:xfrm>
            <a:custGeom>
              <a:avLst/>
              <a:gdLst>
                <a:gd name="T0" fmla="*/ 1922 w 3775"/>
                <a:gd name="T1" fmla="*/ 1487 h 1487"/>
                <a:gd name="T2" fmla="*/ 3775 w 3775"/>
                <a:gd name="T3" fmla="*/ 758 h 1487"/>
                <a:gd name="T4" fmla="*/ 3775 w 3775"/>
                <a:gd name="T5" fmla="*/ 0 h 1487"/>
                <a:gd name="T6" fmla="*/ 0 w 3775"/>
                <a:gd name="T7" fmla="*/ 1487 h 1487"/>
                <a:gd name="T8" fmla="*/ 1922 w 3775"/>
                <a:gd name="T9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5" h="1487">
                  <a:moveTo>
                    <a:pt x="1922" y="1487"/>
                  </a:moveTo>
                  <a:lnTo>
                    <a:pt x="3775" y="758"/>
                  </a:lnTo>
                  <a:lnTo>
                    <a:pt x="3775" y="0"/>
                  </a:lnTo>
                  <a:lnTo>
                    <a:pt x="0" y="1487"/>
                  </a:lnTo>
                  <a:lnTo>
                    <a:pt x="1922" y="1487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lvl="0"/>
              <a:endParaRPr lang="zh-CN" altLang="en-US"/>
            </a:p>
          </p:txBody>
        </p:sp>
        <p:sp>
          <p:nvSpPr>
            <p:cNvPr id="7" name="Freeform: Shape 12"/>
            <p:cNvSpPr/>
            <p:nvPr/>
          </p:nvSpPr>
          <p:spPr bwMode="auto">
            <a:xfrm>
              <a:off x="9256392" y="5704904"/>
              <a:ext cx="2935608" cy="1154683"/>
            </a:xfrm>
            <a:custGeom>
              <a:avLst/>
              <a:gdLst>
                <a:gd name="T0" fmla="*/ 1861 w 1861"/>
                <a:gd name="T1" fmla="*/ 732 h 732"/>
                <a:gd name="T2" fmla="*/ 1861 w 1861"/>
                <a:gd name="T3" fmla="*/ 0 h 732"/>
                <a:gd name="T4" fmla="*/ 0 w 1861"/>
                <a:gd name="T5" fmla="*/ 732 h 732"/>
                <a:gd name="T6" fmla="*/ 1861 w 1861"/>
                <a:gd name="T7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61" h="732">
                  <a:moveTo>
                    <a:pt x="1861" y="732"/>
                  </a:moveTo>
                  <a:lnTo>
                    <a:pt x="1861" y="0"/>
                  </a:lnTo>
                  <a:lnTo>
                    <a:pt x="0" y="732"/>
                  </a:lnTo>
                  <a:lnTo>
                    <a:pt x="1861" y="732"/>
                  </a:lnTo>
                  <a:close/>
                </a:path>
              </a:pathLst>
            </a:custGeom>
            <a:solidFill>
              <a:srgbClr val="538C5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8" name="Group 13"/>
            <p:cNvGrpSpPr/>
            <p:nvPr/>
          </p:nvGrpSpPr>
          <p:grpSpPr>
            <a:xfrm>
              <a:off x="-1" y="3334018"/>
              <a:ext cx="12192000" cy="3525569"/>
              <a:chOff x="-1" y="3334018"/>
              <a:chExt cx="12192000" cy="3525569"/>
            </a:xfrm>
          </p:grpSpPr>
          <p:sp>
            <p:nvSpPr>
              <p:cNvPr id="9" name="Freeform: Shape 14"/>
              <p:cNvSpPr/>
              <p:nvPr/>
            </p:nvSpPr>
            <p:spPr bwMode="auto">
              <a:xfrm>
                <a:off x="3277911" y="4368816"/>
                <a:ext cx="4612422" cy="2490771"/>
              </a:xfrm>
              <a:custGeom>
                <a:avLst/>
                <a:gdLst>
                  <a:gd name="T0" fmla="*/ 0 w 2924"/>
                  <a:gd name="T1" fmla="*/ 1579 h 1579"/>
                  <a:gd name="T2" fmla="*/ 1870 w 2924"/>
                  <a:gd name="T3" fmla="*/ 1579 h 1579"/>
                  <a:gd name="T4" fmla="*/ 2924 w 2924"/>
                  <a:gd name="T5" fmla="*/ 1165 h 1579"/>
                  <a:gd name="T6" fmla="*/ 912 w 2924"/>
                  <a:gd name="T7" fmla="*/ 0 h 1579"/>
                  <a:gd name="T8" fmla="*/ 0 w 2924"/>
                  <a:gd name="T9" fmla="*/ 1579 h 1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24" h="1579">
                    <a:moveTo>
                      <a:pt x="0" y="1579"/>
                    </a:moveTo>
                    <a:lnTo>
                      <a:pt x="1870" y="1579"/>
                    </a:lnTo>
                    <a:lnTo>
                      <a:pt x="2924" y="1165"/>
                    </a:lnTo>
                    <a:lnTo>
                      <a:pt x="912" y="0"/>
                    </a:lnTo>
                    <a:lnTo>
                      <a:pt x="0" y="1579"/>
                    </a:lnTo>
                    <a:close/>
                  </a:path>
                </a:pathLst>
              </a:custGeom>
              <a:solidFill>
                <a:schemeClr val="accent2">
                  <a:alpha val="61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: Shape 15"/>
              <p:cNvSpPr/>
              <p:nvPr/>
            </p:nvSpPr>
            <p:spPr bwMode="auto">
              <a:xfrm>
                <a:off x="-1" y="4368816"/>
                <a:ext cx="4716532" cy="2490771"/>
              </a:xfrm>
              <a:custGeom>
                <a:avLst/>
                <a:gdLst>
                  <a:gd name="T0" fmla="*/ 0 w 2990"/>
                  <a:gd name="T1" fmla="*/ 1579 h 1579"/>
                  <a:gd name="T2" fmla="*/ 2078 w 2990"/>
                  <a:gd name="T3" fmla="*/ 1579 h 1579"/>
                  <a:gd name="T4" fmla="*/ 2990 w 2990"/>
                  <a:gd name="T5" fmla="*/ 0 h 1579"/>
                  <a:gd name="T6" fmla="*/ 0 w 2990"/>
                  <a:gd name="T7" fmla="*/ 1178 h 1579"/>
                  <a:gd name="T8" fmla="*/ 0 w 2990"/>
                  <a:gd name="T9" fmla="*/ 1579 h 1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0" h="1579">
                    <a:moveTo>
                      <a:pt x="0" y="1579"/>
                    </a:moveTo>
                    <a:lnTo>
                      <a:pt x="2078" y="1579"/>
                    </a:lnTo>
                    <a:lnTo>
                      <a:pt x="2990" y="0"/>
                    </a:lnTo>
                    <a:lnTo>
                      <a:pt x="0" y="1178"/>
                    </a:lnTo>
                    <a:lnTo>
                      <a:pt x="0" y="15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: Shape 16"/>
              <p:cNvSpPr/>
              <p:nvPr/>
            </p:nvSpPr>
            <p:spPr bwMode="auto">
              <a:xfrm>
                <a:off x="3184842" y="3334018"/>
                <a:ext cx="9007157" cy="3525569"/>
              </a:xfrm>
              <a:custGeom>
                <a:avLst/>
                <a:gdLst>
                  <a:gd name="T0" fmla="*/ 0 w 5710"/>
                  <a:gd name="T1" fmla="*/ 2235 h 2235"/>
                  <a:gd name="T2" fmla="*/ 1924 w 5710"/>
                  <a:gd name="T3" fmla="*/ 2235 h 2235"/>
                  <a:gd name="T4" fmla="*/ 5710 w 5710"/>
                  <a:gd name="T5" fmla="*/ 743 h 2235"/>
                  <a:gd name="T6" fmla="*/ 5710 w 5710"/>
                  <a:gd name="T7" fmla="*/ 19 h 2235"/>
                  <a:gd name="T8" fmla="*/ 5676 w 5710"/>
                  <a:gd name="T9" fmla="*/ 0 h 2235"/>
                  <a:gd name="T10" fmla="*/ 0 w 5710"/>
                  <a:gd name="T11" fmla="*/ 2235 h 2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10" h="2235">
                    <a:moveTo>
                      <a:pt x="0" y="2235"/>
                    </a:moveTo>
                    <a:lnTo>
                      <a:pt x="1924" y="2235"/>
                    </a:lnTo>
                    <a:lnTo>
                      <a:pt x="5710" y="743"/>
                    </a:lnTo>
                    <a:lnTo>
                      <a:pt x="5710" y="19"/>
                    </a:lnTo>
                    <a:lnTo>
                      <a:pt x="5676" y="0"/>
                    </a:lnTo>
                    <a:lnTo>
                      <a:pt x="0" y="2235"/>
                    </a:lnTo>
                    <a:close/>
                  </a:path>
                </a:pathLst>
              </a:custGeom>
              <a:solidFill>
                <a:schemeClr val="accent2">
                  <a:alpha val="63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5" name="图片 14" descr="360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9593" y="319702"/>
            <a:ext cx="1523553" cy="42966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950720" y="2498808"/>
            <a:ext cx="76415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THANKS!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43146" y="3252050"/>
            <a:ext cx="7641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2025-9</a:t>
            </a:r>
            <a:endParaRPr lang="en-US" altLang="zh-CN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hiMzNmZmIyMDE5OTJhNzBmNGQ2YzUzY2NjN2Q3M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72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1,&quot;left&quot;:66.95,&quot;top&quot;:99.85,&quot;width&quot;:368.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3.35,&quot;left&quot;:335.35,&quot;top&quot;:82.6,&quot;width&quot;:475.05}"/>
</p:tagLst>
</file>

<file path=ppt/theme/theme1.xml><?xml version="1.0" encoding="utf-8"?>
<a:theme xmlns:a="http://schemas.openxmlformats.org/drawingml/2006/main" name="主题2">
  <a:themeElements>
    <a:clrScheme name="自定义 10">
      <a:dk1>
        <a:srgbClr val="101010"/>
      </a:dk1>
      <a:lt1>
        <a:srgbClr val="313131"/>
      </a:lt1>
      <a:dk2>
        <a:srgbClr val="FFFFFF"/>
      </a:dk2>
      <a:lt2>
        <a:srgbClr val="F2F5F6"/>
      </a:lt2>
      <a:accent1>
        <a:srgbClr val="122C86"/>
      </a:accent1>
      <a:accent2>
        <a:srgbClr val="274DA7"/>
      </a:accent2>
      <a:accent3>
        <a:srgbClr val="538C5B"/>
      </a:accent3>
      <a:accent4>
        <a:srgbClr val="4E81B6"/>
      </a:accent4>
      <a:accent5>
        <a:srgbClr val="FCD215"/>
      </a:accent5>
      <a:accent6>
        <a:srgbClr val="6F6F6F"/>
      </a:accent6>
      <a:hlink>
        <a:srgbClr val="9A9A9A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0">
    <a:dk1>
      <a:srgbClr val="101010"/>
    </a:dk1>
    <a:lt1>
      <a:srgbClr val="313131"/>
    </a:lt1>
    <a:dk2>
      <a:srgbClr val="FFFFFF"/>
    </a:dk2>
    <a:lt2>
      <a:srgbClr val="F2F5F6"/>
    </a:lt2>
    <a:accent1>
      <a:srgbClr val="122C86"/>
    </a:accent1>
    <a:accent2>
      <a:srgbClr val="274DA7"/>
    </a:accent2>
    <a:accent3>
      <a:srgbClr val="538C5B"/>
    </a:accent3>
    <a:accent4>
      <a:srgbClr val="4E81B6"/>
    </a:accent4>
    <a:accent5>
      <a:srgbClr val="FCD215"/>
    </a:accent5>
    <a:accent6>
      <a:srgbClr val="6F6F6F"/>
    </a:accent6>
    <a:hlink>
      <a:srgbClr val="9A9A9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2092</Words>
  <Application>Microsoft Office PowerPoint</Application>
  <PresentationFormat>宽屏</PresentationFormat>
  <Paragraphs>189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360 守护体</vt:lpstr>
      <vt:lpstr>DM Sans Medium</vt:lpstr>
      <vt:lpstr>Noto Serif SC Light</vt:lpstr>
      <vt:lpstr>OPPOSans M</vt:lpstr>
      <vt:lpstr>等线</vt:lpstr>
      <vt:lpstr>方正兰亭粗黑简体</vt:lpstr>
      <vt:lpstr>微软雅黑</vt:lpstr>
      <vt:lpstr>幼圆</vt:lpstr>
      <vt:lpstr>Arial</vt:lpstr>
      <vt:lpstr>Arial Black</vt:lpstr>
      <vt:lpstr>Bahnschrift Light Condensed</vt:lpstr>
      <vt:lpstr>Times New Roman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芝士PPT</dc:creator>
  <cp:lastModifiedBy>梁亚楠</cp:lastModifiedBy>
  <cp:revision>553</cp:revision>
  <dcterms:created xsi:type="dcterms:W3CDTF">2023-11-19T03:41:00Z</dcterms:created>
  <dcterms:modified xsi:type="dcterms:W3CDTF">2025-09-25T02:13:29Z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4B8628D95CF4474C8DF6BC3248BE835C_13</vt:lpwstr>
  </property>
  <property fmtid="{D5CDD505-2E9C-101B-9397-08002B2CF9AE}" pid="3" name="KSOProductBuildVer">
    <vt:lpwstr>2052-12.1.0.21541</vt:lpwstr>
  </property>
  <property fmtid="{D5CDD505-2E9C-101B-9397-08002B2CF9AE}" pid="4" name="fileWhereFroms">
    <vt:lpwstr>PpjeLB1gRN0lwrPqMaCTkqSr+6fHgRDjhLXz1O4ueiEi8VZJNzlOySIpB9mz/ZkSXygf+osQPJF37g2mFWul3lCgJ11MxPJES33tah5ZEEGL1Kex5PfDuKQOg5o6epURpTB8Utz2kKyfP2t39PTl2zGJeL680VFs/HMfta9WxFQbKZqL+Sc/7v1hDOngH+OuiJxhHI4M6cz2jn5DHRCaRp4ke9gu7w68r6ACkqJHrEwADvdOSJwh84CW+uvonOH</vt:lpwstr>
  </property>
</Properties>
</file>